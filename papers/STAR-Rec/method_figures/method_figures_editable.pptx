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862be10dbc44cd" /><Relationship Type="http://schemas.openxmlformats.org/officeDocument/2006/relationships/extended-properties" Target="/docProps/app.xml" Id="Rc999e41c379b46db" /><Relationship Type="http://schemas.openxmlformats.org/officeDocument/2006/relationships/officeDocument" Target="/ppt/presentation.xml" Id="R4a357652156944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9350f896e343b0"/>
  </p:sldMasterIdLst>
  <p:notesMasterIdLst>
    <p:notesMasterId xmlns:r="http://schemas.openxmlformats.org/officeDocument/2006/relationships" r:id="Rd78627f9b3e84aa1"/>
  </p:notesMasterIdLst>
  <p:sldIdLst>
    <p:sldId xmlns:r="http://schemas.openxmlformats.org/officeDocument/2006/relationships" id="256" r:id="Rf8d57d4153f64253"/>
    <p:sldId xmlns:r="http://schemas.openxmlformats.org/officeDocument/2006/relationships" id="257" r:id="R4a47a241be464d7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deb562b994b9b" /><Relationship Type="http://schemas.openxmlformats.org/officeDocument/2006/relationships/slideMaster" Target="/ppt/slideMasters/slideMaster1.xml" Id="Rb69350f896e343b0" /><Relationship Type="http://schemas.openxmlformats.org/officeDocument/2006/relationships/notesMaster" Target="/ppt/notesMasters/notesMaster1.xml" Id="Rd78627f9b3e84aa1" /><Relationship Type="http://schemas.openxmlformats.org/officeDocument/2006/relationships/presProps" Target="/ppt/presProps.xml" Id="Rf5d8859feee241f0" /><Relationship Type="http://schemas.openxmlformats.org/officeDocument/2006/relationships/tableStyles" Target="/ppt/tableStyles.xml" Id="R72db83c7beeb4ea9" /><Relationship Type="http://schemas.openxmlformats.org/officeDocument/2006/relationships/slide" Target="/ppt/slides/slide1.xml" Id="Rf8d57d4153f64253" /><Relationship Type="http://schemas.openxmlformats.org/officeDocument/2006/relationships/slide" Target="/ppt/slides/slide2.xml" Id="R4a47a241be464d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b5a71d87394b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421c938a5d4e1d" /><Relationship Type="http://schemas.openxmlformats.org/officeDocument/2006/relationships/notesMaster" Target="/ppt/notesMasters/notesMaster1.xml" Id="R9fa193bd13c244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f3e6a460914219" /><Relationship Type="http://schemas.openxmlformats.org/officeDocument/2006/relationships/notesMaster" Target="/ppt/notesMasters/notesMaster1.xml" Id="R1cad3b58c20f4c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STAR-Rec Overall Architecture</a:t>
            </a:r>
          </a:p>
          <a:p xmlns:a="http://schemas.openxmlformats.org/drawingml/2006/main">
            <a:r>
              <a:t>Source: https://arxiv.org/abs/2505.03484v1</a:t>
            </a:r>
          </a:p>
          <a:p xmlns:a="http://schemas.openxmlformats.org/drawingml/2006/main">
            <a:r>
              <a:t>Approved image: image1.png; SHA-256: 2402b582e723145484f65783c256f45ccad9811bc853ecc4c73989666af173e3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(33), whose internal pixels are not editable.</a:t>
            </a:r>
          </a:p>
          <a:p xmlns:a="http://schemas.openxmlformats.org/drawingml/2006/main">
            <a:r>
              <a:t>Font substitution: source PDF families mapped to Times New Roman, Cambria Math, Arial, Comic Sans MS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SSM and PMA Fusion Module</a:t>
            </a:r>
          </a:p>
          <a:p xmlns:a="http://schemas.openxmlformats.org/drawingml/2006/main">
            <a:r>
              <a:t>Source: https://arxiv.org/abs/2505.03484v1</a:t>
            </a:r>
          </a:p>
          <a:p xmlns:a="http://schemas.openxmlformats.org/drawingml/2006/main">
            <a:r>
              <a:t>Approved image: image2.png; SHA-256: 771b5f5f195937e7d9598a981eab5c167bcc9917cc8a59630ef532845cf6ca1d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(8), whose internal pixels are not editable.</a:t>
            </a:r>
          </a:p>
          <a:p xmlns:a="http://schemas.openxmlformats.org/drawingml/2006/main">
            <a:r>
              <a:t>Font substitution: source PDF families mapped to Times New Roman, Cambria Math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620d350e840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5ab8333df44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0e69ddc014e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bcb98955549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38e7d2c8c4c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14a8596ee4b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3C93DC-ED88-44D8-AC44-8F8EF404E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B1671-FEE5-4103-9CBC-797D66C060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B133D2-D9B5-4E91-9ED1-1A4677431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DE3373-EA92-4ADD-8463-45C1B259B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0CAACD-74CC-4CAE-849D-C62AE22D74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D90EC1-BA7A-45DD-B750-06BE3EF68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953070-6723-4C2E-BBFD-E5F98E6EC2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7223AD-CCF1-4AED-8617-AECBF30498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DDDB27-B1B6-4D81-931A-5A1944FE37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771931-E933-47BE-BBEF-C2BE2CC84D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4793ba6b9349eb" /><Relationship Type="http://schemas.openxmlformats.org/officeDocument/2006/relationships/slideLayout" Target="/ppt/slideLayouts/slideLayout1.xml" Id="Re8bf3c5918ef4a2b" /><Relationship Type="http://schemas.openxmlformats.org/officeDocument/2006/relationships/slideLayout" Target="/ppt/slideLayouts/slideLayout2.xml" Id="R1e48b2215ef844b1" /><Relationship Type="http://schemas.openxmlformats.org/officeDocument/2006/relationships/slideLayout" Target="/ppt/slideLayouts/slideLayout3.xml" Id="R61dbfb45ecff4c5e" /><Relationship Type="http://schemas.openxmlformats.org/officeDocument/2006/relationships/slideLayout" Target="/ppt/slideLayouts/slideLayout4.xml" Id="Rac7522ed55b7442c" /><Relationship Type="http://schemas.openxmlformats.org/officeDocument/2006/relationships/slideLayout" Target="/ppt/slideLayouts/slideLayout5.xml" Id="Rbbde7bf4718e4f86" /><Relationship Type="http://schemas.openxmlformats.org/officeDocument/2006/relationships/slideLayout" Target="/ppt/slideLayouts/slideLayout6.xml" Id="R669056a3eab94c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f3c5918ef4a2b"/>
    <p:sldLayoutId xmlns:r="http://schemas.openxmlformats.org/officeDocument/2006/relationships" id="2147483650" r:id="R1e48b2215ef844b1"/>
    <p:sldLayoutId xmlns:r="http://schemas.openxmlformats.org/officeDocument/2006/relationships" id="2147483651" r:id="R61dbfb45ecff4c5e"/>
    <p:sldLayoutId xmlns:r="http://schemas.openxmlformats.org/officeDocument/2006/relationships" id="2147483652" r:id="Rac7522ed55b7442c"/>
    <p:sldLayoutId xmlns:r="http://schemas.openxmlformats.org/officeDocument/2006/relationships" id="2147483653" r:id="Rbbde7bf4718e4f86"/>
    <p:sldLayoutId xmlns:r="http://schemas.openxmlformats.org/officeDocument/2006/relationships" id="2147483654" r:id="R669056a3eab94c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bb53e44964b41" /><Relationship Type="http://schemas.openxmlformats.org/officeDocument/2006/relationships/image" Target="/ppt/media/image.png" Id="R90cfd648b01d45eb" /><Relationship Type="http://schemas.openxmlformats.org/officeDocument/2006/relationships/image" Target="/ppt/media/image2.png" Id="Rad048a27750048e7" /><Relationship Type="http://schemas.openxmlformats.org/officeDocument/2006/relationships/image" Target="/ppt/media/image3.png" Id="R07f030eb1cbb494f" /><Relationship Type="http://schemas.openxmlformats.org/officeDocument/2006/relationships/image" Target="/ppt/media/image4.png" Id="Rb70c14a8441c423c" /><Relationship Type="http://schemas.openxmlformats.org/officeDocument/2006/relationships/image" Target="/ppt/media/image5.png" Id="R80bc0dd67cd84a9b" /><Relationship Type="http://schemas.openxmlformats.org/officeDocument/2006/relationships/image" Target="/ppt/media/image6.png" Id="Rf81b6a6816334285" /><Relationship Type="http://schemas.openxmlformats.org/officeDocument/2006/relationships/image" Target="/ppt/media/image7.png" Id="R2e39c240a1c947a5" /><Relationship Type="http://schemas.openxmlformats.org/officeDocument/2006/relationships/image" Target="/ppt/media/image8.png" Id="Ra50bacef08fc4a3e" /><Relationship Type="http://schemas.openxmlformats.org/officeDocument/2006/relationships/image" Target="/ppt/media/image9.png" Id="R042973e16def4c5a" /><Relationship Type="http://schemas.openxmlformats.org/officeDocument/2006/relationships/image" Target="/ppt/media/image10.png" Id="Recf3d0e29e8d4583" /><Relationship Type="http://schemas.openxmlformats.org/officeDocument/2006/relationships/image" Target="/ppt/media/image11.png" Id="Rb0509214a1c44c6d" /><Relationship Type="http://schemas.openxmlformats.org/officeDocument/2006/relationships/image" Target="/ppt/media/image12.png" Id="R81aacd7d86414b43" /><Relationship Type="http://schemas.openxmlformats.org/officeDocument/2006/relationships/image" Target="/ppt/media/image13.png" Id="Ra73812a0063247d1" /><Relationship Type="http://schemas.openxmlformats.org/officeDocument/2006/relationships/image" Target="/ppt/media/image14.png" Id="R92e22f9aa5304816" /><Relationship Type="http://schemas.openxmlformats.org/officeDocument/2006/relationships/image" Target="/ppt/media/image15.png" Id="Reffa504e60734cf0" /><Relationship Type="http://schemas.openxmlformats.org/officeDocument/2006/relationships/image" Target="/ppt/media/image16.png" Id="R820b1ac26ae14c09" /><Relationship Type="http://schemas.openxmlformats.org/officeDocument/2006/relationships/image" Target="/ppt/media/image17.png" Id="R81e43c2fee874b08" /><Relationship Type="http://schemas.openxmlformats.org/officeDocument/2006/relationships/image" Target="/ppt/media/image18.png" Id="R69aff02b8d034715" /><Relationship Type="http://schemas.openxmlformats.org/officeDocument/2006/relationships/image" Target="/ppt/media/image19.png" Id="Re52cb304e1e645df" /><Relationship Type="http://schemas.openxmlformats.org/officeDocument/2006/relationships/image" Target="/ppt/media/image20.png" Id="R84ff86a1c38f4407" /><Relationship Type="http://schemas.openxmlformats.org/officeDocument/2006/relationships/image" Target="/ppt/media/image21.png" Id="R9fe2d5303f294fd3" /><Relationship Type="http://schemas.openxmlformats.org/officeDocument/2006/relationships/image" Target="/ppt/media/image22.png" Id="Rbc0511424f3f43ee" /><Relationship Type="http://schemas.openxmlformats.org/officeDocument/2006/relationships/image" Target="/ppt/media/image23.png" Id="R46bb5b6d63054caf" /><Relationship Type="http://schemas.openxmlformats.org/officeDocument/2006/relationships/image" Target="/ppt/media/image24.png" Id="Re863bd7e42a44858" /><Relationship Type="http://schemas.openxmlformats.org/officeDocument/2006/relationships/image" Target="/ppt/media/image25.png" Id="R66c562b373894e36" /><Relationship Type="http://schemas.openxmlformats.org/officeDocument/2006/relationships/image" Target="/ppt/media/image26.png" Id="Rb5e8b10904494f55" /><Relationship Type="http://schemas.openxmlformats.org/officeDocument/2006/relationships/image" Target="/ppt/media/image27.png" Id="R24b0ca7862974824" /><Relationship Type="http://schemas.openxmlformats.org/officeDocument/2006/relationships/image" Target="/ppt/media/image28.png" Id="R4fa3573220cf41fe" /><Relationship Type="http://schemas.openxmlformats.org/officeDocument/2006/relationships/image" Target="/ppt/media/image29.png" Id="R74f8a771e2374924" /><Relationship Type="http://schemas.openxmlformats.org/officeDocument/2006/relationships/image" Target="/ppt/media/image30.png" Id="R980184887c764f48" /><Relationship Type="http://schemas.openxmlformats.org/officeDocument/2006/relationships/image" Target="/ppt/media/image31.png" Id="Rd83a35cb965746d5" /><Relationship Type="http://schemas.openxmlformats.org/officeDocument/2006/relationships/image" Target="/ppt/media/image32.png" Id="R35367ca512b349a9" /><Relationship Type="http://schemas.openxmlformats.org/officeDocument/2006/relationships/image" Target="/ppt/media/image33.png" Id="Rb5b6202e822341a5" /><Relationship Type="http://schemas.openxmlformats.org/officeDocument/2006/relationships/notesSlide" Target="/ppt/notesSlides/notesSlide1.xml" Id="Rf325c74091454c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0314be11b4988" /><Relationship Type="http://schemas.openxmlformats.org/officeDocument/2006/relationships/image" Target="/ppt/media/image34.png" Id="R3038626173204bd2" /><Relationship Type="http://schemas.openxmlformats.org/officeDocument/2006/relationships/image" Target="/ppt/media/image35.png" Id="R2f9dd0d57450491c" /><Relationship Type="http://schemas.openxmlformats.org/officeDocument/2006/relationships/image" Target="/ppt/media/image36.png" Id="Rb35fd66a934c4031" /><Relationship Type="http://schemas.openxmlformats.org/officeDocument/2006/relationships/image" Target="/ppt/media/image37.png" Id="R4f8db5b85c434cc5" /><Relationship Type="http://schemas.openxmlformats.org/officeDocument/2006/relationships/image" Target="/ppt/media/image38.png" Id="R70f84b7ab6e54452" /><Relationship Type="http://schemas.openxmlformats.org/officeDocument/2006/relationships/image" Target="/ppt/media/image39.png" Id="Ra53cd030455047e4" /><Relationship Type="http://schemas.openxmlformats.org/officeDocument/2006/relationships/image" Target="/ppt/media/image40.png" Id="Ra191fadb569e4410" /><Relationship Type="http://schemas.openxmlformats.org/officeDocument/2006/relationships/image" Target="/ppt/media/image41.png" Id="Re7f5514265f342d8" /><Relationship Type="http://schemas.openxmlformats.org/officeDocument/2006/relationships/notesSlide" Target="/ppt/notesSlides/notesSlide2.xml" Id="R57ebf86312d148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0" name="path-1">
            <a:extLst xmlns:a="http://schemas.openxmlformats.org/drawingml/2006/main">
              <a:ext uri="{FF2B5EF4-FFF2-40B4-BE49-F238E27FC236}">
                <a16:creationId xmlns:a16="http://schemas.microsoft.com/office/drawing/2014/main" id="{49D4B1CB-2FF4-460F-96E7-0D7122B7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0" y="623154"/>
            <a:ext cx="18094520" cy="9316401"/>
          </a:xfrm>
          <a:custGeom xmlns:a="http://schemas.openxmlformats.org/drawingml/2006/main">
            <a:pathLst>
              <a:path w="13203345" h="6798061">
                <a:moveTo>
                  <a:pt x="0" y="0"/>
                </a:moveTo>
                <a:lnTo>
                  <a:pt x="0" y="6798061"/>
                </a:lnTo>
                <a:lnTo>
                  <a:pt x="13203345" y="6798061"/>
                </a:lnTo>
                <a:lnTo>
                  <a:pt x="1320334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86F2F044-46BA-4610-888D-898CF20C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194" y="8179789"/>
            <a:ext cx="69011" cy="293415"/>
          </a:xfrm>
          <a:custGeom xmlns:a="http://schemas.openxmlformats.org/drawingml/2006/main">
            <a:pathLst>
              <a:path w="50356" h="214101">
                <a:moveTo>
                  <a:pt x="0" y="75308"/>
                </a:moveTo>
                <a:lnTo>
                  <a:pt x="25178" y="75534"/>
                </a:lnTo>
                <a:lnTo>
                  <a:pt x="50356" y="75749"/>
                </a:lnTo>
                <a:lnTo>
                  <a:pt x="25846" y="0"/>
                </a:lnTo>
                <a:lnTo>
                  <a:pt x="0" y="75308"/>
                </a:lnTo>
                <a:moveTo>
                  <a:pt x="33399" y="214101"/>
                </a:moveTo>
                <a:lnTo>
                  <a:pt x="34947" y="37855"/>
                </a:lnTo>
                <a:lnTo>
                  <a:pt x="16064" y="37679"/>
                </a:lnTo>
                <a:lnTo>
                  <a:pt x="14516" y="213926"/>
                </a:lnTo>
                <a:lnTo>
                  <a:pt x="33399" y="2141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B6E141B1-BCDD-4534-B92E-62F07861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22" y="946640"/>
            <a:ext cx="8214822" cy="3026967"/>
          </a:xfrm>
          <a:custGeom xmlns:a="http://schemas.openxmlformats.org/drawingml/2006/main">
            <a:pathLst>
              <a:path w="5994253" h="2208740">
                <a:moveTo>
                  <a:pt x="0" y="1832216"/>
                </a:moveTo>
                <a:lnTo>
                  <a:pt x="0" y="1731504"/>
                </a:lnTo>
                <a:lnTo>
                  <a:pt x="25178" y="1731504"/>
                </a:lnTo>
                <a:lnTo>
                  <a:pt x="25178" y="1832216"/>
                </a:lnTo>
                <a:lnTo>
                  <a:pt x="0" y="1832216"/>
                </a:lnTo>
                <a:moveTo>
                  <a:pt x="0" y="1655970"/>
                </a:moveTo>
                <a:lnTo>
                  <a:pt x="0" y="1555258"/>
                </a:lnTo>
                <a:lnTo>
                  <a:pt x="25178" y="1555258"/>
                </a:lnTo>
                <a:lnTo>
                  <a:pt x="25178" y="1655970"/>
                </a:lnTo>
                <a:lnTo>
                  <a:pt x="0" y="1655970"/>
                </a:lnTo>
                <a:moveTo>
                  <a:pt x="0" y="1479724"/>
                </a:moveTo>
                <a:lnTo>
                  <a:pt x="0" y="1379012"/>
                </a:lnTo>
                <a:lnTo>
                  <a:pt x="25178" y="1379012"/>
                </a:lnTo>
                <a:lnTo>
                  <a:pt x="25178" y="1479724"/>
                </a:lnTo>
                <a:lnTo>
                  <a:pt x="0" y="1479724"/>
                </a:lnTo>
                <a:moveTo>
                  <a:pt x="0" y="1303478"/>
                </a:moveTo>
                <a:lnTo>
                  <a:pt x="0" y="1202766"/>
                </a:lnTo>
                <a:lnTo>
                  <a:pt x="25178" y="1202766"/>
                </a:lnTo>
                <a:lnTo>
                  <a:pt x="25178" y="1303478"/>
                </a:lnTo>
                <a:lnTo>
                  <a:pt x="0" y="1303478"/>
                </a:lnTo>
                <a:moveTo>
                  <a:pt x="0" y="1127232"/>
                </a:moveTo>
                <a:lnTo>
                  <a:pt x="0" y="1026520"/>
                </a:lnTo>
                <a:lnTo>
                  <a:pt x="25178" y="1026520"/>
                </a:lnTo>
                <a:lnTo>
                  <a:pt x="25178" y="1127232"/>
                </a:lnTo>
                <a:lnTo>
                  <a:pt x="0" y="1127232"/>
                </a:lnTo>
                <a:moveTo>
                  <a:pt x="0" y="950986"/>
                </a:moveTo>
                <a:lnTo>
                  <a:pt x="0" y="850274"/>
                </a:lnTo>
                <a:lnTo>
                  <a:pt x="25178" y="850274"/>
                </a:lnTo>
                <a:lnTo>
                  <a:pt x="25178" y="950986"/>
                </a:lnTo>
                <a:lnTo>
                  <a:pt x="0" y="950986"/>
                </a:lnTo>
                <a:moveTo>
                  <a:pt x="0" y="774740"/>
                </a:moveTo>
                <a:lnTo>
                  <a:pt x="0" y="674028"/>
                </a:lnTo>
                <a:lnTo>
                  <a:pt x="25178" y="674028"/>
                </a:lnTo>
                <a:lnTo>
                  <a:pt x="25178" y="774740"/>
                </a:lnTo>
                <a:lnTo>
                  <a:pt x="0" y="774740"/>
                </a:lnTo>
                <a:moveTo>
                  <a:pt x="0" y="598494"/>
                </a:moveTo>
                <a:lnTo>
                  <a:pt x="0" y="497782"/>
                </a:lnTo>
                <a:lnTo>
                  <a:pt x="25178" y="497782"/>
                </a:lnTo>
                <a:lnTo>
                  <a:pt x="25178" y="598494"/>
                </a:lnTo>
                <a:lnTo>
                  <a:pt x="0" y="598494"/>
                </a:lnTo>
                <a:moveTo>
                  <a:pt x="0" y="422248"/>
                </a:moveTo>
                <a:lnTo>
                  <a:pt x="0" y="376449"/>
                </a:lnTo>
                <a:lnTo>
                  <a:pt x="126" y="366806"/>
                </a:lnTo>
                <a:lnTo>
                  <a:pt x="491" y="357163"/>
                </a:lnTo>
                <a:lnTo>
                  <a:pt x="1095" y="347570"/>
                </a:lnTo>
                <a:lnTo>
                  <a:pt x="1939" y="338040"/>
                </a:lnTo>
                <a:lnTo>
                  <a:pt x="3021" y="328585"/>
                </a:lnTo>
                <a:lnTo>
                  <a:pt x="4230" y="320000"/>
                </a:lnTo>
                <a:lnTo>
                  <a:pt x="29156" y="323487"/>
                </a:lnTo>
                <a:lnTo>
                  <a:pt x="27985" y="331922"/>
                </a:lnTo>
                <a:lnTo>
                  <a:pt x="28023" y="331607"/>
                </a:lnTo>
                <a:lnTo>
                  <a:pt x="26978" y="340746"/>
                </a:lnTo>
                <a:lnTo>
                  <a:pt x="27003" y="340432"/>
                </a:lnTo>
                <a:lnTo>
                  <a:pt x="26185" y="349634"/>
                </a:lnTo>
                <a:lnTo>
                  <a:pt x="26210" y="349320"/>
                </a:lnTo>
                <a:lnTo>
                  <a:pt x="25631" y="358598"/>
                </a:lnTo>
                <a:lnTo>
                  <a:pt x="25644" y="358270"/>
                </a:lnTo>
                <a:lnTo>
                  <a:pt x="25291" y="367611"/>
                </a:lnTo>
                <a:lnTo>
                  <a:pt x="25291" y="367284"/>
                </a:lnTo>
                <a:lnTo>
                  <a:pt x="25178" y="376688"/>
                </a:lnTo>
                <a:lnTo>
                  <a:pt x="25178" y="376524"/>
                </a:lnTo>
                <a:lnTo>
                  <a:pt x="25178" y="422248"/>
                </a:lnTo>
                <a:lnTo>
                  <a:pt x="0" y="422248"/>
                </a:lnTo>
                <a:moveTo>
                  <a:pt x="23907" y="244302"/>
                </a:moveTo>
                <a:lnTo>
                  <a:pt x="26122" y="238461"/>
                </a:lnTo>
                <a:lnTo>
                  <a:pt x="29597" y="229963"/>
                </a:lnTo>
                <a:lnTo>
                  <a:pt x="33260" y="221566"/>
                </a:lnTo>
                <a:lnTo>
                  <a:pt x="37138" y="213283"/>
                </a:lnTo>
                <a:lnTo>
                  <a:pt x="41204" y="205100"/>
                </a:lnTo>
                <a:lnTo>
                  <a:pt x="45446" y="197043"/>
                </a:lnTo>
                <a:lnTo>
                  <a:pt x="49890" y="189099"/>
                </a:lnTo>
                <a:lnTo>
                  <a:pt x="54523" y="181269"/>
                </a:lnTo>
                <a:lnTo>
                  <a:pt x="59319" y="173577"/>
                </a:lnTo>
                <a:lnTo>
                  <a:pt x="64305" y="165999"/>
                </a:lnTo>
                <a:lnTo>
                  <a:pt x="69479" y="158546"/>
                </a:lnTo>
                <a:lnTo>
                  <a:pt x="73419" y="153145"/>
                </a:lnTo>
                <a:lnTo>
                  <a:pt x="93763" y="167975"/>
                </a:lnTo>
                <a:lnTo>
                  <a:pt x="89898" y="173262"/>
                </a:lnTo>
                <a:lnTo>
                  <a:pt x="90074" y="173023"/>
                </a:lnTo>
                <a:lnTo>
                  <a:pt x="85089" y="180212"/>
                </a:lnTo>
                <a:lnTo>
                  <a:pt x="85253" y="179960"/>
                </a:lnTo>
                <a:lnTo>
                  <a:pt x="80444" y="187286"/>
                </a:lnTo>
                <a:lnTo>
                  <a:pt x="80607" y="187035"/>
                </a:lnTo>
                <a:lnTo>
                  <a:pt x="75962" y="194475"/>
                </a:lnTo>
                <a:lnTo>
                  <a:pt x="76113" y="194223"/>
                </a:lnTo>
                <a:lnTo>
                  <a:pt x="71644" y="201777"/>
                </a:lnTo>
                <a:lnTo>
                  <a:pt x="71795" y="201512"/>
                </a:lnTo>
                <a:lnTo>
                  <a:pt x="67502" y="209191"/>
                </a:lnTo>
                <a:lnTo>
                  <a:pt x="67653" y="208927"/>
                </a:lnTo>
                <a:lnTo>
                  <a:pt x="63537" y="216720"/>
                </a:lnTo>
                <a:lnTo>
                  <a:pt x="63675" y="216443"/>
                </a:lnTo>
                <a:lnTo>
                  <a:pt x="59747" y="224349"/>
                </a:lnTo>
                <a:lnTo>
                  <a:pt x="59886" y="224072"/>
                </a:lnTo>
                <a:lnTo>
                  <a:pt x="56147" y="232078"/>
                </a:lnTo>
                <a:lnTo>
                  <a:pt x="56273" y="231801"/>
                </a:lnTo>
                <a:lnTo>
                  <a:pt x="52723" y="239909"/>
                </a:lnTo>
                <a:lnTo>
                  <a:pt x="52849" y="239619"/>
                </a:lnTo>
                <a:lnTo>
                  <a:pt x="49487" y="247840"/>
                </a:lnTo>
                <a:lnTo>
                  <a:pt x="49601" y="247550"/>
                </a:lnTo>
                <a:lnTo>
                  <a:pt x="47435" y="253240"/>
                </a:lnTo>
                <a:lnTo>
                  <a:pt x="23907" y="244302"/>
                </a:lnTo>
                <a:moveTo>
                  <a:pt x="126041" y="95437"/>
                </a:moveTo>
                <a:lnTo>
                  <a:pt x="130107" y="91824"/>
                </a:lnTo>
                <a:lnTo>
                  <a:pt x="137019" y="85983"/>
                </a:lnTo>
                <a:lnTo>
                  <a:pt x="144056" y="80318"/>
                </a:lnTo>
                <a:lnTo>
                  <a:pt x="151232" y="74804"/>
                </a:lnTo>
                <a:lnTo>
                  <a:pt x="158546" y="69479"/>
                </a:lnTo>
                <a:lnTo>
                  <a:pt x="165999" y="64305"/>
                </a:lnTo>
                <a:lnTo>
                  <a:pt x="173577" y="59319"/>
                </a:lnTo>
                <a:lnTo>
                  <a:pt x="181269" y="54523"/>
                </a:lnTo>
                <a:lnTo>
                  <a:pt x="189099" y="49890"/>
                </a:lnTo>
                <a:lnTo>
                  <a:pt x="197043" y="45446"/>
                </a:lnTo>
                <a:lnTo>
                  <a:pt x="205100" y="41204"/>
                </a:lnTo>
                <a:lnTo>
                  <a:pt x="212175" y="37679"/>
                </a:lnTo>
                <a:lnTo>
                  <a:pt x="223379" y="60226"/>
                </a:lnTo>
                <a:lnTo>
                  <a:pt x="216443" y="63675"/>
                </a:lnTo>
                <a:lnTo>
                  <a:pt x="216720" y="63537"/>
                </a:lnTo>
                <a:lnTo>
                  <a:pt x="208927" y="67653"/>
                </a:lnTo>
                <a:lnTo>
                  <a:pt x="209191" y="67502"/>
                </a:lnTo>
                <a:lnTo>
                  <a:pt x="201512" y="71795"/>
                </a:lnTo>
                <a:lnTo>
                  <a:pt x="201777" y="71644"/>
                </a:lnTo>
                <a:lnTo>
                  <a:pt x="194223" y="76113"/>
                </a:lnTo>
                <a:lnTo>
                  <a:pt x="194475" y="75962"/>
                </a:lnTo>
                <a:lnTo>
                  <a:pt x="187035" y="80607"/>
                </a:lnTo>
                <a:lnTo>
                  <a:pt x="187286" y="80444"/>
                </a:lnTo>
                <a:lnTo>
                  <a:pt x="179960" y="85253"/>
                </a:lnTo>
                <a:lnTo>
                  <a:pt x="180212" y="85089"/>
                </a:lnTo>
                <a:lnTo>
                  <a:pt x="173023" y="90074"/>
                </a:lnTo>
                <a:lnTo>
                  <a:pt x="173262" y="89898"/>
                </a:lnTo>
                <a:lnTo>
                  <a:pt x="166200" y="95060"/>
                </a:lnTo>
                <a:lnTo>
                  <a:pt x="166439" y="94883"/>
                </a:lnTo>
                <a:lnTo>
                  <a:pt x="159490" y="100196"/>
                </a:lnTo>
                <a:lnTo>
                  <a:pt x="159729" y="100020"/>
                </a:lnTo>
                <a:lnTo>
                  <a:pt x="152919" y="105496"/>
                </a:lnTo>
                <a:lnTo>
                  <a:pt x="153158" y="105307"/>
                </a:lnTo>
                <a:lnTo>
                  <a:pt x="146486" y="110947"/>
                </a:lnTo>
                <a:lnTo>
                  <a:pt x="146712" y="110746"/>
                </a:lnTo>
                <a:lnTo>
                  <a:pt x="142747" y="114270"/>
                </a:lnTo>
                <a:lnTo>
                  <a:pt x="126041" y="95437"/>
                </a:lnTo>
                <a:moveTo>
                  <a:pt x="285682" y="11066"/>
                </a:moveTo>
                <a:lnTo>
                  <a:pt x="291498" y="9643"/>
                </a:lnTo>
                <a:lnTo>
                  <a:pt x="300651" y="7654"/>
                </a:lnTo>
                <a:lnTo>
                  <a:pt x="309891" y="5879"/>
                </a:lnTo>
                <a:lnTo>
                  <a:pt x="319194" y="4331"/>
                </a:lnTo>
                <a:lnTo>
                  <a:pt x="328585" y="3021"/>
                </a:lnTo>
                <a:lnTo>
                  <a:pt x="338040" y="1939"/>
                </a:lnTo>
                <a:lnTo>
                  <a:pt x="347570" y="1095"/>
                </a:lnTo>
                <a:lnTo>
                  <a:pt x="357163" y="491"/>
                </a:lnTo>
                <a:lnTo>
                  <a:pt x="366806" y="126"/>
                </a:lnTo>
                <a:lnTo>
                  <a:pt x="376449" y="0"/>
                </a:lnTo>
                <a:lnTo>
                  <a:pt x="388509" y="0"/>
                </a:lnTo>
                <a:lnTo>
                  <a:pt x="388509" y="25178"/>
                </a:lnTo>
                <a:lnTo>
                  <a:pt x="376524" y="25178"/>
                </a:lnTo>
                <a:lnTo>
                  <a:pt x="376688" y="25178"/>
                </a:lnTo>
                <a:lnTo>
                  <a:pt x="367284" y="25291"/>
                </a:lnTo>
                <a:lnTo>
                  <a:pt x="367611" y="25291"/>
                </a:lnTo>
                <a:lnTo>
                  <a:pt x="358270" y="25644"/>
                </a:lnTo>
                <a:lnTo>
                  <a:pt x="358598" y="25631"/>
                </a:lnTo>
                <a:lnTo>
                  <a:pt x="349320" y="26210"/>
                </a:lnTo>
                <a:lnTo>
                  <a:pt x="349634" y="26185"/>
                </a:lnTo>
                <a:lnTo>
                  <a:pt x="340432" y="27003"/>
                </a:lnTo>
                <a:lnTo>
                  <a:pt x="340746" y="26978"/>
                </a:lnTo>
                <a:lnTo>
                  <a:pt x="331607" y="28023"/>
                </a:lnTo>
                <a:lnTo>
                  <a:pt x="331922" y="27985"/>
                </a:lnTo>
                <a:lnTo>
                  <a:pt x="322845" y="29244"/>
                </a:lnTo>
                <a:lnTo>
                  <a:pt x="323160" y="29206"/>
                </a:lnTo>
                <a:lnTo>
                  <a:pt x="314158" y="30692"/>
                </a:lnTo>
                <a:lnTo>
                  <a:pt x="314473" y="30642"/>
                </a:lnTo>
                <a:lnTo>
                  <a:pt x="305548" y="32341"/>
                </a:lnTo>
                <a:lnTo>
                  <a:pt x="305850" y="32278"/>
                </a:lnTo>
                <a:lnTo>
                  <a:pt x="297012" y="34204"/>
                </a:lnTo>
                <a:lnTo>
                  <a:pt x="297314" y="34141"/>
                </a:lnTo>
                <a:lnTo>
                  <a:pt x="291662" y="35526"/>
                </a:lnTo>
                <a:lnTo>
                  <a:pt x="285682" y="11066"/>
                </a:lnTo>
                <a:moveTo>
                  <a:pt x="464043" y="0"/>
                </a:moveTo>
                <a:lnTo>
                  <a:pt x="564755" y="0"/>
                </a:lnTo>
                <a:lnTo>
                  <a:pt x="564755" y="25178"/>
                </a:lnTo>
                <a:lnTo>
                  <a:pt x="464043" y="25178"/>
                </a:lnTo>
                <a:lnTo>
                  <a:pt x="464043" y="0"/>
                </a:lnTo>
                <a:moveTo>
                  <a:pt x="640289" y="0"/>
                </a:moveTo>
                <a:lnTo>
                  <a:pt x="741001" y="0"/>
                </a:lnTo>
                <a:lnTo>
                  <a:pt x="741001" y="25178"/>
                </a:lnTo>
                <a:lnTo>
                  <a:pt x="640289" y="25178"/>
                </a:lnTo>
                <a:lnTo>
                  <a:pt x="640289" y="0"/>
                </a:lnTo>
                <a:moveTo>
                  <a:pt x="816535" y="0"/>
                </a:moveTo>
                <a:lnTo>
                  <a:pt x="917247" y="0"/>
                </a:lnTo>
                <a:lnTo>
                  <a:pt x="917247" y="25178"/>
                </a:lnTo>
                <a:lnTo>
                  <a:pt x="816535" y="25178"/>
                </a:lnTo>
                <a:lnTo>
                  <a:pt x="816535" y="0"/>
                </a:lnTo>
                <a:moveTo>
                  <a:pt x="992781" y="0"/>
                </a:moveTo>
                <a:lnTo>
                  <a:pt x="1093493" y="0"/>
                </a:lnTo>
                <a:lnTo>
                  <a:pt x="1093493" y="25178"/>
                </a:lnTo>
                <a:lnTo>
                  <a:pt x="992781" y="25178"/>
                </a:lnTo>
                <a:lnTo>
                  <a:pt x="992781" y="0"/>
                </a:lnTo>
                <a:moveTo>
                  <a:pt x="1169027" y="0"/>
                </a:moveTo>
                <a:lnTo>
                  <a:pt x="1269739" y="0"/>
                </a:lnTo>
                <a:lnTo>
                  <a:pt x="1269739" y="25178"/>
                </a:lnTo>
                <a:lnTo>
                  <a:pt x="1169027" y="25178"/>
                </a:lnTo>
                <a:lnTo>
                  <a:pt x="1169027" y="0"/>
                </a:lnTo>
                <a:moveTo>
                  <a:pt x="1345273" y="0"/>
                </a:moveTo>
                <a:lnTo>
                  <a:pt x="1445985" y="0"/>
                </a:lnTo>
                <a:lnTo>
                  <a:pt x="1445985" y="25178"/>
                </a:lnTo>
                <a:lnTo>
                  <a:pt x="1345273" y="25178"/>
                </a:lnTo>
                <a:lnTo>
                  <a:pt x="1345273" y="0"/>
                </a:lnTo>
                <a:moveTo>
                  <a:pt x="1521519" y="0"/>
                </a:moveTo>
                <a:lnTo>
                  <a:pt x="1622231" y="0"/>
                </a:lnTo>
                <a:lnTo>
                  <a:pt x="1622231" y="25178"/>
                </a:lnTo>
                <a:lnTo>
                  <a:pt x="1521519" y="25178"/>
                </a:lnTo>
                <a:lnTo>
                  <a:pt x="1521519" y="0"/>
                </a:lnTo>
                <a:moveTo>
                  <a:pt x="1697765" y="0"/>
                </a:moveTo>
                <a:lnTo>
                  <a:pt x="1798478" y="0"/>
                </a:lnTo>
                <a:lnTo>
                  <a:pt x="1798478" y="25178"/>
                </a:lnTo>
                <a:lnTo>
                  <a:pt x="1697765" y="25178"/>
                </a:lnTo>
                <a:lnTo>
                  <a:pt x="1697765" y="0"/>
                </a:lnTo>
                <a:moveTo>
                  <a:pt x="1874011" y="0"/>
                </a:moveTo>
                <a:lnTo>
                  <a:pt x="1974723" y="0"/>
                </a:lnTo>
                <a:lnTo>
                  <a:pt x="1974723" y="25178"/>
                </a:lnTo>
                <a:lnTo>
                  <a:pt x="1874011" y="25178"/>
                </a:lnTo>
                <a:lnTo>
                  <a:pt x="1874011" y="0"/>
                </a:lnTo>
                <a:moveTo>
                  <a:pt x="2050257" y="0"/>
                </a:moveTo>
                <a:lnTo>
                  <a:pt x="2150969" y="0"/>
                </a:lnTo>
                <a:lnTo>
                  <a:pt x="2150969" y="25178"/>
                </a:lnTo>
                <a:lnTo>
                  <a:pt x="2050257" y="25178"/>
                </a:lnTo>
                <a:lnTo>
                  <a:pt x="2050257" y="0"/>
                </a:lnTo>
                <a:moveTo>
                  <a:pt x="2226503" y="0"/>
                </a:moveTo>
                <a:lnTo>
                  <a:pt x="2327216" y="0"/>
                </a:lnTo>
                <a:lnTo>
                  <a:pt x="2327216" y="25178"/>
                </a:lnTo>
                <a:lnTo>
                  <a:pt x="2226503" y="25178"/>
                </a:lnTo>
                <a:lnTo>
                  <a:pt x="2226503" y="0"/>
                </a:lnTo>
                <a:moveTo>
                  <a:pt x="2402749" y="0"/>
                </a:moveTo>
                <a:lnTo>
                  <a:pt x="2503461" y="0"/>
                </a:lnTo>
                <a:lnTo>
                  <a:pt x="2503461" y="25178"/>
                </a:lnTo>
                <a:lnTo>
                  <a:pt x="2402749" y="25178"/>
                </a:lnTo>
                <a:lnTo>
                  <a:pt x="2402749" y="0"/>
                </a:lnTo>
                <a:moveTo>
                  <a:pt x="2578995" y="0"/>
                </a:moveTo>
                <a:lnTo>
                  <a:pt x="2679707" y="0"/>
                </a:lnTo>
                <a:lnTo>
                  <a:pt x="2679707" y="25178"/>
                </a:lnTo>
                <a:lnTo>
                  <a:pt x="2578995" y="25178"/>
                </a:lnTo>
                <a:lnTo>
                  <a:pt x="2578995" y="0"/>
                </a:lnTo>
                <a:moveTo>
                  <a:pt x="2755242" y="0"/>
                </a:moveTo>
                <a:lnTo>
                  <a:pt x="2855953" y="0"/>
                </a:lnTo>
                <a:lnTo>
                  <a:pt x="2855953" y="25178"/>
                </a:lnTo>
                <a:lnTo>
                  <a:pt x="2755242" y="25178"/>
                </a:lnTo>
                <a:lnTo>
                  <a:pt x="2755242" y="0"/>
                </a:lnTo>
                <a:moveTo>
                  <a:pt x="2931487" y="0"/>
                </a:moveTo>
                <a:lnTo>
                  <a:pt x="3032199" y="0"/>
                </a:lnTo>
                <a:lnTo>
                  <a:pt x="3032199" y="25178"/>
                </a:lnTo>
                <a:lnTo>
                  <a:pt x="2931487" y="25178"/>
                </a:lnTo>
                <a:lnTo>
                  <a:pt x="2931487" y="0"/>
                </a:lnTo>
                <a:moveTo>
                  <a:pt x="3107733" y="0"/>
                </a:moveTo>
                <a:lnTo>
                  <a:pt x="3208446" y="0"/>
                </a:lnTo>
                <a:lnTo>
                  <a:pt x="3208446" y="25178"/>
                </a:lnTo>
                <a:lnTo>
                  <a:pt x="3107733" y="25178"/>
                </a:lnTo>
                <a:lnTo>
                  <a:pt x="3107733" y="0"/>
                </a:lnTo>
                <a:moveTo>
                  <a:pt x="3283980" y="0"/>
                </a:moveTo>
                <a:lnTo>
                  <a:pt x="3384692" y="0"/>
                </a:lnTo>
                <a:lnTo>
                  <a:pt x="3384692" y="25178"/>
                </a:lnTo>
                <a:lnTo>
                  <a:pt x="3283980" y="25178"/>
                </a:lnTo>
                <a:lnTo>
                  <a:pt x="3283980" y="0"/>
                </a:lnTo>
                <a:moveTo>
                  <a:pt x="3460226" y="0"/>
                </a:moveTo>
                <a:lnTo>
                  <a:pt x="3560937" y="0"/>
                </a:lnTo>
                <a:lnTo>
                  <a:pt x="3560937" y="25178"/>
                </a:lnTo>
                <a:lnTo>
                  <a:pt x="3460226" y="25178"/>
                </a:lnTo>
                <a:lnTo>
                  <a:pt x="3460226" y="0"/>
                </a:lnTo>
                <a:moveTo>
                  <a:pt x="3636472" y="0"/>
                </a:moveTo>
                <a:lnTo>
                  <a:pt x="3737184" y="0"/>
                </a:lnTo>
                <a:lnTo>
                  <a:pt x="3737184" y="25178"/>
                </a:lnTo>
                <a:lnTo>
                  <a:pt x="3636472" y="25178"/>
                </a:lnTo>
                <a:lnTo>
                  <a:pt x="3636472" y="0"/>
                </a:lnTo>
                <a:moveTo>
                  <a:pt x="3812717" y="0"/>
                </a:moveTo>
                <a:lnTo>
                  <a:pt x="3913430" y="0"/>
                </a:lnTo>
                <a:lnTo>
                  <a:pt x="3913430" y="25178"/>
                </a:lnTo>
                <a:lnTo>
                  <a:pt x="3812717" y="25178"/>
                </a:lnTo>
                <a:lnTo>
                  <a:pt x="3812717" y="0"/>
                </a:lnTo>
                <a:moveTo>
                  <a:pt x="3988964" y="0"/>
                </a:moveTo>
                <a:lnTo>
                  <a:pt x="4089676" y="0"/>
                </a:lnTo>
                <a:lnTo>
                  <a:pt x="4089676" y="25178"/>
                </a:lnTo>
                <a:lnTo>
                  <a:pt x="3988964" y="25178"/>
                </a:lnTo>
                <a:lnTo>
                  <a:pt x="3988964" y="0"/>
                </a:lnTo>
                <a:moveTo>
                  <a:pt x="4165210" y="0"/>
                </a:moveTo>
                <a:lnTo>
                  <a:pt x="4265922" y="0"/>
                </a:lnTo>
                <a:lnTo>
                  <a:pt x="4265922" y="25178"/>
                </a:lnTo>
                <a:lnTo>
                  <a:pt x="4165210" y="25178"/>
                </a:lnTo>
                <a:lnTo>
                  <a:pt x="4165210" y="0"/>
                </a:lnTo>
                <a:moveTo>
                  <a:pt x="4341456" y="0"/>
                </a:moveTo>
                <a:lnTo>
                  <a:pt x="4442168" y="0"/>
                </a:lnTo>
                <a:lnTo>
                  <a:pt x="4442168" y="25178"/>
                </a:lnTo>
                <a:lnTo>
                  <a:pt x="4341456" y="25178"/>
                </a:lnTo>
                <a:lnTo>
                  <a:pt x="4341456" y="0"/>
                </a:lnTo>
                <a:moveTo>
                  <a:pt x="4517702" y="0"/>
                </a:moveTo>
                <a:lnTo>
                  <a:pt x="4618414" y="0"/>
                </a:lnTo>
                <a:lnTo>
                  <a:pt x="4618414" y="25178"/>
                </a:lnTo>
                <a:lnTo>
                  <a:pt x="4517702" y="25178"/>
                </a:lnTo>
                <a:lnTo>
                  <a:pt x="4517702" y="0"/>
                </a:lnTo>
                <a:moveTo>
                  <a:pt x="4693948" y="0"/>
                </a:moveTo>
                <a:lnTo>
                  <a:pt x="4794660" y="0"/>
                </a:lnTo>
                <a:lnTo>
                  <a:pt x="4794660" y="25178"/>
                </a:lnTo>
                <a:lnTo>
                  <a:pt x="4693948" y="25178"/>
                </a:lnTo>
                <a:lnTo>
                  <a:pt x="4693948" y="0"/>
                </a:lnTo>
                <a:moveTo>
                  <a:pt x="4870194" y="0"/>
                </a:moveTo>
                <a:lnTo>
                  <a:pt x="4970906" y="0"/>
                </a:lnTo>
                <a:lnTo>
                  <a:pt x="4970906" y="25178"/>
                </a:lnTo>
                <a:lnTo>
                  <a:pt x="4870194" y="25178"/>
                </a:lnTo>
                <a:lnTo>
                  <a:pt x="4870194" y="0"/>
                </a:lnTo>
                <a:moveTo>
                  <a:pt x="5046440" y="0"/>
                </a:moveTo>
                <a:lnTo>
                  <a:pt x="5147152" y="0"/>
                </a:lnTo>
                <a:lnTo>
                  <a:pt x="5147152" y="25178"/>
                </a:lnTo>
                <a:lnTo>
                  <a:pt x="5046440" y="25178"/>
                </a:lnTo>
                <a:lnTo>
                  <a:pt x="5046440" y="0"/>
                </a:lnTo>
                <a:moveTo>
                  <a:pt x="5222686" y="0"/>
                </a:moveTo>
                <a:lnTo>
                  <a:pt x="5323397" y="0"/>
                </a:lnTo>
                <a:lnTo>
                  <a:pt x="5323397" y="25178"/>
                </a:lnTo>
                <a:lnTo>
                  <a:pt x="5222686" y="25178"/>
                </a:lnTo>
                <a:lnTo>
                  <a:pt x="5222686" y="0"/>
                </a:lnTo>
                <a:moveTo>
                  <a:pt x="5398932" y="0"/>
                </a:moveTo>
                <a:lnTo>
                  <a:pt x="5499644" y="0"/>
                </a:lnTo>
                <a:lnTo>
                  <a:pt x="5499644" y="25178"/>
                </a:lnTo>
                <a:lnTo>
                  <a:pt x="5398932" y="25178"/>
                </a:lnTo>
                <a:lnTo>
                  <a:pt x="5398932" y="0"/>
                </a:lnTo>
                <a:moveTo>
                  <a:pt x="5575178" y="0"/>
                </a:moveTo>
                <a:lnTo>
                  <a:pt x="5617805" y="0"/>
                </a:lnTo>
                <a:lnTo>
                  <a:pt x="5627448" y="126"/>
                </a:lnTo>
                <a:lnTo>
                  <a:pt x="5637091" y="491"/>
                </a:lnTo>
                <a:lnTo>
                  <a:pt x="5646683" y="1095"/>
                </a:lnTo>
                <a:lnTo>
                  <a:pt x="5656213" y="1939"/>
                </a:lnTo>
                <a:lnTo>
                  <a:pt x="5665667" y="3021"/>
                </a:lnTo>
                <a:lnTo>
                  <a:pt x="5675059" y="4331"/>
                </a:lnTo>
                <a:lnTo>
                  <a:pt x="5677703" y="4771"/>
                </a:lnTo>
                <a:lnTo>
                  <a:pt x="5673598" y="29622"/>
                </a:lnTo>
                <a:lnTo>
                  <a:pt x="5671093" y="29206"/>
                </a:lnTo>
                <a:lnTo>
                  <a:pt x="5671408" y="29244"/>
                </a:lnTo>
                <a:lnTo>
                  <a:pt x="5662332" y="27985"/>
                </a:lnTo>
                <a:lnTo>
                  <a:pt x="5662647" y="28023"/>
                </a:lnTo>
                <a:lnTo>
                  <a:pt x="5653506" y="26978"/>
                </a:lnTo>
                <a:lnTo>
                  <a:pt x="5653821" y="27003"/>
                </a:lnTo>
                <a:lnTo>
                  <a:pt x="5644619" y="26185"/>
                </a:lnTo>
                <a:lnTo>
                  <a:pt x="5644934" y="26210"/>
                </a:lnTo>
                <a:lnTo>
                  <a:pt x="5635655" y="25631"/>
                </a:lnTo>
                <a:lnTo>
                  <a:pt x="5635983" y="25644"/>
                </a:lnTo>
                <a:lnTo>
                  <a:pt x="5626642" y="25291"/>
                </a:lnTo>
                <a:lnTo>
                  <a:pt x="5626968" y="25291"/>
                </a:lnTo>
                <a:lnTo>
                  <a:pt x="5617565" y="25178"/>
                </a:lnTo>
                <a:lnTo>
                  <a:pt x="5617728" y="25178"/>
                </a:lnTo>
                <a:lnTo>
                  <a:pt x="5575178" y="25178"/>
                </a:lnTo>
                <a:lnTo>
                  <a:pt x="5575178" y="0"/>
                </a:lnTo>
                <a:moveTo>
                  <a:pt x="5752923" y="25027"/>
                </a:moveTo>
                <a:lnTo>
                  <a:pt x="5755792" y="26122"/>
                </a:lnTo>
                <a:lnTo>
                  <a:pt x="5764289" y="29597"/>
                </a:lnTo>
                <a:lnTo>
                  <a:pt x="5772686" y="33260"/>
                </a:lnTo>
                <a:lnTo>
                  <a:pt x="5780970" y="37138"/>
                </a:lnTo>
                <a:lnTo>
                  <a:pt x="5789153" y="41204"/>
                </a:lnTo>
                <a:lnTo>
                  <a:pt x="5797210" y="45446"/>
                </a:lnTo>
                <a:lnTo>
                  <a:pt x="5805153" y="49890"/>
                </a:lnTo>
                <a:lnTo>
                  <a:pt x="5812984" y="54523"/>
                </a:lnTo>
                <a:lnTo>
                  <a:pt x="5820676" y="59319"/>
                </a:lnTo>
                <a:lnTo>
                  <a:pt x="5828254" y="64305"/>
                </a:lnTo>
                <a:lnTo>
                  <a:pt x="5835707" y="69479"/>
                </a:lnTo>
                <a:lnTo>
                  <a:pt x="5843022" y="74804"/>
                </a:lnTo>
                <a:lnTo>
                  <a:pt x="5843903" y="75484"/>
                </a:lnTo>
                <a:lnTo>
                  <a:pt x="5828582" y="95475"/>
                </a:lnTo>
                <a:lnTo>
                  <a:pt x="5827814" y="94883"/>
                </a:lnTo>
                <a:lnTo>
                  <a:pt x="5828053" y="95060"/>
                </a:lnTo>
                <a:lnTo>
                  <a:pt x="5820991" y="89898"/>
                </a:lnTo>
                <a:lnTo>
                  <a:pt x="5821230" y="90074"/>
                </a:lnTo>
                <a:lnTo>
                  <a:pt x="5814042" y="85089"/>
                </a:lnTo>
                <a:lnTo>
                  <a:pt x="5814294" y="85253"/>
                </a:lnTo>
                <a:lnTo>
                  <a:pt x="5806967" y="80444"/>
                </a:lnTo>
                <a:lnTo>
                  <a:pt x="5807218" y="80607"/>
                </a:lnTo>
                <a:lnTo>
                  <a:pt x="5799778" y="75962"/>
                </a:lnTo>
                <a:lnTo>
                  <a:pt x="5800030" y="76113"/>
                </a:lnTo>
                <a:lnTo>
                  <a:pt x="5792476" y="71644"/>
                </a:lnTo>
                <a:lnTo>
                  <a:pt x="5792741" y="71795"/>
                </a:lnTo>
                <a:lnTo>
                  <a:pt x="5785061" y="67502"/>
                </a:lnTo>
                <a:lnTo>
                  <a:pt x="5785326" y="67653"/>
                </a:lnTo>
                <a:lnTo>
                  <a:pt x="5777533" y="63537"/>
                </a:lnTo>
                <a:lnTo>
                  <a:pt x="5777810" y="63675"/>
                </a:lnTo>
                <a:lnTo>
                  <a:pt x="5769904" y="59747"/>
                </a:lnTo>
                <a:lnTo>
                  <a:pt x="5770181" y="59886"/>
                </a:lnTo>
                <a:lnTo>
                  <a:pt x="5762175" y="56147"/>
                </a:lnTo>
                <a:lnTo>
                  <a:pt x="5762452" y="56273"/>
                </a:lnTo>
                <a:lnTo>
                  <a:pt x="5754344" y="52723"/>
                </a:lnTo>
                <a:lnTo>
                  <a:pt x="5754621" y="52849"/>
                </a:lnTo>
                <a:lnTo>
                  <a:pt x="5746413" y="49487"/>
                </a:lnTo>
                <a:lnTo>
                  <a:pt x="5746703" y="49601"/>
                </a:lnTo>
                <a:lnTo>
                  <a:pt x="5743984" y="48568"/>
                </a:lnTo>
                <a:lnTo>
                  <a:pt x="5752923" y="25027"/>
                </a:lnTo>
                <a:moveTo>
                  <a:pt x="5900930" y="128420"/>
                </a:moveTo>
                <a:lnTo>
                  <a:pt x="5902429" y="130107"/>
                </a:lnTo>
                <a:lnTo>
                  <a:pt x="5908270" y="137019"/>
                </a:lnTo>
                <a:lnTo>
                  <a:pt x="5913936" y="144056"/>
                </a:lnTo>
                <a:lnTo>
                  <a:pt x="5919449" y="151232"/>
                </a:lnTo>
                <a:lnTo>
                  <a:pt x="5924774" y="158546"/>
                </a:lnTo>
                <a:lnTo>
                  <a:pt x="5929936" y="165999"/>
                </a:lnTo>
                <a:lnTo>
                  <a:pt x="5934934" y="173577"/>
                </a:lnTo>
                <a:lnTo>
                  <a:pt x="5939730" y="181269"/>
                </a:lnTo>
                <a:lnTo>
                  <a:pt x="5944363" y="189099"/>
                </a:lnTo>
                <a:lnTo>
                  <a:pt x="5948806" y="197043"/>
                </a:lnTo>
                <a:lnTo>
                  <a:pt x="5953049" y="205100"/>
                </a:lnTo>
                <a:lnTo>
                  <a:pt x="5957115" y="213283"/>
                </a:lnTo>
                <a:lnTo>
                  <a:pt x="5958072" y="215322"/>
                </a:lnTo>
                <a:lnTo>
                  <a:pt x="5935261" y="225973"/>
                </a:lnTo>
                <a:lnTo>
                  <a:pt x="5934367" y="224072"/>
                </a:lnTo>
                <a:lnTo>
                  <a:pt x="5934505" y="224349"/>
                </a:lnTo>
                <a:lnTo>
                  <a:pt x="5930578" y="216443"/>
                </a:lnTo>
                <a:lnTo>
                  <a:pt x="5930717" y="216720"/>
                </a:lnTo>
                <a:lnTo>
                  <a:pt x="5926600" y="208927"/>
                </a:lnTo>
                <a:lnTo>
                  <a:pt x="5926751" y="209191"/>
                </a:lnTo>
                <a:lnTo>
                  <a:pt x="5922458" y="201512"/>
                </a:lnTo>
                <a:lnTo>
                  <a:pt x="5922609" y="201777"/>
                </a:lnTo>
                <a:lnTo>
                  <a:pt x="5918139" y="194223"/>
                </a:lnTo>
                <a:lnTo>
                  <a:pt x="5918290" y="194475"/>
                </a:lnTo>
                <a:lnTo>
                  <a:pt x="5913646" y="187035"/>
                </a:lnTo>
                <a:lnTo>
                  <a:pt x="5913810" y="187286"/>
                </a:lnTo>
                <a:lnTo>
                  <a:pt x="5909000" y="179960"/>
                </a:lnTo>
                <a:lnTo>
                  <a:pt x="5909164" y="180212"/>
                </a:lnTo>
                <a:lnTo>
                  <a:pt x="5904179" y="173023"/>
                </a:lnTo>
                <a:lnTo>
                  <a:pt x="5904342" y="173262"/>
                </a:lnTo>
                <a:lnTo>
                  <a:pt x="5899193" y="166200"/>
                </a:lnTo>
                <a:lnTo>
                  <a:pt x="5899370" y="166439"/>
                </a:lnTo>
                <a:lnTo>
                  <a:pt x="5894057" y="159490"/>
                </a:lnTo>
                <a:lnTo>
                  <a:pt x="5894233" y="159729"/>
                </a:lnTo>
                <a:lnTo>
                  <a:pt x="5888758" y="152919"/>
                </a:lnTo>
                <a:lnTo>
                  <a:pt x="5888946" y="153158"/>
                </a:lnTo>
                <a:lnTo>
                  <a:pt x="5883306" y="146486"/>
                </a:lnTo>
                <a:lnTo>
                  <a:pt x="5883495" y="146712"/>
                </a:lnTo>
                <a:lnTo>
                  <a:pt x="5882097" y="145126"/>
                </a:lnTo>
                <a:lnTo>
                  <a:pt x="5900930" y="128420"/>
                </a:lnTo>
                <a:moveTo>
                  <a:pt x="5983943" y="288779"/>
                </a:moveTo>
                <a:lnTo>
                  <a:pt x="5984609" y="291498"/>
                </a:lnTo>
                <a:lnTo>
                  <a:pt x="5986599" y="300651"/>
                </a:lnTo>
                <a:lnTo>
                  <a:pt x="5988374" y="309891"/>
                </a:lnTo>
                <a:lnTo>
                  <a:pt x="5989910" y="319194"/>
                </a:lnTo>
                <a:lnTo>
                  <a:pt x="5991232" y="328585"/>
                </a:lnTo>
                <a:lnTo>
                  <a:pt x="5992314" y="338040"/>
                </a:lnTo>
                <a:lnTo>
                  <a:pt x="5993158" y="347570"/>
                </a:lnTo>
                <a:lnTo>
                  <a:pt x="5993762" y="357163"/>
                </a:lnTo>
                <a:lnTo>
                  <a:pt x="5994127" y="366806"/>
                </a:lnTo>
                <a:lnTo>
                  <a:pt x="5994253" y="376449"/>
                </a:lnTo>
                <a:lnTo>
                  <a:pt x="5994253" y="391694"/>
                </a:lnTo>
                <a:lnTo>
                  <a:pt x="5969075" y="391694"/>
                </a:lnTo>
                <a:lnTo>
                  <a:pt x="5969075" y="376524"/>
                </a:lnTo>
                <a:lnTo>
                  <a:pt x="5969075" y="376688"/>
                </a:lnTo>
                <a:lnTo>
                  <a:pt x="5968962" y="367284"/>
                </a:lnTo>
                <a:lnTo>
                  <a:pt x="5968962" y="367611"/>
                </a:lnTo>
                <a:lnTo>
                  <a:pt x="5968609" y="358270"/>
                </a:lnTo>
                <a:lnTo>
                  <a:pt x="5968622" y="358598"/>
                </a:lnTo>
                <a:lnTo>
                  <a:pt x="5968043" y="349320"/>
                </a:lnTo>
                <a:lnTo>
                  <a:pt x="5968068" y="349634"/>
                </a:lnTo>
                <a:lnTo>
                  <a:pt x="5967249" y="340432"/>
                </a:lnTo>
                <a:lnTo>
                  <a:pt x="5967275" y="340746"/>
                </a:lnTo>
                <a:lnTo>
                  <a:pt x="5966230" y="331607"/>
                </a:lnTo>
                <a:lnTo>
                  <a:pt x="5966268" y="331922"/>
                </a:lnTo>
                <a:lnTo>
                  <a:pt x="5965009" y="322845"/>
                </a:lnTo>
                <a:lnTo>
                  <a:pt x="5965046" y="323160"/>
                </a:lnTo>
                <a:lnTo>
                  <a:pt x="5963560" y="314159"/>
                </a:lnTo>
                <a:lnTo>
                  <a:pt x="5963612" y="314473"/>
                </a:lnTo>
                <a:lnTo>
                  <a:pt x="5961899" y="305548"/>
                </a:lnTo>
                <a:lnTo>
                  <a:pt x="5961975" y="305850"/>
                </a:lnTo>
                <a:lnTo>
                  <a:pt x="5960049" y="297012"/>
                </a:lnTo>
                <a:lnTo>
                  <a:pt x="5960112" y="297314"/>
                </a:lnTo>
                <a:lnTo>
                  <a:pt x="5959483" y="294746"/>
                </a:lnTo>
                <a:lnTo>
                  <a:pt x="5983943" y="288779"/>
                </a:lnTo>
                <a:moveTo>
                  <a:pt x="5994253" y="467228"/>
                </a:moveTo>
                <a:lnTo>
                  <a:pt x="5994253" y="567940"/>
                </a:lnTo>
                <a:lnTo>
                  <a:pt x="5969075" y="567940"/>
                </a:lnTo>
                <a:lnTo>
                  <a:pt x="5969075" y="467228"/>
                </a:lnTo>
                <a:lnTo>
                  <a:pt x="5994253" y="467228"/>
                </a:lnTo>
                <a:moveTo>
                  <a:pt x="5994253" y="643474"/>
                </a:moveTo>
                <a:lnTo>
                  <a:pt x="5994253" y="744186"/>
                </a:lnTo>
                <a:lnTo>
                  <a:pt x="5969075" y="744186"/>
                </a:lnTo>
                <a:lnTo>
                  <a:pt x="5969075" y="643474"/>
                </a:lnTo>
                <a:lnTo>
                  <a:pt x="5994253" y="643474"/>
                </a:lnTo>
                <a:moveTo>
                  <a:pt x="5994253" y="819720"/>
                </a:moveTo>
                <a:lnTo>
                  <a:pt x="5994253" y="920432"/>
                </a:lnTo>
                <a:lnTo>
                  <a:pt x="5969075" y="920432"/>
                </a:lnTo>
                <a:lnTo>
                  <a:pt x="5969075" y="819720"/>
                </a:lnTo>
                <a:lnTo>
                  <a:pt x="5994253" y="819720"/>
                </a:lnTo>
                <a:moveTo>
                  <a:pt x="5994253" y="995966"/>
                </a:moveTo>
                <a:lnTo>
                  <a:pt x="5994253" y="1096678"/>
                </a:lnTo>
                <a:lnTo>
                  <a:pt x="5969075" y="1096678"/>
                </a:lnTo>
                <a:lnTo>
                  <a:pt x="5969075" y="995966"/>
                </a:lnTo>
                <a:lnTo>
                  <a:pt x="5994253" y="995966"/>
                </a:lnTo>
                <a:moveTo>
                  <a:pt x="5994253" y="1172212"/>
                </a:moveTo>
                <a:lnTo>
                  <a:pt x="5994253" y="1272924"/>
                </a:lnTo>
                <a:lnTo>
                  <a:pt x="5969075" y="1272924"/>
                </a:lnTo>
                <a:lnTo>
                  <a:pt x="5969075" y="1172212"/>
                </a:lnTo>
                <a:lnTo>
                  <a:pt x="5994253" y="1172212"/>
                </a:lnTo>
                <a:moveTo>
                  <a:pt x="5994253" y="1348458"/>
                </a:moveTo>
                <a:lnTo>
                  <a:pt x="5994253" y="1449170"/>
                </a:lnTo>
                <a:lnTo>
                  <a:pt x="5969075" y="1449170"/>
                </a:lnTo>
                <a:lnTo>
                  <a:pt x="5969075" y="1348458"/>
                </a:lnTo>
                <a:lnTo>
                  <a:pt x="5994253" y="1348458"/>
                </a:lnTo>
                <a:moveTo>
                  <a:pt x="5994253" y="1524704"/>
                </a:moveTo>
                <a:lnTo>
                  <a:pt x="5994253" y="1625416"/>
                </a:lnTo>
                <a:lnTo>
                  <a:pt x="5969075" y="1625416"/>
                </a:lnTo>
                <a:lnTo>
                  <a:pt x="5969075" y="1524704"/>
                </a:lnTo>
                <a:lnTo>
                  <a:pt x="5994253" y="1524704"/>
                </a:lnTo>
                <a:moveTo>
                  <a:pt x="5994253" y="1700950"/>
                </a:moveTo>
                <a:lnTo>
                  <a:pt x="5994253" y="1801662"/>
                </a:lnTo>
                <a:lnTo>
                  <a:pt x="5969075" y="1801662"/>
                </a:lnTo>
                <a:lnTo>
                  <a:pt x="5969075" y="1700950"/>
                </a:lnTo>
                <a:lnTo>
                  <a:pt x="5994253" y="1700950"/>
                </a:lnTo>
                <a:moveTo>
                  <a:pt x="5991421" y="1878518"/>
                </a:moveTo>
                <a:lnTo>
                  <a:pt x="5991232" y="1880155"/>
                </a:lnTo>
                <a:lnTo>
                  <a:pt x="5989910" y="1889546"/>
                </a:lnTo>
                <a:lnTo>
                  <a:pt x="5988374" y="1898850"/>
                </a:lnTo>
                <a:lnTo>
                  <a:pt x="5986599" y="1908090"/>
                </a:lnTo>
                <a:lnTo>
                  <a:pt x="5984609" y="1917242"/>
                </a:lnTo>
                <a:lnTo>
                  <a:pt x="5982394" y="1926306"/>
                </a:lnTo>
                <a:lnTo>
                  <a:pt x="5979965" y="1935282"/>
                </a:lnTo>
                <a:lnTo>
                  <a:pt x="5977321" y="1944182"/>
                </a:lnTo>
                <a:lnTo>
                  <a:pt x="5974463" y="1952982"/>
                </a:lnTo>
                <a:lnTo>
                  <a:pt x="5971404" y="1961681"/>
                </a:lnTo>
                <a:lnTo>
                  <a:pt x="5968131" y="1970279"/>
                </a:lnTo>
                <a:lnTo>
                  <a:pt x="5964656" y="1978777"/>
                </a:lnTo>
                <a:lnTo>
                  <a:pt x="5964518" y="1979117"/>
                </a:lnTo>
                <a:lnTo>
                  <a:pt x="5941443" y="1969020"/>
                </a:lnTo>
                <a:lnTo>
                  <a:pt x="5941530" y="1968832"/>
                </a:lnTo>
                <a:lnTo>
                  <a:pt x="5941405" y="1969109"/>
                </a:lnTo>
                <a:lnTo>
                  <a:pt x="5944766" y="1960900"/>
                </a:lnTo>
                <a:lnTo>
                  <a:pt x="5944652" y="1961190"/>
                </a:lnTo>
                <a:lnTo>
                  <a:pt x="5947812" y="1952882"/>
                </a:lnTo>
                <a:lnTo>
                  <a:pt x="5947711" y="1953171"/>
                </a:lnTo>
                <a:lnTo>
                  <a:pt x="5950670" y="1944762"/>
                </a:lnTo>
                <a:lnTo>
                  <a:pt x="5950569" y="1945051"/>
                </a:lnTo>
                <a:lnTo>
                  <a:pt x="5953326" y="1936553"/>
                </a:lnTo>
                <a:lnTo>
                  <a:pt x="5953237" y="1936856"/>
                </a:lnTo>
                <a:lnTo>
                  <a:pt x="5955794" y="1928258"/>
                </a:lnTo>
                <a:lnTo>
                  <a:pt x="5955705" y="1928559"/>
                </a:lnTo>
                <a:lnTo>
                  <a:pt x="5958060" y="1919886"/>
                </a:lnTo>
                <a:lnTo>
                  <a:pt x="5957972" y="1920188"/>
                </a:lnTo>
                <a:lnTo>
                  <a:pt x="5960112" y="1911426"/>
                </a:lnTo>
                <a:lnTo>
                  <a:pt x="5960049" y="1911728"/>
                </a:lnTo>
                <a:lnTo>
                  <a:pt x="5961975" y="1902890"/>
                </a:lnTo>
                <a:lnTo>
                  <a:pt x="5961899" y="1903193"/>
                </a:lnTo>
                <a:lnTo>
                  <a:pt x="5963612" y="1894267"/>
                </a:lnTo>
                <a:lnTo>
                  <a:pt x="5963560" y="1894581"/>
                </a:lnTo>
                <a:lnTo>
                  <a:pt x="5965046" y="1885581"/>
                </a:lnTo>
                <a:lnTo>
                  <a:pt x="5965009" y="1885895"/>
                </a:lnTo>
                <a:lnTo>
                  <a:pt x="5966268" y="1876819"/>
                </a:lnTo>
                <a:lnTo>
                  <a:pt x="5966230" y="1877134"/>
                </a:lnTo>
                <a:lnTo>
                  <a:pt x="5966406" y="1875661"/>
                </a:lnTo>
                <a:lnTo>
                  <a:pt x="5991421" y="1878518"/>
                </a:lnTo>
                <a:moveTo>
                  <a:pt x="5926839" y="2047223"/>
                </a:moveTo>
                <a:lnTo>
                  <a:pt x="5924774" y="2050194"/>
                </a:lnTo>
                <a:lnTo>
                  <a:pt x="5919449" y="2057508"/>
                </a:lnTo>
                <a:lnTo>
                  <a:pt x="5913936" y="2064685"/>
                </a:lnTo>
                <a:lnTo>
                  <a:pt x="5908270" y="2071722"/>
                </a:lnTo>
                <a:lnTo>
                  <a:pt x="5902429" y="2078633"/>
                </a:lnTo>
                <a:lnTo>
                  <a:pt x="5896436" y="2085381"/>
                </a:lnTo>
                <a:lnTo>
                  <a:pt x="5890281" y="2092003"/>
                </a:lnTo>
                <a:lnTo>
                  <a:pt x="5883973" y="2098461"/>
                </a:lnTo>
                <a:lnTo>
                  <a:pt x="5877515" y="2104767"/>
                </a:lnTo>
                <a:lnTo>
                  <a:pt x="5870893" y="2110924"/>
                </a:lnTo>
                <a:lnTo>
                  <a:pt x="5864146" y="2116916"/>
                </a:lnTo>
                <a:lnTo>
                  <a:pt x="5857235" y="2122758"/>
                </a:lnTo>
                <a:lnTo>
                  <a:pt x="5856240" y="2123563"/>
                </a:lnTo>
                <a:lnTo>
                  <a:pt x="5840441" y="2103950"/>
                </a:lnTo>
                <a:lnTo>
                  <a:pt x="5841334" y="2103244"/>
                </a:lnTo>
                <a:lnTo>
                  <a:pt x="5841095" y="2103433"/>
                </a:lnTo>
                <a:lnTo>
                  <a:pt x="5847768" y="2097793"/>
                </a:lnTo>
                <a:lnTo>
                  <a:pt x="5847540" y="2097982"/>
                </a:lnTo>
                <a:lnTo>
                  <a:pt x="5854075" y="2092191"/>
                </a:lnTo>
                <a:lnTo>
                  <a:pt x="5853848" y="2092392"/>
                </a:lnTo>
                <a:lnTo>
                  <a:pt x="5860243" y="2086438"/>
                </a:lnTo>
                <a:lnTo>
                  <a:pt x="5860029" y="2086652"/>
                </a:lnTo>
                <a:lnTo>
                  <a:pt x="5866273" y="2080546"/>
                </a:lnTo>
                <a:lnTo>
                  <a:pt x="5866060" y="2080760"/>
                </a:lnTo>
                <a:lnTo>
                  <a:pt x="5872165" y="2074516"/>
                </a:lnTo>
                <a:lnTo>
                  <a:pt x="5871951" y="2074730"/>
                </a:lnTo>
                <a:lnTo>
                  <a:pt x="5877906" y="2068335"/>
                </a:lnTo>
                <a:lnTo>
                  <a:pt x="5877703" y="2068562"/>
                </a:lnTo>
                <a:lnTo>
                  <a:pt x="5883495" y="2062028"/>
                </a:lnTo>
                <a:lnTo>
                  <a:pt x="5883306" y="2062254"/>
                </a:lnTo>
                <a:lnTo>
                  <a:pt x="5888946" y="2055582"/>
                </a:lnTo>
                <a:lnTo>
                  <a:pt x="5888758" y="2055822"/>
                </a:lnTo>
                <a:lnTo>
                  <a:pt x="5894233" y="2049011"/>
                </a:lnTo>
                <a:lnTo>
                  <a:pt x="5894057" y="2049250"/>
                </a:lnTo>
                <a:lnTo>
                  <a:pt x="5899370" y="2042301"/>
                </a:lnTo>
                <a:lnTo>
                  <a:pt x="5899193" y="2042540"/>
                </a:lnTo>
                <a:lnTo>
                  <a:pt x="5904342" y="2035478"/>
                </a:lnTo>
                <a:lnTo>
                  <a:pt x="5904179" y="2035717"/>
                </a:lnTo>
                <a:lnTo>
                  <a:pt x="5906142" y="2032872"/>
                </a:lnTo>
                <a:lnTo>
                  <a:pt x="5926839" y="2047223"/>
                </a:lnTo>
                <a:moveTo>
                  <a:pt x="5791281" y="2166416"/>
                </a:moveTo>
                <a:lnTo>
                  <a:pt x="5789153" y="2167537"/>
                </a:lnTo>
                <a:lnTo>
                  <a:pt x="5780970" y="2171603"/>
                </a:lnTo>
                <a:lnTo>
                  <a:pt x="5772686" y="2175480"/>
                </a:lnTo>
                <a:lnTo>
                  <a:pt x="5764289" y="2179143"/>
                </a:lnTo>
                <a:lnTo>
                  <a:pt x="5755792" y="2182618"/>
                </a:lnTo>
                <a:lnTo>
                  <a:pt x="5747194" y="2185891"/>
                </a:lnTo>
                <a:lnTo>
                  <a:pt x="5738495" y="2188951"/>
                </a:lnTo>
                <a:lnTo>
                  <a:pt x="5729695" y="2191808"/>
                </a:lnTo>
                <a:lnTo>
                  <a:pt x="5720794" y="2194452"/>
                </a:lnTo>
                <a:lnTo>
                  <a:pt x="5711819" y="2196881"/>
                </a:lnTo>
                <a:lnTo>
                  <a:pt x="5702755" y="2199097"/>
                </a:lnTo>
                <a:lnTo>
                  <a:pt x="5693602" y="2201086"/>
                </a:lnTo>
                <a:lnTo>
                  <a:pt x="5693161" y="2201174"/>
                </a:lnTo>
                <a:lnTo>
                  <a:pt x="5688416" y="2176449"/>
                </a:lnTo>
                <a:lnTo>
                  <a:pt x="5688705" y="2176399"/>
                </a:lnTo>
                <a:lnTo>
                  <a:pt x="5688404" y="2176462"/>
                </a:lnTo>
                <a:lnTo>
                  <a:pt x="5697241" y="2174536"/>
                </a:lnTo>
                <a:lnTo>
                  <a:pt x="5696939" y="2174599"/>
                </a:lnTo>
                <a:lnTo>
                  <a:pt x="5705701" y="2172459"/>
                </a:lnTo>
                <a:lnTo>
                  <a:pt x="5705398" y="2172547"/>
                </a:lnTo>
                <a:lnTo>
                  <a:pt x="5714072" y="2170193"/>
                </a:lnTo>
                <a:lnTo>
                  <a:pt x="5713770" y="2170281"/>
                </a:lnTo>
                <a:lnTo>
                  <a:pt x="5722368" y="2167725"/>
                </a:lnTo>
                <a:lnTo>
                  <a:pt x="5722066" y="2167814"/>
                </a:lnTo>
                <a:lnTo>
                  <a:pt x="5730564" y="2165056"/>
                </a:lnTo>
                <a:lnTo>
                  <a:pt x="5730274" y="2165157"/>
                </a:lnTo>
                <a:lnTo>
                  <a:pt x="5738683" y="2162199"/>
                </a:lnTo>
                <a:lnTo>
                  <a:pt x="5738394" y="2162299"/>
                </a:lnTo>
                <a:lnTo>
                  <a:pt x="5746703" y="2159140"/>
                </a:lnTo>
                <a:lnTo>
                  <a:pt x="5746413" y="2159253"/>
                </a:lnTo>
                <a:lnTo>
                  <a:pt x="5754621" y="2155891"/>
                </a:lnTo>
                <a:lnTo>
                  <a:pt x="5754344" y="2156017"/>
                </a:lnTo>
                <a:lnTo>
                  <a:pt x="5762452" y="2152467"/>
                </a:lnTo>
                <a:lnTo>
                  <a:pt x="5762175" y="2152593"/>
                </a:lnTo>
                <a:lnTo>
                  <a:pt x="5770181" y="2148854"/>
                </a:lnTo>
                <a:lnTo>
                  <a:pt x="5769904" y="2148993"/>
                </a:lnTo>
                <a:lnTo>
                  <a:pt x="5777810" y="2145065"/>
                </a:lnTo>
                <a:lnTo>
                  <a:pt x="5777533" y="2145204"/>
                </a:lnTo>
                <a:lnTo>
                  <a:pt x="5779535" y="2144146"/>
                </a:lnTo>
                <a:lnTo>
                  <a:pt x="5791281" y="2166416"/>
                </a:lnTo>
                <a:moveTo>
                  <a:pt x="5615740" y="2208740"/>
                </a:moveTo>
                <a:lnTo>
                  <a:pt x="5515028" y="2208740"/>
                </a:lnTo>
                <a:lnTo>
                  <a:pt x="5515028" y="2183562"/>
                </a:lnTo>
                <a:lnTo>
                  <a:pt x="5615740" y="2183562"/>
                </a:lnTo>
                <a:lnTo>
                  <a:pt x="5615740" y="2208740"/>
                </a:lnTo>
                <a:moveTo>
                  <a:pt x="5439494" y="2208740"/>
                </a:moveTo>
                <a:lnTo>
                  <a:pt x="5338781" y="2208740"/>
                </a:lnTo>
                <a:lnTo>
                  <a:pt x="5338781" y="2183562"/>
                </a:lnTo>
                <a:lnTo>
                  <a:pt x="5439494" y="2183562"/>
                </a:lnTo>
                <a:lnTo>
                  <a:pt x="5439494" y="2208740"/>
                </a:lnTo>
                <a:moveTo>
                  <a:pt x="5263247" y="2208740"/>
                </a:moveTo>
                <a:lnTo>
                  <a:pt x="5162535" y="2208740"/>
                </a:lnTo>
                <a:lnTo>
                  <a:pt x="5162535" y="2183562"/>
                </a:lnTo>
                <a:lnTo>
                  <a:pt x="5263247" y="2183562"/>
                </a:lnTo>
                <a:lnTo>
                  <a:pt x="5263247" y="2208740"/>
                </a:lnTo>
                <a:moveTo>
                  <a:pt x="5087001" y="2208740"/>
                </a:moveTo>
                <a:lnTo>
                  <a:pt x="4986289" y="2208740"/>
                </a:lnTo>
                <a:lnTo>
                  <a:pt x="4986289" y="2183562"/>
                </a:lnTo>
                <a:lnTo>
                  <a:pt x="5087001" y="2183562"/>
                </a:lnTo>
                <a:lnTo>
                  <a:pt x="5087001" y="2208740"/>
                </a:lnTo>
                <a:moveTo>
                  <a:pt x="4910756" y="2208740"/>
                </a:moveTo>
                <a:lnTo>
                  <a:pt x="4810043" y="2208740"/>
                </a:lnTo>
                <a:lnTo>
                  <a:pt x="4810043" y="2183562"/>
                </a:lnTo>
                <a:lnTo>
                  <a:pt x="4910756" y="2183562"/>
                </a:lnTo>
                <a:lnTo>
                  <a:pt x="4910756" y="2208740"/>
                </a:lnTo>
                <a:moveTo>
                  <a:pt x="4734509" y="2208740"/>
                </a:moveTo>
                <a:lnTo>
                  <a:pt x="4633797" y="2208740"/>
                </a:lnTo>
                <a:lnTo>
                  <a:pt x="4633797" y="2183562"/>
                </a:lnTo>
                <a:lnTo>
                  <a:pt x="4734509" y="2183562"/>
                </a:lnTo>
                <a:lnTo>
                  <a:pt x="4734509" y="2208740"/>
                </a:lnTo>
                <a:moveTo>
                  <a:pt x="4558263" y="2208740"/>
                </a:moveTo>
                <a:lnTo>
                  <a:pt x="4457552" y="2208740"/>
                </a:lnTo>
                <a:lnTo>
                  <a:pt x="4457552" y="2183562"/>
                </a:lnTo>
                <a:lnTo>
                  <a:pt x="4558263" y="2183562"/>
                </a:lnTo>
                <a:lnTo>
                  <a:pt x="4558263" y="2208740"/>
                </a:lnTo>
                <a:moveTo>
                  <a:pt x="4382017" y="2208740"/>
                </a:moveTo>
                <a:lnTo>
                  <a:pt x="4281305" y="2208740"/>
                </a:lnTo>
                <a:lnTo>
                  <a:pt x="4281305" y="2183562"/>
                </a:lnTo>
                <a:lnTo>
                  <a:pt x="4382017" y="2183562"/>
                </a:lnTo>
                <a:lnTo>
                  <a:pt x="4382017" y="2208740"/>
                </a:lnTo>
                <a:moveTo>
                  <a:pt x="4205771" y="2208740"/>
                </a:moveTo>
                <a:lnTo>
                  <a:pt x="4105059" y="2208740"/>
                </a:lnTo>
                <a:lnTo>
                  <a:pt x="4105059" y="2183562"/>
                </a:lnTo>
                <a:lnTo>
                  <a:pt x="4205771" y="2183562"/>
                </a:lnTo>
                <a:lnTo>
                  <a:pt x="4205771" y="2208740"/>
                </a:lnTo>
                <a:moveTo>
                  <a:pt x="4029525" y="2208740"/>
                </a:moveTo>
                <a:lnTo>
                  <a:pt x="3928813" y="2208740"/>
                </a:lnTo>
                <a:lnTo>
                  <a:pt x="3928813" y="2183562"/>
                </a:lnTo>
                <a:lnTo>
                  <a:pt x="4029525" y="2183562"/>
                </a:lnTo>
                <a:lnTo>
                  <a:pt x="4029525" y="2208740"/>
                </a:lnTo>
                <a:moveTo>
                  <a:pt x="3853279" y="2208740"/>
                </a:moveTo>
                <a:lnTo>
                  <a:pt x="3752567" y="2208740"/>
                </a:lnTo>
                <a:lnTo>
                  <a:pt x="3752567" y="2183562"/>
                </a:lnTo>
                <a:lnTo>
                  <a:pt x="3853279" y="2183562"/>
                </a:lnTo>
                <a:lnTo>
                  <a:pt x="3853279" y="2208740"/>
                </a:lnTo>
                <a:moveTo>
                  <a:pt x="3677033" y="2208740"/>
                </a:moveTo>
                <a:lnTo>
                  <a:pt x="3576322" y="2208740"/>
                </a:lnTo>
                <a:lnTo>
                  <a:pt x="3576322" y="2183562"/>
                </a:lnTo>
                <a:lnTo>
                  <a:pt x="3677033" y="2183562"/>
                </a:lnTo>
                <a:lnTo>
                  <a:pt x="3677033" y="2208740"/>
                </a:lnTo>
                <a:moveTo>
                  <a:pt x="3500787" y="2208740"/>
                </a:moveTo>
                <a:lnTo>
                  <a:pt x="3400075" y="2208740"/>
                </a:lnTo>
                <a:lnTo>
                  <a:pt x="3400075" y="2183562"/>
                </a:lnTo>
                <a:lnTo>
                  <a:pt x="3500787" y="2183562"/>
                </a:lnTo>
                <a:lnTo>
                  <a:pt x="3500787" y="2208740"/>
                </a:lnTo>
                <a:moveTo>
                  <a:pt x="3324541" y="2208740"/>
                </a:moveTo>
                <a:lnTo>
                  <a:pt x="3223829" y="2208740"/>
                </a:lnTo>
                <a:lnTo>
                  <a:pt x="3223829" y="2183562"/>
                </a:lnTo>
                <a:lnTo>
                  <a:pt x="3324541" y="2183562"/>
                </a:lnTo>
                <a:lnTo>
                  <a:pt x="3324541" y="2208740"/>
                </a:lnTo>
                <a:moveTo>
                  <a:pt x="3148295" y="2208740"/>
                </a:moveTo>
                <a:lnTo>
                  <a:pt x="3047583" y="2208740"/>
                </a:lnTo>
                <a:lnTo>
                  <a:pt x="3047583" y="2183562"/>
                </a:lnTo>
                <a:lnTo>
                  <a:pt x="3148295" y="2183562"/>
                </a:lnTo>
                <a:lnTo>
                  <a:pt x="3148295" y="2208740"/>
                </a:lnTo>
                <a:moveTo>
                  <a:pt x="2972049" y="2208740"/>
                </a:moveTo>
                <a:lnTo>
                  <a:pt x="2871337" y="2208740"/>
                </a:lnTo>
                <a:lnTo>
                  <a:pt x="2871337" y="2183562"/>
                </a:lnTo>
                <a:lnTo>
                  <a:pt x="2972049" y="2183562"/>
                </a:lnTo>
                <a:lnTo>
                  <a:pt x="2972049" y="2208740"/>
                </a:lnTo>
                <a:moveTo>
                  <a:pt x="2795803" y="2208740"/>
                </a:moveTo>
                <a:lnTo>
                  <a:pt x="2695091" y="2208740"/>
                </a:lnTo>
                <a:lnTo>
                  <a:pt x="2695091" y="2183562"/>
                </a:lnTo>
                <a:lnTo>
                  <a:pt x="2795803" y="2183562"/>
                </a:lnTo>
                <a:lnTo>
                  <a:pt x="2795803" y="2208740"/>
                </a:lnTo>
                <a:moveTo>
                  <a:pt x="2619557" y="2208740"/>
                </a:moveTo>
                <a:lnTo>
                  <a:pt x="2518845" y="2208740"/>
                </a:lnTo>
                <a:lnTo>
                  <a:pt x="2518845" y="2183562"/>
                </a:lnTo>
                <a:lnTo>
                  <a:pt x="2619557" y="2183562"/>
                </a:lnTo>
                <a:lnTo>
                  <a:pt x="2619557" y="2208740"/>
                </a:lnTo>
                <a:moveTo>
                  <a:pt x="2443311" y="2208740"/>
                </a:moveTo>
                <a:lnTo>
                  <a:pt x="2342599" y="2208740"/>
                </a:lnTo>
                <a:lnTo>
                  <a:pt x="2342599" y="2183562"/>
                </a:lnTo>
                <a:lnTo>
                  <a:pt x="2443311" y="2183562"/>
                </a:lnTo>
                <a:lnTo>
                  <a:pt x="2443311" y="2208740"/>
                </a:lnTo>
                <a:moveTo>
                  <a:pt x="2267065" y="2208740"/>
                </a:moveTo>
                <a:lnTo>
                  <a:pt x="2166353" y="2208740"/>
                </a:lnTo>
                <a:lnTo>
                  <a:pt x="2166353" y="2183562"/>
                </a:lnTo>
                <a:lnTo>
                  <a:pt x="2267065" y="2183562"/>
                </a:lnTo>
                <a:lnTo>
                  <a:pt x="2267065" y="2208740"/>
                </a:lnTo>
                <a:moveTo>
                  <a:pt x="2090819" y="2208740"/>
                </a:moveTo>
                <a:lnTo>
                  <a:pt x="1990107" y="2208740"/>
                </a:lnTo>
                <a:lnTo>
                  <a:pt x="1990107" y="2183562"/>
                </a:lnTo>
                <a:lnTo>
                  <a:pt x="2090819" y="2183562"/>
                </a:lnTo>
                <a:lnTo>
                  <a:pt x="2090819" y="2208740"/>
                </a:lnTo>
                <a:moveTo>
                  <a:pt x="1914573" y="2208740"/>
                </a:moveTo>
                <a:lnTo>
                  <a:pt x="1813861" y="2208740"/>
                </a:lnTo>
                <a:lnTo>
                  <a:pt x="1813861" y="2183562"/>
                </a:lnTo>
                <a:lnTo>
                  <a:pt x="1914573" y="2183562"/>
                </a:lnTo>
                <a:lnTo>
                  <a:pt x="1914573" y="2208740"/>
                </a:lnTo>
                <a:moveTo>
                  <a:pt x="1738327" y="2208740"/>
                </a:moveTo>
                <a:lnTo>
                  <a:pt x="1637615" y="2208740"/>
                </a:lnTo>
                <a:lnTo>
                  <a:pt x="1637615" y="2183562"/>
                </a:lnTo>
                <a:lnTo>
                  <a:pt x="1738327" y="2183562"/>
                </a:lnTo>
                <a:lnTo>
                  <a:pt x="1738327" y="2208740"/>
                </a:lnTo>
                <a:moveTo>
                  <a:pt x="1562081" y="2208740"/>
                </a:moveTo>
                <a:lnTo>
                  <a:pt x="1461369" y="2208740"/>
                </a:lnTo>
                <a:lnTo>
                  <a:pt x="1461369" y="2183562"/>
                </a:lnTo>
                <a:lnTo>
                  <a:pt x="1562081" y="2183562"/>
                </a:lnTo>
                <a:lnTo>
                  <a:pt x="1562081" y="2208740"/>
                </a:lnTo>
                <a:moveTo>
                  <a:pt x="1385835" y="2208740"/>
                </a:moveTo>
                <a:lnTo>
                  <a:pt x="1285123" y="2208740"/>
                </a:lnTo>
                <a:lnTo>
                  <a:pt x="1285123" y="2183562"/>
                </a:lnTo>
                <a:lnTo>
                  <a:pt x="1385835" y="2183562"/>
                </a:lnTo>
                <a:lnTo>
                  <a:pt x="1385835" y="2208740"/>
                </a:lnTo>
                <a:moveTo>
                  <a:pt x="1209589" y="2208740"/>
                </a:moveTo>
                <a:lnTo>
                  <a:pt x="1108877" y="2208740"/>
                </a:lnTo>
                <a:lnTo>
                  <a:pt x="1108877" y="2183562"/>
                </a:lnTo>
                <a:lnTo>
                  <a:pt x="1209589" y="2183562"/>
                </a:lnTo>
                <a:lnTo>
                  <a:pt x="1209589" y="2208740"/>
                </a:lnTo>
                <a:moveTo>
                  <a:pt x="1033343" y="2208740"/>
                </a:moveTo>
                <a:lnTo>
                  <a:pt x="932631" y="2208740"/>
                </a:lnTo>
                <a:lnTo>
                  <a:pt x="932631" y="2183562"/>
                </a:lnTo>
                <a:lnTo>
                  <a:pt x="1033343" y="2183562"/>
                </a:lnTo>
                <a:lnTo>
                  <a:pt x="1033343" y="2208740"/>
                </a:lnTo>
                <a:moveTo>
                  <a:pt x="857097" y="2208740"/>
                </a:moveTo>
                <a:lnTo>
                  <a:pt x="756385" y="2208740"/>
                </a:lnTo>
                <a:lnTo>
                  <a:pt x="756385" y="2183562"/>
                </a:lnTo>
                <a:lnTo>
                  <a:pt x="857097" y="2183562"/>
                </a:lnTo>
                <a:lnTo>
                  <a:pt x="857097" y="2208740"/>
                </a:lnTo>
                <a:moveTo>
                  <a:pt x="680851" y="2208740"/>
                </a:moveTo>
                <a:lnTo>
                  <a:pt x="580139" y="2208740"/>
                </a:lnTo>
                <a:lnTo>
                  <a:pt x="580139" y="2183562"/>
                </a:lnTo>
                <a:lnTo>
                  <a:pt x="680851" y="2183562"/>
                </a:lnTo>
                <a:lnTo>
                  <a:pt x="680851" y="2208740"/>
                </a:lnTo>
                <a:moveTo>
                  <a:pt x="504605" y="2208740"/>
                </a:moveTo>
                <a:lnTo>
                  <a:pt x="403893" y="2208740"/>
                </a:lnTo>
                <a:lnTo>
                  <a:pt x="403893" y="2183562"/>
                </a:lnTo>
                <a:lnTo>
                  <a:pt x="504605" y="2183562"/>
                </a:lnTo>
                <a:lnTo>
                  <a:pt x="504605" y="2208740"/>
                </a:lnTo>
                <a:moveTo>
                  <a:pt x="326760" y="2205467"/>
                </a:moveTo>
                <a:lnTo>
                  <a:pt x="319194" y="2204397"/>
                </a:lnTo>
                <a:lnTo>
                  <a:pt x="309891" y="2202861"/>
                </a:lnTo>
                <a:lnTo>
                  <a:pt x="300651" y="2201086"/>
                </a:lnTo>
                <a:lnTo>
                  <a:pt x="291498" y="2199097"/>
                </a:lnTo>
                <a:lnTo>
                  <a:pt x="282434" y="2196881"/>
                </a:lnTo>
                <a:lnTo>
                  <a:pt x="273458" y="2194452"/>
                </a:lnTo>
                <a:lnTo>
                  <a:pt x="264558" y="2191808"/>
                </a:lnTo>
                <a:lnTo>
                  <a:pt x="255758" y="2188951"/>
                </a:lnTo>
                <a:lnTo>
                  <a:pt x="247059" y="2185891"/>
                </a:lnTo>
                <a:lnTo>
                  <a:pt x="238461" y="2182618"/>
                </a:lnTo>
                <a:lnTo>
                  <a:pt x="229963" y="2179143"/>
                </a:lnTo>
                <a:lnTo>
                  <a:pt x="226715" y="2177734"/>
                </a:lnTo>
                <a:lnTo>
                  <a:pt x="236812" y="2154658"/>
                </a:lnTo>
                <a:lnTo>
                  <a:pt x="239909" y="2156017"/>
                </a:lnTo>
                <a:lnTo>
                  <a:pt x="239619" y="2155891"/>
                </a:lnTo>
                <a:lnTo>
                  <a:pt x="247840" y="2159253"/>
                </a:lnTo>
                <a:lnTo>
                  <a:pt x="247550" y="2159140"/>
                </a:lnTo>
                <a:lnTo>
                  <a:pt x="255859" y="2162299"/>
                </a:lnTo>
                <a:lnTo>
                  <a:pt x="255569" y="2162199"/>
                </a:lnTo>
                <a:lnTo>
                  <a:pt x="263979" y="2165157"/>
                </a:lnTo>
                <a:lnTo>
                  <a:pt x="263689" y="2165056"/>
                </a:lnTo>
                <a:lnTo>
                  <a:pt x="272187" y="2167814"/>
                </a:lnTo>
                <a:lnTo>
                  <a:pt x="271885" y="2167725"/>
                </a:lnTo>
                <a:lnTo>
                  <a:pt x="280483" y="2170281"/>
                </a:lnTo>
                <a:lnTo>
                  <a:pt x="280181" y="2170193"/>
                </a:lnTo>
                <a:lnTo>
                  <a:pt x="288855" y="2172547"/>
                </a:lnTo>
                <a:lnTo>
                  <a:pt x="288553" y="2172459"/>
                </a:lnTo>
                <a:lnTo>
                  <a:pt x="297314" y="2174599"/>
                </a:lnTo>
                <a:lnTo>
                  <a:pt x="297012" y="2174536"/>
                </a:lnTo>
                <a:lnTo>
                  <a:pt x="305850" y="2176462"/>
                </a:lnTo>
                <a:lnTo>
                  <a:pt x="305548" y="2176399"/>
                </a:lnTo>
                <a:lnTo>
                  <a:pt x="314473" y="2178099"/>
                </a:lnTo>
                <a:lnTo>
                  <a:pt x="314158" y="2178048"/>
                </a:lnTo>
                <a:lnTo>
                  <a:pt x="323160" y="2179534"/>
                </a:lnTo>
                <a:lnTo>
                  <a:pt x="322845" y="2179496"/>
                </a:lnTo>
                <a:lnTo>
                  <a:pt x="330247" y="2180528"/>
                </a:lnTo>
                <a:lnTo>
                  <a:pt x="326760" y="2205467"/>
                </a:lnTo>
                <a:moveTo>
                  <a:pt x="158911" y="2139513"/>
                </a:moveTo>
                <a:lnTo>
                  <a:pt x="158546" y="2139262"/>
                </a:lnTo>
                <a:lnTo>
                  <a:pt x="151232" y="2133936"/>
                </a:lnTo>
                <a:lnTo>
                  <a:pt x="144056" y="2128422"/>
                </a:lnTo>
                <a:lnTo>
                  <a:pt x="137019" y="2122758"/>
                </a:lnTo>
                <a:lnTo>
                  <a:pt x="130107" y="2116916"/>
                </a:lnTo>
                <a:lnTo>
                  <a:pt x="123360" y="2110924"/>
                </a:lnTo>
                <a:lnTo>
                  <a:pt x="116738" y="2104767"/>
                </a:lnTo>
                <a:lnTo>
                  <a:pt x="110280" y="2098461"/>
                </a:lnTo>
                <a:lnTo>
                  <a:pt x="103973" y="2092003"/>
                </a:lnTo>
                <a:lnTo>
                  <a:pt x="97817" y="2085381"/>
                </a:lnTo>
                <a:lnTo>
                  <a:pt x="91824" y="2078633"/>
                </a:lnTo>
                <a:lnTo>
                  <a:pt x="85983" y="2071722"/>
                </a:lnTo>
                <a:lnTo>
                  <a:pt x="83188" y="2068247"/>
                </a:lnTo>
                <a:lnTo>
                  <a:pt x="102789" y="2052460"/>
                </a:lnTo>
                <a:lnTo>
                  <a:pt x="105496" y="2055822"/>
                </a:lnTo>
                <a:lnTo>
                  <a:pt x="105307" y="2055582"/>
                </a:lnTo>
                <a:lnTo>
                  <a:pt x="110947" y="2062254"/>
                </a:lnTo>
                <a:lnTo>
                  <a:pt x="110745" y="2062028"/>
                </a:lnTo>
                <a:lnTo>
                  <a:pt x="116549" y="2068562"/>
                </a:lnTo>
                <a:lnTo>
                  <a:pt x="116348" y="2068335"/>
                </a:lnTo>
                <a:lnTo>
                  <a:pt x="122302" y="2074730"/>
                </a:lnTo>
                <a:lnTo>
                  <a:pt x="122088" y="2074516"/>
                </a:lnTo>
                <a:lnTo>
                  <a:pt x="128194" y="2080760"/>
                </a:lnTo>
                <a:lnTo>
                  <a:pt x="127980" y="2080546"/>
                </a:lnTo>
                <a:lnTo>
                  <a:pt x="134224" y="2086652"/>
                </a:lnTo>
                <a:lnTo>
                  <a:pt x="134010" y="2086438"/>
                </a:lnTo>
                <a:lnTo>
                  <a:pt x="140405" y="2092392"/>
                </a:lnTo>
                <a:lnTo>
                  <a:pt x="140179" y="2092191"/>
                </a:lnTo>
                <a:lnTo>
                  <a:pt x="146712" y="2097982"/>
                </a:lnTo>
                <a:lnTo>
                  <a:pt x="146486" y="2097793"/>
                </a:lnTo>
                <a:lnTo>
                  <a:pt x="153158" y="2103433"/>
                </a:lnTo>
                <a:lnTo>
                  <a:pt x="152919" y="2103244"/>
                </a:lnTo>
                <a:lnTo>
                  <a:pt x="159729" y="2108721"/>
                </a:lnTo>
                <a:lnTo>
                  <a:pt x="159490" y="2108544"/>
                </a:lnTo>
                <a:lnTo>
                  <a:pt x="166439" y="2113857"/>
                </a:lnTo>
                <a:lnTo>
                  <a:pt x="166200" y="2113681"/>
                </a:lnTo>
                <a:lnTo>
                  <a:pt x="173262" y="2118842"/>
                </a:lnTo>
                <a:lnTo>
                  <a:pt x="173023" y="2118666"/>
                </a:lnTo>
                <a:lnTo>
                  <a:pt x="173250" y="2118830"/>
                </a:lnTo>
                <a:lnTo>
                  <a:pt x="158911" y="2139513"/>
                </a:lnTo>
                <a:moveTo>
                  <a:pt x="40725" y="2002671"/>
                </a:moveTo>
                <a:lnTo>
                  <a:pt x="37138" y="1995457"/>
                </a:lnTo>
                <a:lnTo>
                  <a:pt x="33260" y="1987174"/>
                </a:lnTo>
                <a:lnTo>
                  <a:pt x="29597" y="1978777"/>
                </a:lnTo>
                <a:lnTo>
                  <a:pt x="26122" y="1970279"/>
                </a:lnTo>
                <a:lnTo>
                  <a:pt x="22849" y="1961681"/>
                </a:lnTo>
                <a:lnTo>
                  <a:pt x="19790" y="1952982"/>
                </a:lnTo>
                <a:lnTo>
                  <a:pt x="16932" y="1944182"/>
                </a:lnTo>
                <a:lnTo>
                  <a:pt x="14289" y="1935282"/>
                </a:lnTo>
                <a:lnTo>
                  <a:pt x="11859" y="1926306"/>
                </a:lnTo>
                <a:lnTo>
                  <a:pt x="9643" y="1917242"/>
                </a:lnTo>
                <a:lnTo>
                  <a:pt x="7654" y="1908090"/>
                </a:lnTo>
                <a:lnTo>
                  <a:pt x="6962" y="1904527"/>
                </a:lnTo>
                <a:lnTo>
                  <a:pt x="31699" y="1899781"/>
                </a:lnTo>
                <a:lnTo>
                  <a:pt x="32341" y="1903193"/>
                </a:lnTo>
                <a:lnTo>
                  <a:pt x="32278" y="1902890"/>
                </a:lnTo>
                <a:lnTo>
                  <a:pt x="34204" y="1911728"/>
                </a:lnTo>
                <a:lnTo>
                  <a:pt x="34141" y="1911426"/>
                </a:lnTo>
                <a:lnTo>
                  <a:pt x="36281" y="1920188"/>
                </a:lnTo>
                <a:lnTo>
                  <a:pt x="36193" y="1919886"/>
                </a:lnTo>
                <a:lnTo>
                  <a:pt x="38548" y="1928559"/>
                </a:lnTo>
                <a:lnTo>
                  <a:pt x="38459" y="1928258"/>
                </a:lnTo>
                <a:lnTo>
                  <a:pt x="41015" y="1936856"/>
                </a:lnTo>
                <a:lnTo>
                  <a:pt x="40927" y="1936553"/>
                </a:lnTo>
                <a:lnTo>
                  <a:pt x="43684" y="1945051"/>
                </a:lnTo>
                <a:lnTo>
                  <a:pt x="43583" y="1944762"/>
                </a:lnTo>
                <a:lnTo>
                  <a:pt x="46542" y="1953171"/>
                </a:lnTo>
                <a:lnTo>
                  <a:pt x="46441" y="1952882"/>
                </a:lnTo>
                <a:lnTo>
                  <a:pt x="49601" y="1961190"/>
                </a:lnTo>
                <a:lnTo>
                  <a:pt x="49487" y="1960900"/>
                </a:lnTo>
                <a:lnTo>
                  <a:pt x="52849" y="1969109"/>
                </a:lnTo>
                <a:lnTo>
                  <a:pt x="52723" y="1968832"/>
                </a:lnTo>
                <a:lnTo>
                  <a:pt x="56273" y="1976939"/>
                </a:lnTo>
                <a:lnTo>
                  <a:pt x="56147" y="1976662"/>
                </a:lnTo>
                <a:lnTo>
                  <a:pt x="59886" y="1984669"/>
                </a:lnTo>
                <a:lnTo>
                  <a:pt x="59747" y="1984392"/>
                </a:lnTo>
                <a:lnTo>
                  <a:pt x="63272" y="1991467"/>
                </a:lnTo>
                <a:lnTo>
                  <a:pt x="40725" y="20026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34B03EFE-5B44-44B0-8F6D-C667EA6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1438" y="1165748"/>
            <a:ext cx="69011" cy="1094677"/>
          </a:xfrm>
          <a:custGeom xmlns:a="http://schemas.openxmlformats.org/drawingml/2006/main">
            <a:pathLst>
              <a:path w="50356" h="798772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19" y="798772"/>
                </a:moveTo>
                <a:lnTo>
                  <a:pt x="34619" y="37767"/>
                </a:lnTo>
                <a:lnTo>
                  <a:pt x="15736" y="37767"/>
                </a:lnTo>
                <a:lnTo>
                  <a:pt x="15736" y="798772"/>
                </a:lnTo>
                <a:lnTo>
                  <a:pt x="34619" y="7987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85B56-7466-42E0-A15D-094CB7F6A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fd648b01d45eb"/>
          <a:stretch xmlns:a="http://schemas.openxmlformats.org/drawingml/2006/main"/>
        </p:blipFill>
        <p:spPr>
          <a:xfrm xmlns:a="http://schemas.openxmlformats.org/drawingml/2006/main">
            <a:off x="12506674" y="7293038"/>
            <a:ext cx="1574195" cy="639871"/>
          </a:xfrm>
          <a:prstGeom xmlns:a="http://schemas.openxmlformats.org/drawingml/2006/main" prst="rect">
            <a:avLst/>
          </a:prstGeom>
        </p:spPr>
      </p:pic>
      <p:sp>
        <p:nvSpPr>
          <p:cNvPr id="6" name="text-6 Linear">
            <a:extLst xmlns:a="http://schemas.openxmlformats.org/drawingml/2006/main">
              <a:ext uri="{FF2B5EF4-FFF2-40B4-BE49-F238E27FC236}">
                <a16:creationId xmlns:a16="http://schemas.microsoft.com/office/drawing/2014/main" id="{D22ECA8B-E80A-4158-B7D5-A4CDA8CE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0899" y="7372130"/>
            <a:ext cx="866713" cy="435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9DFAA-5A0E-4A6C-98F9-1F51871AF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48a27750048e7"/>
          <a:stretch xmlns:a="http://schemas.openxmlformats.org/drawingml/2006/main"/>
        </p:blipFill>
        <p:spPr>
          <a:xfrm xmlns:a="http://schemas.openxmlformats.org/drawingml/2006/main">
            <a:off x="10441205" y="6298394"/>
            <a:ext cx="605264" cy="627891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B1F53-C452-44DD-85D6-BA9FEE2F71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030eb1cbb494f"/>
          <a:stretch xmlns:a="http://schemas.openxmlformats.org/drawingml/2006/main"/>
        </p:blipFill>
        <p:spPr>
          <a:xfrm xmlns:a="http://schemas.openxmlformats.org/drawingml/2006/main">
            <a:off x="12980405" y="5717845"/>
            <a:ext cx="607759" cy="630479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0CD9D-AA2E-4AB2-B141-140E8B761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c14a8441c423c"/>
          <a:stretch xmlns:a="http://schemas.openxmlformats.org/drawingml/2006/main"/>
        </p:blipFill>
        <p:spPr>
          <a:xfrm xmlns:a="http://schemas.openxmlformats.org/drawingml/2006/main">
            <a:off x="9873066" y="5581028"/>
            <a:ext cx="1776051" cy="650464"/>
          </a:xfrm>
          <a:prstGeom xmlns:a="http://schemas.openxmlformats.org/drawingml/2006/main" prst="rect">
            <a:avLst/>
          </a:prstGeom>
        </p:spPr>
      </p:pic>
      <p:sp>
        <p:nvSpPr>
          <p:cNvPr id="10" name="text-10 SSM">
            <a:extLst xmlns:a="http://schemas.openxmlformats.org/drawingml/2006/main">
              <a:ext uri="{FF2B5EF4-FFF2-40B4-BE49-F238E27FC236}">
                <a16:creationId xmlns:a16="http://schemas.microsoft.com/office/drawing/2014/main" id="{87F163FE-AC71-415F-AE6C-72B00873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4948" y="5665808"/>
            <a:ext cx="694039" cy="434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SSM</a:t>
            </a:r>
          </a:p>
        </p:txBody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B5E4034C-06A9-4BE2-92D4-332828D2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138" y="7806271"/>
            <a:ext cx="2062547" cy="755663"/>
          </a:xfrm>
          <a:custGeom xmlns:a="http://schemas.openxmlformats.org/drawingml/2006/main">
            <a:pathLst>
              <a:path w="1505015" h="551398">
                <a:moveTo>
                  <a:pt x="1454659" y="75534"/>
                </a:moveTo>
                <a:lnTo>
                  <a:pt x="1479837" y="75534"/>
                </a:lnTo>
                <a:lnTo>
                  <a:pt x="1505015" y="75534"/>
                </a:lnTo>
                <a:lnTo>
                  <a:pt x="1479837" y="0"/>
                </a:lnTo>
                <a:lnTo>
                  <a:pt x="1454659" y="75534"/>
                </a:lnTo>
                <a:moveTo>
                  <a:pt x="0" y="551398"/>
                </a:moveTo>
                <a:lnTo>
                  <a:pt x="1489279" y="551398"/>
                </a:lnTo>
                <a:lnTo>
                  <a:pt x="1489279" y="37767"/>
                </a:lnTo>
                <a:lnTo>
                  <a:pt x="1470394" y="37767"/>
                </a:lnTo>
                <a:lnTo>
                  <a:pt x="1470394" y="541956"/>
                </a:lnTo>
                <a:lnTo>
                  <a:pt x="1479837" y="532515"/>
                </a:lnTo>
                <a:lnTo>
                  <a:pt x="0" y="532515"/>
                </a:lnTo>
                <a:lnTo>
                  <a:pt x="0" y="5513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346E9CE2-FD06-4EDF-AA8A-AF45B7DD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521" y="7481060"/>
            <a:ext cx="69011" cy="381283"/>
          </a:xfrm>
          <a:custGeom xmlns:a="http://schemas.openxmlformats.org/drawingml/2006/main">
            <a:pathLst>
              <a:path w="50356" h="278217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78217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78217"/>
                </a:lnTo>
                <a:lnTo>
                  <a:pt x="34620" y="2782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3B76FE04-728D-4BD4-A7D3-CB679FB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109" y="6796132"/>
            <a:ext cx="69011" cy="225147"/>
          </a:xfrm>
          <a:custGeom xmlns:a="http://schemas.openxmlformats.org/drawingml/2006/main">
            <a:pathLst>
              <a:path w="50356" h="164287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19" y="164287"/>
                </a:moveTo>
                <a:lnTo>
                  <a:pt x="34619" y="37767"/>
                </a:lnTo>
                <a:lnTo>
                  <a:pt x="15736" y="37767"/>
                </a:lnTo>
                <a:lnTo>
                  <a:pt x="15736" y="164287"/>
                </a:lnTo>
                <a:lnTo>
                  <a:pt x="34619" y="1642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8E6B819E-A9DA-4560-A553-840203D4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491" y="6112929"/>
            <a:ext cx="69011" cy="293414"/>
          </a:xfrm>
          <a:custGeom xmlns:a="http://schemas.openxmlformats.org/drawingml/2006/main">
            <a:pathLst>
              <a:path w="50356" h="214101">
                <a:moveTo>
                  <a:pt x="0" y="75307"/>
                </a:moveTo>
                <a:lnTo>
                  <a:pt x="25178" y="75534"/>
                </a:lnTo>
                <a:lnTo>
                  <a:pt x="50356" y="75748"/>
                </a:lnTo>
                <a:lnTo>
                  <a:pt x="25846" y="0"/>
                </a:lnTo>
                <a:lnTo>
                  <a:pt x="0" y="75307"/>
                </a:lnTo>
                <a:moveTo>
                  <a:pt x="33399" y="214101"/>
                </a:moveTo>
                <a:lnTo>
                  <a:pt x="34947" y="37842"/>
                </a:lnTo>
                <a:lnTo>
                  <a:pt x="16064" y="37679"/>
                </a:lnTo>
                <a:lnTo>
                  <a:pt x="14516" y="213925"/>
                </a:lnTo>
                <a:lnTo>
                  <a:pt x="33399" y="2141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E114F55F-4A28-4AC8-A54A-7700DDD1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288" y="4801335"/>
            <a:ext cx="260447" cy="260445"/>
          </a:xfrm>
          <a:custGeom xmlns:a="http://schemas.openxmlformats.org/drawingml/2006/main">
            <a:pathLst>
              <a:path w="190045" h="190043">
                <a:moveTo>
                  <a:pt x="13344" y="0"/>
                </a:moveTo>
                <a:lnTo>
                  <a:pt x="190045" y="176699"/>
                </a:lnTo>
                <a:lnTo>
                  <a:pt x="176701" y="190043"/>
                </a:lnTo>
                <a:lnTo>
                  <a:pt x="0" y="13344"/>
                </a:lnTo>
                <a:lnTo>
                  <a:pt x="13344" y="0"/>
                </a:lnTo>
                <a:moveTo>
                  <a:pt x="190045" y="13344"/>
                </a:moveTo>
                <a:lnTo>
                  <a:pt x="13344" y="190043"/>
                </a:lnTo>
                <a:lnTo>
                  <a:pt x="0" y="176699"/>
                </a:lnTo>
                <a:lnTo>
                  <a:pt x="176701" y="0"/>
                </a:lnTo>
                <a:lnTo>
                  <a:pt x="190045" y="13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18490E4F-4F86-4E15-9BAC-B9617CFC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340" y="4747387"/>
            <a:ext cx="368345" cy="368342"/>
          </a:xfrm>
          <a:custGeom xmlns:a="http://schemas.openxmlformats.org/drawingml/2006/main">
            <a:pathLst>
              <a:path w="268777" h="268775">
                <a:moveTo>
                  <a:pt x="178" y="127476"/>
                </a:moveTo>
                <a:lnTo>
                  <a:pt x="692" y="120653"/>
                </a:lnTo>
                <a:lnTo>
                  <a:pt x="1548" y="113931"/>
                </a:lnTo>
                <a:lnTo>
                  <a:pt x="2732" y="107308"/>
                </a:lnTo>
                <a:lnTo>
                  <a:pt x="4230" y="100812"/>
                </a:lnTo>
                <a:lnTo>
                  <a:pt x="6043" y="94430"/>
                </a:lnTo>
                <a:lnTo>
                  <a:pt x="8159" y="88186"/>
                </a:lnTo>
                <a:lnTo>
                  <a:pt x="10563" y="82080"/>
                </a:lnTo>
                <a:lnTo>
                  <a:pt x="13257" y="76113"/>
                </a:lnTo>
                <a:lnTo>
                  <a:pt x="16227" y="70322"/>
                </a:lnTo>
                <a:lnTo>
                  <a:pt x="19464" y="64695"/>
                </a:lnTo>
                <a:lnTo>
                  <a:pt x="22950" y="59244"/>
                </a:lnTo>
                <a:lnTo>
                  <a:pt x="26703" y="53969"/>
                </a:lnTo>
                <a:lnTo>
                  <a:pt x="30692" y="48896"/>
                </a:lnTo>
                <a:lnTo>
                  <a:pt x="34910" y="44024"/>
                </a:lnTo>
                <a:lnTo>
                  <a:pt x="39355" y="39353"/>
                </a:lnTo>
                <a:lnTo>
                  <a:pt x="44024" y="34909"/>
                </a:lnTo>
                <a:lnTo>
                  <a:pt x="48897" y="30692"/>
                </a:lnTo>
                <a:lnTo>
                  <a:pt x="53969" y="26701"/>
                </a:lnTo>
                <a:lnTo>
                  <a:pt x="59245" y="22950"/>
                </a:lnTo>
                <a:lnTo>
                  <a:pt x="64696" y="19463"/>
                </a:lnTo>
                <a:lnTo>
                  <a:pt x="70322" y="16227"/>
                </a:lnTo>
                <a:lnTo>
                  <a:pt x="76115" y="13256"/>
                </a:lnTo>
                <a:lnTo>
                  <a:pt x="82081" y="10562"/>
                </a:lnTo>
                <a:lnTo>
                  <a:pt x="88186" y="8158"/>
                </a:lnTo>
                <a:lnTo>
                  <a:pt x="94431" y="6043"/>
                </a:lnTo>
                <a:lnTo>
                  <a:pt x="100813" y="4229"/>
                </a:lnTo>
                <a:lnTo>
                  <a:pt x="107309" y="2732"/>
                </a:lnTo>
                <a:lnTo>
                  <a:pt x="113931" y="1548"/>
                </a:lnTo>
                <a:lnTo>
                  <a:pt x="120653" y="692"/>
                </a:lnTo>
                <a:lnTo>
                  <a:pt x="127477" y="176"/>
                </a:lnTo>
                <a:lnTo>
                  <a:pt x="134388" y="0"/>
                </a:lnTo>
                <a:lnTo>
                  <a:pt x="141299" y="176"/>
                </a:lnTo>
                <a:lnTo>
                  <a:pt x="148111" y="692"/>
                </a:lnTo>
                <a:lnTo>
                  <a:pt x="154844" y="1548"/>
                </a:lnTo>
                <a:lnTo>
                  <a:pt x="161468" y="2732"/>
                </a:lnTo>
                <a:lnTo>
                  <a:pt x="167963" y="4229"/>
                </a:lnTo>
                <a:lnTo>
                  <a:pt x="174345" y="6043"/>
                </a:lnTo>
                <a:lnTo>
                  <a:pt x="180590" y="8158"/>
                </a:lnTo>
                <a:lnTo>
                  <a:pt x="186695" y="10562"/>
                </a:lnTo>
                <a:lnTo>
                  <a:pt x="192664" y="13256"/>
                </a:lnTo>
                <a:lnTo>
                  <a:pt x="198454" y="16227"/>
                </a:lnTo>
                <a:lnTo>
                  <a:pt x="204080" y="19463"/>
                </a:lnTo>
                <a:lnTo>
                  <a:pt x="209532" y="22950"/>
                </a:lnTo>
                <a:lnTo>
                  <a:pt x="214806" y="26701"/>
                </a:lnTo>
                <a:lnTo>
                  <a:pt x="219880" y="30692"/>
                </a:lnTo>
                <a:lnTo>
                  <a:pt x="224753" y="34909"/>
                </a:lnTo>
                <a:lnTo>
                  <a:pt x="229411" y="39353"/>
                </a:lnTo>
                <a:lnTo>
                  <a:pt x="233867" y="44024"/>
                </a:lnTo>
                <a:lnTo>
                  <a:pt x="238083" y="48896"/>
                </a:lnTo>
                <a:lnTo>
                  <a:pt x="242075" y="53969"/>
                </a:lnTo>
                <a:lnTo>
                  <a:pt x="245826" y="59244"/>
                </a:lnTo>
                <a:lnTo>
                  <a:pt x="249313" y="64695"/>
                </a:lnTo>
                <a:lnTo>
                  <a:pt x="252549" y="70322"/>
                </a:lnTo>
                <a:lnTo>
                  <a:pt x="255519" y="76113"/>
                </a:lnTo>
                <a:lnTo>
                  <a:pt x="258214" y="82080"/>
                </a:lnTo>
                <a:lnTo>
                  <a:pt x="260618" y="88186"/>
                </a:lnTo>
                <a:lnTo>
                  <a:pt x="262734" y="94430"/>
                </a:lnTo>
                <a:lnTo>
                  <a:pt x="264546" y="100812"/>
                </a:lnTo>
                <a:lnTo>
                  <a:pt x="266044" y="107308"/>
                </a:lnTo>
                <a:lnTo>
                  <a:pt x="267227" y="113931"/>
                </a:lnTo>
                <a:lnTo>
                  <a:pt x="268082" y="120653"/>
                </a:lnTo>
                <a:lnTo>
                  <a:pt x="268599" y="127476"/>
                </a:lnTo>
                <a:lnTo>
                  <a:pt x="268777" y="134387"/>
                </a:lnTo>
                <a:lnTo>
                  <a:pt x="268599" y="141299"/>
                </a:lnTo>
                <a:lnTo>
                  <a:pt x="268082" y="148122"/>
                </a:lnTo>
                <a:lnTo>
                  <a:pt x="267227" y="154845"/>
                </a:lnTo>
                <a:lnTo>
                  <a:pt x="266044" y="161467"/>
                </a:lnTo>
                <a:lnTo>
                  <a:pt x="264546" y="167962"/>
                </a:lnTo>
                <a:lnTo>
                  <a:pt x="262734" y="174345"/>
                </a:lnTo>
                <a:lnTo>
                  <a:pt x="260618" y="180589"/>
                </a:lnTo>
                <a:lnTo>
                  <a:pt x="258214" y="186695"/>
                </a:lnTo>
                <a:lnTo>
                  <a:pt x="255519" y="192662"/>
                </a:lnTo>
                <a:lnTo>
                  <a:pt x="252549" y="198453"/>
                </a:lnTo>
                <a:lnTo>
                  <a:pt x="249313" y="204080"/>
                </a:lnTo>
                <a:lnTo>
                  <a:pt x="245826" y="209531"/>
                </a:lnTo>
                <a:lnTo>
                  <a:pt x="242075" y="214806"/>
                </a:lnTo>
                <a:lnTo>
                  <a:pt x="238083" y="219879"/>
                </a:lnTo>
                <a:lnTo>
                  <a:pt x="233867" y="224752"/>
                </a:lnTo>
                <a:lnTo>
                  <a:pt x="229411" y="229422"/>
                </a:lnTo>
                <a:lnTo>
                  <a:pt x="224753" y="233866"/>
                </a:lnTo>
                <a:lnTo>
                  <a:pt x="219880" y="238083"/>
                </a:lnTo>
                <a:lnTo>
                  <a:pt x="214806" y="242074"/>
                </a:lnTo>
                <a:lnTo>
                  <a:pt x="209532" y="245825"/>
                </a:lnTo>
                <a:lnTo>
                  <a:pt x="204080" y="249312"/>
                </a:lnTo>
                <a:lnTo>
                  <a:pt x="198454" y="252547"/>
                </a:lnTo>
                <a:lnTo>
                  <a:pt x="192664" y="255519"/>
                </a:lnTo>
                <a:lnTo>
                  <a:pt x="186695" y="258213"/>
                </a:lnTo>
                <a:lnTo>
                  <a:pt x="180590" y="260618"/>
                </a:lnTo>
                <a:lnTo>
                  <a:pt x="174345" y="262733"/>
                </a:lnTo>
                <a:lnTo>
                  <a:pt x="167963" y="264545"/>
                </a:lnTo>
                <a:lnTo>
                  <a:pt x="161468" y="266044"/>
                </a:lnTo>
                <a:lnTo>
                  <a:pt x="154844" y="267227"/>
                </a:lnTo>
                <a:lnTo>
                  <a:pt x="148111" y="268082"/>
                </a:lnTo>
                <a:lnTo>
                  <a:pt x="141299" y="268599"/>
                </a:lnTo>
                <a:lnTo>
                  <a:pt x="134388" y="268775"/>
                </a:lnTo>
                <a:lnTo>
                  <a:pt x="127477" y="268599"/>
                </a:lnTo>
                <a:lnTo>
                  <a:pt x="120653" y="268082"/>
                </a:lnTo>
                <a:lnTo>
                  <a:pt x="113931" y="267227"/>
                </a:lnTo>
                <a:lnTo>
                  <a:pt x="107309" y="266044"/>
                </a:lnTo>
                <a:lnTo>
                  <a:pt x="100813" y="264545"/>
                </a:lnTo>
                <a:lnTo>
                  <a:pt x="94431" y="262733"/>
                </a:lnTo>
                <a:lnTo>
                  <a:pt x="88186" y="260618"/>
                </a:lnTo>
                <a:lnTo>
                  <a:pt x="82081" y="258213"/>
                </a:lnTo>
                <a:lnTo>
                  <a:pt x="76115" y="255519"/>
                </a:lnTo>
                <a:lnTo>
                  <a:pt x="70322" y="252547"/>
                </a:lnTo>
                <a:lnTo>
                  <a:pt x="64696" y="249312"/>
                </a:lnTo>
                <a:lnTo>
                  <a:pt x="59245" y="245825"/>
                </a:lnTo>
                <a:lnTo>
                  <a:pt x="53969" y="242074"/>
                </a:lnTo>
                <a:lnTo>
                  <a:pt x="48897" y="238083"/>
                </a:lnTo>
                <a:lnTo>
                  <a:pt x="44024" y="233866"/>
                </a:lnTo>
                <a:lnTo>
                  <a:pt x="39355" y="229422"/>
                </a:lnTo>
                <a:lnTo>
                  <a:pt x="34910" y="224752"/>
                </a:lnTo>
                <a:lnTo>
                  <a:pt x="30692" y="219879"/>
                </a:lnTo>
                <a:lnTo>
                  <a:pt x="26703" y="214806"/>
                </a:lnTo>
                <a:lnTo>
                  <a:pt x="22950" y="209531"/>
                </a:lnTo>
                <a:lnTo>
                  <a:pt x="19464" y="204080"/>
                </a:lnTo>
                <a:lnTo>
                  <a:pt x="16227" y="198453"/>
                </a:lnTo>
                <a:lnTo>
                  <a:pt x="13257" y="192662"/>
                </a:lnTo>
                <a:lnTo>
                  <a:pt x="10563" y="186695"/>
                </a:lnTo>
                <a:lnTo>
                  <a:pt x="8159" y="180589"/>
                </a:lnTo>
                <a:lnTo>
                  <a:pt x="6043" y="174345"/>
                </a:lnTo>
                <a:lnTo>
                  <a:pt x="4230" y="167962"/>
                </a:lnTo>
                <a:lnTo>
                  <a:pt x="2732" y="161467"/>
                </a:lnTo>
                <a:lnTo>
                  <a:pt x="1548" y="154845"/>
                </a:lnTo>
                <a:lnTo>
                  <a:pt x="692" y="148122"/>
                </a:lnTo>
                <a:lnTo>
                  <a:pt x="178" y="141299"/>
                </a:lnTo>
                <a:lnTo>
                  <a:pt x="0" y="134387"/>
                </a:lnTo>
                <a:lnTo>
                  <a:pt x="178" y="127476"/>
                </a:lnTo>
                <a:moveTo>
                  <a:pt x="18885" y="134627"/>
                </a:moveTo>
                <a:lnTo>
                  <a:pt x="18885" y="134148"/>
                </a:lnTo>
                <a:lnTo>
                  <a:pt x="19048" y="140581"/>
                </a:lnTo>
                <a:lnTo>
                  <a:pt x="19022" y="140103"/>
                </a:lnTo>
                <a:lnTo>
                  <a:pt x="19501" y="146447"/>
                </a:lnTo>
                <a:lnTo>
                  <a:pt x="19451" y="145969"/>
                </a:lnTo>
                <a:lnTo>
                  <a:pt x="20245" y="152226"/>
                </a:lnTo>
                <a:lnTo>
                  <a:pt x="20181" y="151760"/>
                </a:lnTo>
                <a:lnTo>
                  <a:pt x="21276" y="157904"/>
                </a:lnTo>
                <a:lnTo>
                  <a:pt x="21175" y="157451"/>
                </a:lnTo>
                <a:lnTo>
                  <a:pt x="22574" y="163493"/>
                </a:lnTo>
                <a:lnTo>
                  <a:pt x="22458" y="163040"/>
                </a:lnTo>
                <a:lnTo>
                  <a:pt x="24147" y="168970"/>
                </a:lnTo>
                <a:lnTo>
                  <a:pt x="24008" y="168516"/>
                </a:lnTo>
                <a:lnTo>
                  <a:pt x="25972" y="174320"/>
                </a:lnTo>
                <a:lnTo>
                  <a:pt x="25808" y="173879"/>
                </a:lnTo>
                <a:lnTo>
                  <a:pt x="28049" y="179557"/>
                </a:lnTo>
                <a:lnTo>
                  <a:pt x="27860" y="179129"/>
                </a:lnTo>
                <a:lnTo>
                  <a:pt x="30365" y="184668"/>
                </a:lnTo>
                <a:lnTo>
                  <a:pt x="30163" y="184253"/>
                </a:lnTo>
                <a:lnTo>
                  <a:pt x="32920" y="189640"/>
                </a:lnTo>
                <a:lnTo>
                  <a:pt x="32707" y="189237"/>
                </a:lnTo>
                <a:lnTo>
                  <a:pt x="35716" y="194475"/>
                </a:lnTo>
                <a:lnTo>
                  <a:pt x="35476" y="194085"/>
                </a:lnTo>
                <a:lnTo>
                  <a:pt x="38725" y="199145"/>
                </a:lnTo>
                <a:lnTo>
                  <a:pt x="38473" y="198780"/>
                </a:lnTo>
                <a:lnTo>
                  <a:pt x="41959" y="203677"/>
                </a:lnTo>
                <a:lnTo>
                  <a:pt x="41682" y="203312"/>
                </a:lnTo>
                <a:lnTo>
                  <a:pt x="45396" y="208033"/>
                </a:lnTo>
                <a:lnTo>
                  <a:pt x="45107" y="207680"/>
                </a:lnTo>
                <a:lnTo>
                  <a:pt x="49035" y="212212"/>
                </a:lnTo>
                <a:lnTo>
                  <a:pt x="48734" y="211885"/>
                </a:lnTo>
                <a:lnTo>
                  <a:pt x="52875" y="216216"/>
                </a:lnTo>
                <a:lnTo>
                  <a:pt x="52547" y="215901"/>
                </a:lnTo>
                <a:lnTo>
                  <a:pt x="56891" y="220043"/>
                </a:lnTo>
                <a:lnTo>
                  <a:pt x="56564" y="219741"/>
                </a:lnTo>
                <a:lnTo>
                  <a:pt x="61094" y="223668"/>
                </a:lnTo>
                <a:lnTo>
                  <a:pt x="60743" y="223379"/>
                </a:lnTo>
                <a:lnTo>
                  <a:pt x="65463" y="227092"/>
                </a:lnTo>
                <a:lnTo>
                  <a:pt x="65099" y="226815"/>
                </a:lnTo>
                <a:lnTo>
                  <a:pt x="69995" y="230303"/>
                </a:lnTo>
                <a:lnTo>
                  <a:pt x="69630" y="230051"/>
                </a:lnTo>
                <a:lnTo>
                  <a:pt x="74691" y="233299"/>
                </a:lnTo>
                <a:lnTo>
                  <a:pt x="74302" y="233060"/>
                </a:lnTo>
                <a:lnTo>
                  <a:pt x="79537" y="236069"/>
                </a:lnTo>
                <a:lnTo>
                  <a:pt x="79134" y="235855"/>
                </a:lnTo>
                <a:lnTo>
                  <a:pt x="84522" y="238612"/>
                </a:lnTo>
                <a:lnTo>
                  <a:pt x="84108" y="238410"/>
                </a:lnTo>
                <a:lnTo>
                  <a:pt x="89647" y="240916"/>
                </a:lnTo>
                <a:lnTo>
                  <a:pt x="89219" y="240727"/>
                </a:lnTo>
                <a:lnTo>
                  <a:pt x="94897" y="242967"/>
                </a:lnTo>
                <a:lnTo>
                  <a:pt x="94456" y="242804"/>
                </a:lnTo>
                <a:lnTo>
                  <a:pt x="100260" y="244768"/>
                </a:lnTo>
                <a:lnTo>
                  <a:pt x="99807" y="244629"/>
                </a:lnTo>
                <a:lnTo>
                  <a:pt x="105736" y="246316"/>
                </a:lnTo>
                <a:lnTo>
                  <a:pt x="105283" y="246203"/>
                </a:lnTo>
                <a:lnTo>
                  <a:pt x="111325" y="247600"/>
                </a:lnTo>
                <a:lnTo>
                  <a:pt x="110872" y="247500"/>
                </a:lnTo>
                <a:lnTo>
                  <a:pt x="117016" y="248595"/>
                </a:lnTo>
                <a:lnTo>
                  <a:pt x="116549" y="248532"/>
                </a:lnTo>
                <a:lnTo>
                  <a:pt x="122807" y="249325"/>
                </a:lnTo>
                <a:lnTo>
                  <a:pt x="122329" y="249275"/>
                </a:lnTo>
                <a:lnTo>
                  <a:pt x="128672" y="249753"/>
                </a:lnTo>
                <a:lnTo>
                  <a:pt x="128194" y="249728"/>
                </a:lnTo>
                <a:lnTo>
                  <a:pt x="134628" y="249892"/>
                </a:lnTo>
                <a:lnTo>
                  <a:pt x="134149" y="249892"/>
                </a:lnTo>
                <a:lnTo>
                  <a:pt x="140582" y="249728"/>
                </a:lnTo>
                <a:lnTo>
                  <a:pt x="140104" y="249753"/>
                </a:lnTo>
                <a:lnTo>
                  <a:pt x="146449" y="249275"/>
                </a:lnTo>
                <a:lnTo>
                  <a:pt x="145970" y="249325"/>
                </a:lnTo>
                <a:lnTo>
                  <a:pt x="152228" y="248532"/>
                </a:lnTo>
                <a:lnTo>
                  <a:pt x="151761" y="248595"/>
                </a:lnTo>
                <a:lnTo>
                  <a:pt x="157905" y="247500"/>
                </a:lnTo>
                <a:lnTo>
                  <a:pt x="157452" y="247600"/>
                </a:lnTo>
                <a:lnTo>
                  <a:pt x="163493" y="246203"/>
                </a:lnTo>
                <a:lnTo>
                  <a:pt x="163040" y="246316"/>
                </a:lnTo>
                <a:lnTo>
                  <a:pt x="168957" y="244629"/>
                </a:lnTo>
                <a:lnTo>
                  <a:pt x="168517" y="244768"/>
                </a:lnTo>
                <a:lnTo>
                  <a:pt x="174320" y="242804"/>
                </a:lnTo>
                <a:lnTo>
                  <a:pt x="173880" y="242967"/>
                </a:lnTo>
                <a:lnTo>
                  <a:pt x="179557" y="240727"/>
                </a:lnTo>
                <a:lnTo>
                  <a:pt x="179129" y="240916"/>
                </a:lnTo>
                <a:lnTo>
                  <a:pt x="184668" y="238410"/>
                </a:lnTo>
                <a:lnTo>
                  <a:pt x="184253" y="238612"/>
                </a:lnTo>
                <a:lnTo>
                  <a:pt x="189642" y="235855"/>
                </a:lnTo>
                <a:lnTo>
                  <a:pt x="189237" y="236069"/>
                </a:lnTo>
                <a:lnTo>
                  <a:pt x="194476" y="233060"/>
                </a:lnTo>
                <a:lnTo>
                  <a:pt x="194086" y="233299"/>
                </a:lnTo>
                <a:lnTo>
                  <a:pt x="199147" y="230051"/>
                </a:lnTo>
                <a:lnTo>
                  <a:pt x="198769" y="230303"/>
                </a:lnTo>
                <a:lnTo>
                  <a:pt x="203679" y="226815"/>
                </a:lnTo>
                <a:lnTo>
                  <a:pt x="203313" y="227092"/>
                </a:lnTo>
                <a:lnTo>
                  <a:pt x="208034" y="223379"/>
                </a:lnTo>
                <a:lnTo>
                  <a:pt x="207682" y="223668"/>
                </a:lnTo>
                <a:lnTo>
                  <a:pt x="212212" y="219741"/>
                </a:lnTo>
                <a:lnTo>
                  <a:pt x="211886" y="220043"/>
                </a:lnTo>
                <a:lnTo>
                  <a:pt x="216216" y="215901"/>
                </a:lnTo>
                <a:lnTo>
                  <a:pt x="215901" y="216216"/>
                </a:lnTo>
                <a:lnTo>
                  <a:pt x="220043" y="211885"/>
                </a:lnTo>
                <a:lnTo>
                  <a:pt x="219741" y="212212"/>
                </a:lnTo>
                <a:lnTo>
                  <a:pt x="223670" y="207680"/>
                </a:lnTo>
                <a:lnTo>
                  <a:pt x="223380" y="208033"/>
                </a:lnTo>
                <a:lnTo>
                  <a:pt x="227094" y="203312"/>
                </a:lnTo>
                <a:lnTo>
                  <a:pt x="226817" y="203677"/>
                </a:lnTo>
                <a:lnTo>
                  <a:pt x="230304" y="198780"/>
                </a:lnTo>
                <a:lnTo>
                  <a:pt x="230052" y="199145"/>
                </a:lnTo>
                <a:lnTo>
                  <a:pt x="233300" y="194085"/>
                </a:lnTo>
                <a:lnTo>
                  <a:pt x="233061" y="194475"/>
                </a:lnTo>
                <a:lnTo>
                  <a:pt x="236070" y="189237"/>
                </a:lnTo>
                <a:lnTo>
                  <a:pt x="235855" y="189640"/>
                </a:lnTo>
                <a:lnTo>
                  <a:pt x="238614" y="184253"/>
                </a:lnTo>
                <a:lnTo>
                  <a:pt x="238411" y="184668"/>
                </a:lnTo>
                <a:lnTo>
                  <a:pt x="240916" y="179129"/>
                </a:lnTo>
                <a:lnTo>
                  <a:pt x="240728" y="179557"/>
                </a:lnTo>
                <a:lnTo>
                  <a:pt x="242968" y="173879"/>
                </a:lnTo>
                <a:lnTo>
                  <a:pt x="242805" y="174320"/>
                </a:lnTo>
                <a:lnTo>
                  <a:pt x="244768" y="168516"/>
                </a:lnTo>
                <a:lnTo>
                  <a:pt x="244630" y="168970"/>
                </a:lnTo>
                <a:lnTo>
                  <a:pt x="246318" y="163040"/>
                </a:lnTo>
                <a:lnTo>
                  <a:pt x="246205" y="163493"/>
                </a:lnTo>
                <a:lnTo>
                  <a:pt x="247602" y="157451"/>
                </a:lnTo>
                <a:lnTo>
                  <a:pt x="247500" y="157904"/>
                </a:lnTo>
                <a:lnTo>
                  <a:pt x="248596" y="151760"/>
                </a:lnTo>
                <a:lnTo>
                  <a:pt x="248532" y="152226"/>
                </a:lnTo>
                <a:lnTo>
                  <a:pt x="249325" y="145969"/>
                </a:lnTo>
                <a:lnTo>
                  <a:pt x="249276" y="146447"/>
                </a:lnTo>
                <a:lnTo>
                  <a:pt x="249753" y="140103"/>
                </a:lnTo>
                <a:lnTo>
                  <a:pt x="249728" y="140581"/>
                </a:lnTo>
                <a:lnTo>
                  <a:pt x="249893" y="134148"/>
                </a:lnTo>
                <a:lnTo>
                  <a:pt x="249893" y="134627"/>
                </a:lnTo>
                <a:lnTo>
                  <a:pt x="249728" y="128194"/>
                </a:lnTo>
                <a:lnTo>
                  <a:pt x="249753" y="128672"/>
                </a:lnTo>
                <a:lnTo>
                  <a:pt x="249276" y="122327"/>
                </a:lnTo>
                <a:lnTo>
                  <a:pt x="249325" y="122806"/>
                </a:lnTo>
                <a:lnTo>
                  <a:pt x="248532" y="116549"/>
                </a:lnTo>
                <a:lnTo>
                  <a:pt x="248596" y="117015"/>
                </a:lnTo>
                <a:lnTo>
                  <a:pt x="247500" y="110871"/>
                </a:lnTo>
                <a:lnTo>
                  <a:pt x="247602" y="111325"/>
                </a:lnTo>
                <a:lnTo>
                  <a:pt x="246205" y="105282"/>
                </a:lnTo>
                <a:lnTo>
                  <a:pt x="246318" y="105735"/>
                </a:lnTo>
                <a:lnTo>
                  <a:pt x="244630" y="99806"/>
                </a:lnTo>
                <a:lnTo>
                  <a:pt x="244768" y="100259"/>
                </a:lnTo>
                <a:lnTo>
                  <a:pt x="242805" y="94455"/>
                </a:lnTo>
                <a:lnTo>
                  <a:pt x="242968" y="94896"/>
                </a:lnTo>
                <a:lnTo>
                  <a:pt x="240728" y="89218"/>
                </a:lnTo>
                <a:lnTo>
                  <a:pt x="240916" y="89646"/>
                </a:lnTo>
                <a:lnTo>
                  <a:pt x="238411" y="84107"/>
                </a:lnTo>
                <a:lnTo>
                  <a:pt x="238614" y="84523"/>
                </a:lnTo>
                <a:lnTo>
                  <a:pt x="235855" y="79134"/>
                </a:lnTo>
                <a:lnTo>
                  <a:pt x="236070" y="79537"/>
                </a:lnTo>
                <a:lnTo>
                  <a:pt x="233061" y="74300"/>
                </a:lnTo>
                <a:lnTo>
                  <a:pt x="233300" y="74690"/>
                </a:lnTo>
                <a:lnTo>
                  <a:pt x="230052" y="69630"/>
                </a:lnTo>
                <a:lnTo>
                  <a:pt x="230304" y="69995"/>
                </a:lnTo>
                <a:lnTo>
                  <a:pt x="226817" y="65098"/>
                </a:lnTo>
                <a:lnTo>
                  <a:pt x="227094" y="65462"/>
                </a:lnTo>
                <a:lnTo>
                  <a:pt x="223380" y="60742"/>
                </a:lnTo>
                <a:lnTo>
                  <a:pt x="223670" y="61094"/>
                </a:lnTo>
                <a:lnTo>
                  <a:pt x="219741" y="56562"/>
                </a:lnTo>
                <a:lnTo>
                  <a:pt x="220043" y="56890"/>
                </a:lnTo>
                <a:lnTo>
                  <a:pt x="215901" y="52559"/>
                </a:lnTo>
                <a:lnTo>
                  <a:pt x="216216" y="52873"/>
                </a:lnTo>
                <a:lnTo>
                  <a:pt x="211886" y="48732"/>
                </a:lnTo>
                <a:lnTo>
                  <a:pt x="212212" y="49034"/>
                </a:lnTo>
                <a:lnTo>
                  <a:pt x="207682" y="45106"/>
                </a:lnTo>
                <a:lnTo>
                  <a:pt x="208034" y="45396"/>
                </a:lnTo>
                <a:lnTo>
                  <a:pt x="203313" y="41682"/>
                </a:lnTo>
                <a:lnTo>
                  <a:pt x="203679" y="41959"/>
                </a:lnTo>
                <a:lnTo>
                  <a:pt x="198769" y="38472"/>
                </a:lnTo>
                <a:lnTo>
                  <a:pt x="199147" y="38724"/>
                </a:lnTo>
                <a:lnTo>
                  <a:pt x="194086" y="35476"/>
                </a:lnTo>
                <a:lnTo>
                  <a:pt x="194476" y="35715"/>
                </a:lnTo>
                <a:lnTo>
                  <a:pt x="189237" y="32706"/>
                </a:lnTo>
                <a:lnTo>
                  <a:pt x="189642" y="32920"/>
                </a:lnTo>
                <a:lnTo>
                  <a:pt x="184253" y="30163"/>
                </a:lnTo>
                <a:lnTo>
                  <a:pt x="184668" y="30364"/>
                </a:lnTo>
                <a:lnTo>
                  <a:pt x="179129" y="27860"/>
                </a:lnTo>
                <a:lnTo>
                  <a:pt x="179557" y="28048"/>
                </a:lnTo>
                <a:lnTo>
                  <a:pt x="173880" y="25807"/>
                </a:lnTo>
                <a:lnTo>
                  <a:pt x="174320" y="25971"/>
                </a:lnTo>
                <a:lnTo>
                  <a:pt x="168517" y="24007"/>
                </a:lnTo>
                <a:lnTo>
                  <a:pt x="168957" y="24146"/>
                </a:lnTo>
                <a:lnTo>
                  <a:pt x="163040" y="22458"/>
                </a:lnTo>
                <a:lnTo>
                  <a:pt x="163493" y="22572"/>
                </a:lnTo>
                <a:lnTo>
                  <a:pt x="157452" y="21174"/>
                </a:lnTo>
                <a:lnTo>
                  <a:pt x="157905" y="21275"/>
                </a:lnTo>
                <a:lnTo>
                  <a:pt x="151761" y="20180"/>
                </a:lnTo>
                <a:lnTo>
                  <a:pt x="152228" y="20243"/>
                </a:lnTo>
                <a:lnTo>
                  <a:pt x="145970" y="19450"/>
                </a:lnTo>
                <a:lnTo>
                  <a:pt x="146449" y="19500"/>
                </a:lnTo>
                <a:lnTo>
                  <a:pt x="140104" y="19022"/>
                </a:lnTo>
                <a:lnTo>
                  <a:pt x="140582" y="19047"/>
                </a:lnTo>
                <a:lnTo>
                  <a:pt x="134149" y="18883"/>
                </a:lnTo>
                <a:lnTo>
                  <a:pt x="134628" y="18883"/>
                </a:lnTo>
                <a:lnTo>
                  <a:pt x="128194" y="19047"/>
                </a:lnTo>
                <a:lnTo>
                  <a:pt x="128672" y="19022"/>
                </a:lnTo>
                <a:lnTo>
                  <a:pt x="122329" y="19500"/>
                </a:lnTo>
                <a:lnTo>
                  <a:pt x="122807" y="19450"/>
                </a:lnTo>
                <a:lnTo>
                  <a:pt x="116549" y="20243"/>
                </a:lnTo>
                <a:lnTo>
                  <a:pt x="117016" y="20180"/>
                </a:lnTo>
                <a:lnTo>
                  <a:pt x="110872" y="21275"/>
                </a:lnTo>
                <a:lnTo>
                  <a:pt x="111325" y="21174"/>
                </a:lnTo>
                <a:lnTo>
                  <a:pt x="105283" y="22572"/>
                </a:lnTo>
                <a:lnTo>
                  <a:pt x="105736" y="22458"/>
                </a:lnTo>
                <a:lnTo>
                  <a:pt x="99807" y="24146"/>
                </a:lnTo>
                <a:lnTo>
                  <a:pt x="100260" y="24007"/>
                </a:lnTo>
                <a:lnTo>
                  <a:pt x="94456" y="25971"/>
                </a:lnTo>
                <a:lnTo>
                  <a:pt x="94897" y="25807"/>
                </a:lnTo>
                <a:lnTo>
                  <a:pt x="89219" y="28048"/>
                </a:lnTo>
                <a:lnTo>
                  <a:pt x="89647" y="27860"/>
                </a:lnTo>
                <a:lnTo>
                  <a:pt x="84108" y="30364"/>
                </a:lnTo>
                <a:lnTo>
                  <a:pt x="84522" y="30163"/>
                </a:lnTo>
                <a:lnTo>
                  <a:pt x="79134" y="32920"/>
                </a:lnTo>
                <a:lnTo>
                  <a:pt x="79537" y="32706"/>
                </a:lnTo>
                <a:lnTo>
                  <a:pt x="74302" y="35715"/>
                </a:lnTo>
                <a:lnTo>
                  <a:pt x="74691" y="35476"/>
                </a:lnTo>
                <a:lnTo>
                  <a:pt x="69630" y="38724"/>
                </a:lnTo>
                <a:lnTo>
                  <a:pt x="69995" y="38472"/>
                </a:lnTo>
                <a:lnTo>
                  <a:pt x="65099" y="41959"/>
                </a:lnTo>
                <a:lnTo>
                  <a:pt x="65463" y="41682"/>
                </a:lnTo>
                <a:lnTo>
                  <a:pt x="60743" y="45396"/>
                </a:lnTo>
                <a:lnTo>
                  <a:pt x="61094" y="45106"/>
                </a:lnTo>
                <a:lnTo>
                  <a:pt x="56564" y="49034"/>
                </a:lnTo>
                <a:lnTo>
                  <a:pt x="56891" y="48732"/>
                </a:lnTo>
                <a:lnTo>
                  <a:pt x="52547" y="52873"/>
                </a:lnTo>
                <a:lnTo>
                  <a:pt x="52875" y="52559"/>
                </a:lnTo>
                <a:lnTo>
                  <a:pt x="48734" y="56890"/>
                </a:lnTo>
                <a:lnTo>
                  <a:pt x="49035" y="56562"/>
                </a:lnTo>
                <a:lnTo>
                  <a:pt x="45107" y="61094"/>
                </a:lnTo>
                <a:lnTo>
                  <a:pt x="45396" y="60742"/>
                </a:lnTo>
                <a:lnTo>
                  <a:pt x="41682" y="65462"/>
                </a:lnTo>
                <a:lnTo>
                  <a:pt x="41959" y="65098"/>
                </a:lnTo>
                <a:lnTo>
                  <a:pt x="38473" y="69995"/>
                </a:lnTo>
                <a:lnTo>
                  <a:pt x="38725" y="69630"/>
                </a:lnTo>
                <a:lnTo>
                  <a:pt x="35476" y="74690"/>
                </a:lnTo>
                <a:lnTo>
                  <a:pt x="35716" y="74300"/>
                </a:lnTo>
                <a:lnTo>
                  <a:pt x="32707" y="79537"/>
                </a:lnTo>
                <a:lnTo>
                  <a:pt x="32920" y="79134"/>
                </a:lnTo>
                <a:lnTo>
                  <a:pt x="30163" y="84523"/>
                </a:lnTo>
                <a:lnTo>
                  <a:pt x="30365" y="84107"/>
                </a:lnTo>
                <a:lnTo>
                  <a:pt x="27860" y="89646"/>
                </a:lnTo>
                <a:lnTo>
                  <a:pt x="28049" y="89218"/>
                </a:lnTo>
                <a:lnTo>
                  <a:pt x="25808" y="94896"/>
                </a:lnTo>
                <a:lnTo>
                  <a:pt x="25972" y="94455"/>
                </a:lnTo>
                <a:lnTo>
                  <a:pt x="24008" y="100259"/>
                </a:lnTo>
                <a:lnTo>
                  <a:pt x="24147" y="99806"/>
                </a:lnTo>
                <a:lnTo>
                  <a:pt x="22458" y="105735"/>
                </a:lnTo>
                <a:lnTo>
                  <a:pt x="22574" y="105282"/>
                </a:lnTo>
                <a:lnTo>
                  <a:pt x="21175" y="111325"/>
                </a:lnTo>
                <a:lnTo>
                  <a:pt x="21276" y="110871"/>
                </a:lnTo>
                <a:lnTo>
                  <a:pt x="20181" y="117015"/>
                </a:lnTo>
                <a:lnTo>
                  <a:pt x="20245" y="116549"/>
                </a:lnTo>
                <a:lnTo>
                  <a:pt x="19451" y="122806"/>
                </a:lnTo>
                <a:lnTo>
                  <a:pt x="19501" y="122327"/>
                </a:lnTo>
                <a:lnTo>
                  <a:pt x="19022" y="128672"/>
                </a:lnTo>
                <a:lnTo>
                  <a:pt x="19048" y="128194"/>
                </a:lnTo>
                <a:lnTo>
                  <a:pt x="18885" y="1346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F6EA2AF6-00C8-4DC8-A353-31CB184E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619" y="6219895"/>
            <a:ext cx="69011" cy="1126680"/>
          </a:xfrm>
          <a:custGeom xmlns:a="http://schemas.openxmlformats.org/drawingml/2006/main">
            <a:pathLst>
              <a:path w="50356" h="822125">
                <a:moveTo>
                  <a:pt x="50356" y="75358"/>
                </a:moveTo>
                <a:lnTo>
                  <a:pt x="25178" y="75534"/>
                </a:lnTo>
                <a:lnTo>
                  <a:pt x="0" y="75710"/>
                </a:lnTo>
                <a:lnTo>
                  <a:pt x="24661" y="0"/>
                </a:lnTo>
                <a:lnTo>
                  <a:pt x="50356" y="75358"/>
                </a:lnTo>
                <a:moveTo>
                  <a:pt x="20884" y="822125"/>
                </a:moveTo>
                <a:lnTo>
                  <a:pt x="15484" y="37830"/>
                </a:lnTo>
                <a:lnTo>
                  <a:pt x="34367" y="37704"/>
                </a:lnTo>
                <a:lnTo>
                  <a:pt x="39769" y="821999"/>
                </a:lnTo>
                <a:lnTo>
                  <a:pt x="20884" y="8221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08A28-DBE3-4673-9D82-42472B216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c0dd67cd84a9b"/>
          <a:stretch xmlns:a="http://schemas.openxmlformats.org/drawingml/2006/main"/>
        </p:blipFill>
        <p:spPr>
          <a:xfrm xmlns:a="http://schemas.openxmlformats.org/drawingml/2006/main">
            <a:off x="12510987" y="3248167"/>
            <a:ext cx="1574195" cy="639871"/>
          </a:xfrm>
          <a:prstGeom xmlns:a="http://schemas.openxmlformats.org/drawingml/2006/main" prst="rect">
            <a:avLst/>
          </a:prstGeom>
        </p:spPr>
      </p:pic>
      <p:sp>
        <p:nvSpPr>
          <p:cNvPr id="19" name="text-19 Linear">
            <a:extLst xmlns:a="http://schemas.openxmlformats.org/drawingml/2006/main">
              <a:ext uri="{FF2B5EF4-FFF2-40B4-BE49-F238E27FC236}">
                <a16:creationId xmlns:a16="http://schemas.microsoft.com/office/drawing/2014/main" id="{910841B8-2FE6-496B-9C7A-D91F072B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5210" y="3327259"/>
            <a:ext cx="866716" cy="4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254DC-3BD0-492A-93A9-9B39E3E60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b6a6816334285"/>
          <a:stretch xmlns:a="http://schemas.openxmlformats.org/drawingml/2006/main"/>
        </p:blipFill>
        <p:spPr>
          <a:xfrm xmlns:a="http://schemas.openxmlformats.org/drawingml/2006/main">
            <a:off x="7451665" y="7452625"/>
            <a:ext cx="1574195" cy="639871"/>
          </a:xfrm>
          <a:prstGeom xmlns:a="http://schemas.openxmlformats.org/drawingml/2006/main" prst="rect">
            <a:avLst/>
          </a:prstGeom>
        </p:spPr>
      </p:pic>
      <p:sp>
        <p:nvSpPr>
          <p:cNvPr id="21" name="text-21 Linear">
            <a:extLst xmlns:a="http://schemas.openxmlformats.org/drawingml/2006/main">
              <a:ext uri="{FF2B5EF4-FFF2-40B4-BE49-F238E27FC236}">
                <a16:creationId xmlns:a16="http://schemas.microsoft.com/office/drawing/2014/main" id="{505BBDC7-A2D3-45BB-B21D-C81083C6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5888" y="7531716"/>
            <a:ext cx="866716" cy="4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EB468-9A30-4820-A547-360B329452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9c240a1c947a5"/>
          <a:stretch xmlns:a="http://schemas.openxmlformats.org/drawingml/2006/main"/>
        </p:blipFill>
        <p:spPr>
          <a:xfrm xmlns:a="http://schemas.openxmlformats.org/drawingml/2006/main">
            <a:off x="5667747" y="7452625"/>
            <a:ext cx="1574195" cy="639871"/>
          </a:xfrm>
          <a:prstGeom xmlns:a="http://schemas.openxmlformats.org/drawingml/2006/main" prst="rect">
            <a:avLst/>
          </a:prstGeom>
        </p:spPr>
      </p:pic>
      <p:sp>
        <p:nvSpPr>
          <p:cNvPr id="23" name="text-23 Linea">
            <a:extLst xmlns:a="http://schemas.openxmlformats.org/drawingml/2006/main">
              <a:ext uri="{FF2B5EF4-FFF2-40B4-BE49-F238E27FC236}">
                <a16:creationId xmlns:a16="http://schemas.microsoft.com/office/drawing/2014/main" id="{6BDF0185-2D39-4F65-929B-A7D11993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1971" y="7531790"/>
            <a:ext cx="763102" cy="435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</a:t>
            </a:r>
          </a:p>
        </p:txBody>
      </p:sp>
      <p:sp>
        <p:nvSpPr>
          <p:cNvPr id="24" name="text-24 r">
            <a:extLst xmlns:a="http://schemas.openxmlformats.org/drawingml/2006/main">
              <a:ext uri="{FF2B5EF4-FFF2-40B4-BE49-F238E27FC236}">
                <a16:creationId xmlns:a16="http://schemas.microsoft.com/office/drawing/2014/main" id="{DCDCA923-D747-4228-8763-F1860C95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9327" y="7531769"/>
            <a:ext cx="159349" cy="435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5" name="text-25 𝑸">
            <a:extLst xmlns:a="http://schemas.openxmlformats.org/drawingml/2006/main">
              <a:ext uri="{FF2B5EF4-FFF2-40B4-BE49-F238E27FC236}">
                <a16:creationId xmlns:a16="http://schemas.microsoft.com/office/drawing/2014/main" id="{6DA8CD28-51C5-4546-AD73-B51A58BE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3522" y="6884861"/>
            <a:ext cx="283371" cy="434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𝑸</a:t>
            </a:r>
          </a:p>
        </p:txBody>
      </p:sp>
      <p:sp>
        <p:nvSpPr>
          <p:cNvPr id="26" name="text-26 𝑲">
            <a:extLst xmlns:a="http://schemas.openxmlformats.org/drawingml/2006/main">
              <a:ext uri="{FF2B5EF4-FFF2-40B4-BE49-F238E27FC236}">
                <a16:creationId xmlns:a16="http://schemas.microsoft.com/office/drawing/2014/main" id="{3DA34AB6-E3EF-41B1-9638-D4E2318C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2265" y="6888313"/>
            <a:ext cx="294137" cy="434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𝑲</a:t>
            </a:r>
          </a:p>
        </p:txBody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3E6E026F-65F3-4260-95F7-A1DD3679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746" y="7212782"/>
            <a:ext cx="69011" cy="293295"/>
          </a:xfrm>
          <a:custGeom xmlns:a="http://schemas.openxmlformats.org/drawingml/2006/main">
            <a:pathLst>
              <a:path w="50356" h="214013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9BF6833E-38F6-480A-9614-7DB26BFC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65" y="7212782"/>
            <a:ext cx="69009" cy="293295"/>
          </a:xfrm>
          <a:custGeom xmlns:a="http://schemas.openxmlformats.org/drawingml/2006/main">
            <a:pathLst>
              <a:path w="50355" h="214013">
                <a:moveTo>
                  <a:pt x="0" y="75534"/>
                </a:moveTo>
                <a:lnTo>
                  <a:pt x="25178" y="75534"/>
                </a:lnTo>
                <a:lnTo>
                  <a:pt x="50355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1FBA01-3100-4844-91AD-1C9D8973A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bacef08fc4a3e"/>
          <a:stretch xmlns:a="http://schemas.openxmlformats.org/drawingml/2006/main"/>
        </p:blipFill>
        <p:spPr>
          <a:xfrm xmlns:a="http://schemas.openxmlformats.org/drawingml/2006/main">
            <a:off x="6092160" y="6283122"/>
            <a:ext cx="2507561" cy="570414"/>
          </a:xfrm>
          <a:prstGeom xmlns:a="http://schemas.openxmlformats.org/drawingml/2006/main" prst="rect">
            <a:avLst/>
          </a:prstGeom>
        </p:spPr>
      </p:pic>
      <p:sp>
        <p:nvSpPr>
          <p:cNvPr id="30" name="text-30 Matmul">
            <a:extLst xmlns:a="http://schemas.openxmlformats.org/drawingml/2006/main">
              <a:ext uri="{FF2B5EF4-FFF2-40B4-BE49-F238E27FC236}">
                <a16:creationId xmlns:a16="http://schemas.microsoft.com/office/drawing/2014/main" id="{9E25D1B8-8470-4321-BB10-12FF9C9F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7580" y="6327548"/>
            <a:ext cx="1039333" cy="434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Matmul</a:t>
            </a:r>
          </a:p>
        </p:txBody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1E885A35-E3C5-44D4-9F81-FE50B246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746" y="6710732"/>
            <a:ext cx="69011" cy="244124"/>
          </a:xfrm>
          <a:custGeom xmlns:a="http://schemas.openxmlformats.org/drawingml/2006/main">
            <a:pathLst>
              <a:path w="50356" h="178134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178134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178134"/>
                </a:lnTo>
                <a:lnTo>
                  <a:pt x="34620" y="1781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9AD02816-0401-40E9-914A-4FB83023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65" y="6710732"/>
            <a:ext cx="69009" cy="244124"/>
          </a:xfrm>
          <a:custGeom xmlns:a="http://schemas.openxmlformats.org/drawingml/2006/main">
            <a:pathLst>
              <a:path w="50355" h="178134">
                <a:moveTo>
                  <a:pt x="0" y="75534"/>
                </a:moveTo>
                <a:lnTo>
                  <a:pt x="25178" y="75534"/>
                </a:lnTo>
                <a:lnTo>
                  <a:pt x="50355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178134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178134"/>
                </a:lnTo>
                <a:lnTo>
                  <a:pt x="34620" y="1781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5516BE66-3339-43E1-914E-80E68C63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054" y="4531902"/>
            <a:ext cx="1076562" cy="1068280"/>
          </a:xfrm>
          <a:custGeom xmlns:a="http://schemas.openxmlformats.org/drawingml/2006/main">
            <a:pathLst>
              <a:path w="785554" h="779511">
                <a:moveTo>
                  <a:pt x="0" y="0"/>
                </a:moveTo>
                <a:lnTo>
                  <a:pt x="0" y="779511"/>
                </a:lnTo>
                <a:lnTo>
                  <a:pt x="785554" y="779511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BA11EE84-73E9-4445-96D2-D7F1A7F6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461" y="4519653"/>
            <a:ext cx="1102439" cy="1093814"/>
          </a:xfrm>
          <a:custGeom xmlns:a="http://schemas.openxmlformats.org/drawingml/2006/main">
            <a:pathLst>
              <a:path w="804436" h="798142">
                <a:moveTo>
                  <a:pt x="804436" y="0"/>
                </a:moveTo>
                <a:lnTo>
                  <a:pt x="804436" y="798142"/>
                </a:lnTo>
                <a:lnTo>
                  <a:pt x="0" y="798142"/>
                </a:lnTo>
                <a:lnTo>
                  <a:pt x="0" y="0"/>
                </a:lnTo>
                <a:lnTo>
                  <a:pt x="804436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6" y="779259"/>
                </a:lnTo>
                <a:lnTo>
                  <a:pt x="785553" y="788701"/>
                </a:lnTo>
                <a:lnTo>
                  <a:pt x="785553" y="9442"/>
                </a:lnTo>
                <a:lnTo>
                  <a:pt x="794996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3AB54FB2-3D8B-4796-9AED-9075E17F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054" y="4533971"/>
            <a:ext cx="269140" cy="267071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1E827995-B22A-42FF-94F7-40D19AFE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461" y="4520515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A81E0F19-DAD0-4D9A-B8CE-2C7122D6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054" y="4803112"/>
            <a:ext cx="269140" cy="269140"/>
          </a:xfrm>
          <a:custGeom xmlns:a="http://schemas.openxmlformats.org/drawingml/2006/main">
            <a:pathLst>
              <a:path w="196388" h="196388">
                <a:moveTo>
                  <a:pt x="0" y="0"/>
                </a:moveTo>
                <a:lnTo>
                  <a:pt x="0" y="196388"/>
                </a:lnTo>
                <a:lnTo>
                  <a:pt x="196388" y="19638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D7494C7A-D1B3-4320-92DC-D8B487F6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461" y="479051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9C480A3E-1142-49A1-A690-648B0B3D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054" y="5072252"/>
            <a:ext cx="269140" cy="267071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19113031-208C-4CAB-A622-5F5DC942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461" y="5058796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B4E0776A-F612-400D-9CBF-38948B6A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054" y="5339323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36BD347F-9505-41B6-945F-21C27064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461" y="5327074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652E2EFE-03CE-4F0A-93B7-6E1E0837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194" y="4533971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C50013FA-C8A4-4CAB-8B9A-FD688FED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01" y="4520515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02D5427B-CACA-4A7B-B445-5D6AFE8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194" y="4803112"/>
            <a:ext cx="269141" cy="269140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2155F2F5-8523-4E52-8890-11AD4476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01" y="479051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EB51E5BD-0F31-49FD-984C-A33ABAEE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194" y="5072252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9193D44D-9A66-4CEE-835F-FD879B00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01" y="5058796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32F81325-D091-4228-AD30-7BD92D01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194" y="533932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CFC0091D-9E94-4944-9087-4927AF04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01" y="5327074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571282B6-DA3C-4195-9030-3CDDD48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36" y="4533971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DA5C911C-E1EA-4076-B2B1-9B460F2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742" y="4520515"/>
            <a:ext cx="295018" cy="294156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1" y="18883"/>
                </a:moveTo>
                <a:lnTo>
                  <a:pt x="18883" y="9442"/>
                </a:lnTo>
                <a:lnTo>
                  <a:pt x="18883" y="205200"/>
                </a:lnTo>
                <a:lnTo>
                  <a:pt x="9441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1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FD77B4EC-BFB6-405B-ADF0-F675445E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36" y="4803112"/>
            <a:ext cx="269141" cy="269140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C98AB8B6-FFC3-4382-84DA-64F057D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742" y="4790518"/>
            <a:ext cx="295018" cy="294157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1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1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1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6A428859-2743-4A27-B139-D2A4F44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36" y="5072252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95E2BDC4-1075-49DE-8BF8-838BA1D6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742" y="5058796"/>
            <a:ext cx="295018" cy="294156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1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1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1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8765E1C2-5AD4-4DDE-8119-CAAE3D17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36" y="533932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79E44035-16F7-4F19-94F0-F6159520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742" y="5327074"/>
            <a:ext cx="295018" cy="294157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1" y="18883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1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1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935098BF-C655-400F-AE87-434007A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477" y="4533971"/>
            <a:ext cx="269140" cy="267071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BA6A4C39-F865-47C1-A137-BBC385DA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882" y="4520515"/>
            <a:ext cx="295018" cy="294156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3"/>
                </a:moveTo>
                <a:lnTo>
                  <a:pt x="18883" y="9442"/>
                </a:lnTo>
                <a:lnTo>
                  <a:pt x="18883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3E96B85A-ED26-4348-9234-48477D66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477" y="4803112"/>
            <a:ext cx="269140" cy="269140"/>
          </a:xfrm>
          <a:custGeom xmlns:a="http://schemas.openxmlformats.org/drawingml/2006/main">
            <a:pathLst>
              <a:path w="196388" h="196388">
                <a:moveTo>
                  <a:pt x="0" y="0"/>
                </a:moveTo>
                <a:lnTo>
                  <a:pt x="0" y="196388"/>
                </a:lnTo>
                <a:lnTo>
                  <a:pt x="196388" y="19638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02BD78C5-3797-4796-991D-991EAD4E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882" y="4790518"/>
            <a:ext cx="295018" cy="294157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EA07913A-A6E3-4901-95FF-7D17EE44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477" y="5072252"/>
            <a:ext cx="269140" cy="267071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D61FF2AB-680A-4846-B2CE-B9517F14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882" y="5058796"/>
            <a:ext cx="295018" cy="294156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EAC834D1-B429-41C3-BAAC-61927D32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477" y="5339323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8B21C576-27D4-4879-9CA5-12731CC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882" y="5327074"/>
            <a:ext cx="295018" cy="294157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3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BF876938-A849-4533-A4C3-A9BC0F19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05" y="4678894"/>
            <a:ext cx="1076562" cy="1068280"/>
          </a:xfrm>
          <a:custGeom xmlns:a="http://schemas.openxmlformats.org/drawingml/2006/main">
            <a:pathLst>
              <a:path w="785554" h="779511">
                <a:moveTo>
                  <a:pt x="0" y="0"/>
                </a:moveTo>
                <a:lnTo>
                  <a:pt x="0" y="779511"/>
                </a:lnTo>
                <a:lnTo>
                  <a:pt x="785554" y="779511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64F65E53-99F8-4F33-B840-1E991E43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56" y="4666299"/>
            <a:ext cx="1102440" cy="1093814"/>
          </a:xfrm>
          <a:custGeom xmlns:a="http://schemas.openxmlformats.org/drawingml/2006/main">
            <a:pathLst>
              <a:path w="804437" h="798143">
                <a:moveTo>
                  <a:pt x="804437" y="0"/>
                </a:moveTo>
                <a:lnTo>
                  <a:pt x="804437" y="798143"/>
                </a:lnTo>
                <a:lnTo>
                  <a:pt x="0" y="798143"/>
                </a:lnTo>
                <a:lnTo>
                  <a:pt x="0" y="0"/>
                </a:lnTo>
                <a:lnTo>
                  <a:pt x="804437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6" y="779259"/>
                </a:lnTo>
                <a:lnTo>
                  <a:pt x="785554" y="788701"/>
                </a:lnTo>
                <a:lnTo>
                  <a:pt x="785554" y="9442"/>
                </a:lnTo>
                <a:lnTo>
                  <a:pt x="794996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C9632D54-B97A-4777-B8E9-0003C4D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05" y="4680963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8B81D59A-24BC-47D9-8DF2-E30E4BF2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56" y="4667162"/>
            <a:ext cx="295019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50E03A80-643B-403D-8F68-356FAEC5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05" y="4950105"/>
            <a:ext cx="269141" cy="269140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9E9A98AA-F8F2-4B16-A7E3-7757B7BB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56" y="4937165"/>
            <a:ext cx="295019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741C508E-26BF-423A-9852-F90ACA5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05" y="5219245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CE0C96F2-E8C3-4A53-B80C-BD1EAB6C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56" y="5205443"/>
            <a:ext cx="295019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F08A115C-65C6-4C31-B8BE-95433A18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05" y="5486315"/>
            <a:ext cx="269141" cy="269140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FED58B93-9C27-4D4A-8567-A655BC88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56" y="5473721"/>
            <a:ext cx="295019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4EC8D58C-6D48-48BF-ACB5-BC25840D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446" y="4680963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8CCDD23F-5C3B-4FA5-9D9A-051B885C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195" y="4667162"/>
            <a:ext cx="295020" cy="294157"/>
          </a:xfrm>
          <a:custGeom xmlns:a="http://schemas.openxmlformats.org/drawingml/2006/main">
            <a:pathLst>
              <a:path w="215273" h="214643">
                <a:moveTo>
                  <a:pt x="215273" y="0"/>
                </a:moveTo>
                <a:lnTo>
                  <a:pt x="215273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3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23BCA0CB-05B0-4D70-B4CF-86FB263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446" y="4950105"/>
            <a:ext cx="269141" cy="269140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7216129C-9559-4634-905A-065906C0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195" y="4937165"/>
            <a:ext cx="295020" cy="294156"/>
          </a:xfrm>
          <a:custGeom xmlns:a="http://schemas.openxmlformats.org/drawingml/2006/main">
            <a:pathLst>
              <a:path w="215273" h="214642">
                <a:moveTo>
                  <a:pt x="215273" y="0"/>
                </a:moveTo>
                <a:lnTo>
                  <a:pt x="215273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3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0C5B2DDE-EBDF-41B0-ACD5-586CEE3F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446" y="5219245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A5F3B16E-29FE-48B6-91FB-657093F2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195" y="5205443"/>
            <a:ext cx="295020" cy="294156"/>
          </a:xfrm>
          <a:custGeom xmlns:a="http://schemas.openxmlformats.org/drawingml/2006/main">
            <a:pathLst>
              <a:path w="215273" h="214642">
                <a:moveTo>
                  <a:pt x="215273" y="0"/>
                </a:moveTo>
                <a:lnTo>
                  <a:pt x="215273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3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C2DFA87C-FAAB-49EC-9BA0-A391A942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446" y="5486315"/>
            <a:ext cx="269141" cy="269140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E82EB90B-D7D9-47B0-999B-DC03D182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195" y="5473721"/>
            <a:ext cx="295020" cy="294157"/>
          </a:xfrm>
          <a:custGeom xmlns:a="http://schemas.openxmlformats.org/drawingml/2006/main">
            <a:pathLst>
              <a:path w="215273" h="214643">
                <a:moveTo>
                  <a:pt x="215273" y="0"/>
                </a:moveTo>
                <a:lnTo>
                  <a:pt x="215273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3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73783C7E-B5FA-44AA-AEA9-CBD188B5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86" y="4680963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8A55D6A6-F302-4385-A9BA-F15DD8A9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336" y="4667162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33C3983B-EE56-4226-A754-2FF07206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86" y="4950105"/>
            <a:ext cx="269141" cy="269140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9CD43C83-4755-4A71-95E3-8B7F3DD6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336" y="4937165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9099B930-FA11-43EE-BC5B-F8887E54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86" y="5219245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D3A9AD59-3018-4FF7-8BB0-F75D4AF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336" y="5205443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44B2B638-46F1-4ECD-9E5E-71CC2375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86" y="5486315"/>
            <a:ext cx="269141" cy="269140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6768651E-16BA-49AC-B3BE-130A2172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336" y="5473721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0A3E6746-0089-4081-A011-6BC3187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727" y="4680963"/>
            <a:ext cx="269140" cy="267071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0AC043A4-4EB6-40AB-913B-8FAEED63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477" y="4667162"/>
            <a:ext cx="295018" cy="294157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7B8BF35E-C1C0-45FF-8409-BB43F860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727" y="4950105"/>
            <a:ext cx="269140" cy="269140"/>
          </a:xfrm>
          <a:custGeom xmlns:a="http://schemas.openxmlformats.org/drawingml/2006/main">
            <a:pathLst>
              <a:path w="196388" h="196388">
                <a:moveTo>
                  <a:pt x="0" y="0"/>
                </a:moveTo>
                <a:lnTo>
                  <a:pt x="0" y="196388"/>
                </a:lnTo>
                <a:lnTo>
                  <a:pt x="196388" y="19638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6CB29E2F-340E-4259-A2BF-994758A6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477" y="4937165"/>
            <a:ext cx="295018" cy="294156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ACC278FF-3C53-4778-8DB2-2128D0EB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727" y="5219245"/>
            <a:ext cx="269140" cy="267071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7D2675D3-E309-4968-8F5E-8E7B7F3C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477" y="5205443"/>
            <a:ext cx="295018" cy="294156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3"/>
                </a:moveTo>
                <a:lnTo>
                  <a:pt x="18883" y="9442"/>
                </a:lnTo>
                <a:lnTo>
                  <a:pt x="18883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3A28429E-6A2D-4695-9A42-06FF35AC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727" y="5486315"/>
            <a:ext cx="269140" cy="269140"/>
          </a:xfrm>
          <a:custGeom xmlns:a="http://schemas.openxmlformats.org/drawingml/2006/main">
            <a:pathLst>
              <a:path w="196388" h="196388">
                <a:moveTo>
                  <a:pt x="0" y="0"/>
                </a:moveTo>
                <a:lnTo>
                  <a:pt x="0" y="196388"/>
                </a:lnTo>
                <a:lnTo>
                  <a:pt x="196388" y="19638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9140C271-1020-431B-A09E-F5DB4A96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477" y="5473721"/>
            <a:ext cx="295018" cy="294157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7F4F7DC8-78E3-4E54-B7A3-103384A7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665" y="4865222"/>
            <a:ext cx="1076561" cy="1068280"/>
          </a:xfrm>
          <a:custGeom xmlns:a="http://schemas.openxmlformats.org/drawingml/2006/main">
            <a:pathLst>
              <a:path w="785553" h="779510">
                <a:moveTo>
                  <a:pt x="0" y="0"/>
                </a:moveTo>
                <a:lnTo>
                  <a:pt x="0" y="779510"/>
                </a:lnTo>
                <a:lnTo>
                  <a:pt x="785553" y="779510"/>
                </a:lnTo>
                <a:lnTo>
                  <a:pt x="78555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62D6B092-37F6-4EE2-BD8E-74E74177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070" y="4852627"/>
            <a:ext cx="1102441" cy="1093814"/>
          </a:xfrm>
          <a:custGeom xmlns:a="http://schemas.openxmlformats.org/drawingml/2006/main">
            <a:pathLst>
              <a:path w="804437" h="798143">
                <a:moveTo>
                  <a:pt x="804437" y="0"/>
                </a:moveTo>
                <a:lnTo>
                  <a:pt x="804437" y="798143"/>
                </a:lnTo>
                <a:lnTo>
                  <a:pt x="0" y="798143"/>
                </a:lnTo>
                <a:lnTo>
                  <a:pt x="0" y="0"/>
                </a:lnTo>
                <a:lnTo>
                  <a:pt x="804437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6" y="779259"/>
                </a:lnTo>
                <a:lnTo>
                  <a:pt x="785553" y="788701"/>
                </a:lnTo>
                <a:lnTo>
                  <a:pt x="785553" y="9442"/>
                </a:lnTo>
                <a:lnTo>
                  <a:pt x="794996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A4012D54-2C4C-43F3-8210-FF9316A0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665" y="486729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E68B28D2-42B9-4478-9D97-1244F57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070" y="4853490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B3A156AF-B915-435E-A5BE-8A48F69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665" y="513643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61F105B6-632F-4C6F-B971-00BAD5EF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070" y="5123493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A398326E-E51F-42A8-9B09-E9B0BC0A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665" y="540557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87A3AA9B-CDC3-4A19-B34D-46C61294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070" y="5391771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3817400E-CF39-4A03-ADE7-428D58E5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665" y="567264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DE812094-40AA-4E58-B482-C04C35B6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070" y="566004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1F282D9D-718E-4CA5-83FF-00E7A41A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805" y="486729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9CC594B4-7ED2-4D5E-BC43-53F29D30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210" y="4853490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0A0BAA63-FCD4-4C44-AD54-4F1799B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805" y="513643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D6B7FFB1-5AA9-4016-A0CC-43FB7FA9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210" y="5123493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B807263F-7CAA-43B4-B154-C6432158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805" y="540557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346FB04A-1E3E-4417-8EB3-0E88714B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210" y="5391771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5FCA9212-B2DF-4510-AEF8-D6FB7467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805" y="567264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FA3FE146-9840-4A98-BCE6-149EEE60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210" y="566004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E451123F-3796-423A-8AA4-4AAC6D2F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945" y="486729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E8BB7100-09A0-448B-A396-2C986292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351" y="4853490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9E7C0640-7661-452A-BDA1-1BAB370F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945" y="513643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F2E54534-3BB8-4650-B602-CC2380C5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351" y="5123493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DA5B7094-698F-4FEC-89D9-13A0B6C0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945" y="540557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17D9E82F-1C57-4E27-A287-1A341131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351" y="5391771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A3192E1C-32E1-44DF-BE5D-860419F3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945" y="567264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CE150321-BA0B-45D9-9A62-05A8CD7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351" y="566004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FCAA48F8-4D1A-4C3D-8129-00109034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086" y="4867292"/>
            <a:ext cx="269140" cy="267070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2ECCD5FD-1FD0-461D-BC74-48D9D15C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91" y="4853490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06018422-E693-4CB9-A77D-F8F798D0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086" y="5136432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23351E43-A354-40FB-8C1D-F1C5E74E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91" y="5123493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7D189B25-96B1-4C45-9843-08D838F0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086" y="5405573"/>
            <a:ext cx="269140" cy="267070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EFE8F7EA-F760-4DE0-9788-2BC006B2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91" y="5391771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5A53033D-B4A7-4027-903F-D3675C75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086" y="5672643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7C577D41-FDF7-4DBF-894D-D0438E8A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91" y="566004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text-135 ...">
            <a:extLst xmlns:a="http://schemas.openxmlformats.org/drawingml/2006/main">
              <a:ext uri="{FF2B5EF4-FFF2-40B4-BE49-F238E27FC236}">
                <a16:creationId xmlns:a16="http://schemas.microsoft.com/office/drawing/2014/main" id="{639E0104-5DBE-47A4-868F-00FAC82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69558">
            <a:off x="7639868" y="5672481"/>
            <a:ext cx="267582" cy="369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7BABF7AA-B24E-4AE2-A0E8-ECC145C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942" y="5982672"/>
            <a:ext cx="69009" cy="342465"/>
          </a:xfrm>
          <a:custGeom xmlns:a="http://schemas.openxmlformats.org/drawingml/2006/main">
            <a:pathLst>
              <a:path w="50355" h="249892">
                <a:moveTo>
                  <a:pt x="0" y="75534"/>
                </a:moveTo>
                <a:lnTo>
                  <a:pt x="25178" y="75534"/>
                </a:lnTo>
                <a:lnTo>
                  <a:pt x="50355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49892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49892"/>
                </a:lnTo>
                <a:lnTo>
                  <a:pt x="34620" y="2498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30B7F142-440C-48AA-9CDB-B9BA7903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269" y="4954417"/>
            <a:ext cx="1242187" cy="69011"/>
          </a:xfrm>
          <a:custGeom xmlns:a="http://schemas.openxmlformats.org/drawingml/2006/main">
            <a:pathLst>
              <a:path w="906408" h="50356">
                <a:moveTo>
                  <a:pt x="830874" y="50356"/>
                </a:moveTo>
                <a:lnTo>
                  <a:pt x="830874" y="25178"/>
                </a:lnTo>
                <a:lnTo>
                  <a:pt x="830874" y="0"/>
                </a:lnTo>
                <a:lnTo>
                  <a:pt x="906408" y="25178"/>
                </a:lnTo>
                <a:lnTo>
                  <a:pt x="830874" y="50356"/>
                </a:lnTo>
                <a:moveTo>
                  <a:pt x="0" y="15736"/>
                </a:moveTo>
                <a:lnTo>
                  <a:pt x="868642" y="15736"/>
                </a:lnTo>
                <a:lnTo>
                  <a:pt x="868642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DBBFCB3-1799-4F08-ABFD-D928395CF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973e16def4c5a"/>
          <a:stretch xmlns:a="http://schemas.openxmlformats.org/drawingml/2006/main"/>
        </p:blipFill>
        <p:spPr>
          <a:xfrm xmlns:a="http://schemas.openxmlformats.org/drawingml/2006/main">
            <a:off x="6536953" y="9081239"/>
            <a:ext cx="656282" cy="627994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66DB905-CC51-491D-BD27-9221D29D47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3d0e29e8d4583"/>
          <a:stretch xmlns:a="http://schemas.openxmlformats.org/drawingml/2006/main"/>
        </p:blipFill>
        <p:spPr>
          <a:xfrm xmlns:a="http://schemas.openxmlformats.org/drawingml/2006/main">
            <a:off x="7446505" y="9141623"/>
            <a:ext cx="627994" cy="627994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E2BC079-0F43-4D5C-BB87-6884743C18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09214a1c44c6d"/>
          <a:stretch xmlns:a="http://schemas.openxmlformats.org/drawingml/2006/main"/>
        </p:blipFill>
        <p:spPr>
          <a:xfrm xmlns:a="http://schemas.openxmlformats.org/drawingml/2006/main">
            <a:off x="8362618" y="9168796"/>
            <a:ext cx="627132" cy="627132"/>
          </a:xfrm>
          <a:prstGeom xmlns:a="http://schemas.openxmlformats.org/drawingml/2006/main" prst="rect">
            <a:avLst/>
          </a:prstGeom>
        </p:spPr>
      </p:pic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42F2537-0918-4393-B212-A9D057E5E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acd7d86414b43"/>
          <a:stretch xmlns:a="http://schemas.openxmlformats.org/drawingml/2006/main"/>
        </p:blipFill>
        <p:spPr>
          <a:xfrm xmlns:a="http://schemas.openxmlformats.org/drawingml/2006/main">
            <a:off x="5702269" y="9141623"/>
            <a:ext cx="627994" cy="627994"/>
          </a:xfrm>
          <a:prstGeom xmlns:a="http://schemas.openxmlformats.org/drawingml/2006/main" prst="rect">
            <a:avLst/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2DF6508-DC0C-4B86-94F8-101A69A47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812a0063247d1"/>
          <a:stretch xmlns:a="http://schemas.openxmlformats.org/drawingml/2006/main"/>
        </p:blipFill>
        <p:spPr>
          <a:xfrm xmlns:a="http://schemas.openxmlformats.org/drawingml/2006/main">
            <a:off x="9695040" y="9168365"/>
            <a:ext cx="656282" cy="627994"/>
          </a:xfrm>
          <a:prstGeom xmlns:a="http://schemas.openxmlformats.org/drawingml/2006/main" prst="rect">
            <a:avLst/>
          </a:prstGeom>
        </p:spPr>
      </p:pic>
      <p:sp>
        <p:nvSpPr>
          <p:cNvPr id="143" name="text-143 ...">
            <a:extLst xmlns:a="http://schemas.openxmlformats.org/drawingml/2006/main">
              <a:ext uri="{FF2B5EF4-FFF2-40B4-BE49-F238E27FC236}">
                <a16:creationId xmlns:a16="http://schemas.microsoft.com/office/drawing/2014/main" id="{FCB346BA-C34A-49A5-92CD-4E9A9097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783" y="9319801"/>
            <a:ext cx="286236" cy="395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9D607CCA-8EBE-4532-8C99-103BAF6B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74" y="8808647"/>
            <a:ext cx="69011" cy="293293"/>
          </a:xfrm>
          <a:custGeom xmlns:a="http://schemas.openxmlformats.org/drawingml/2006/main">
            <a:pathLst>
              <a:path w="50356" h="214013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5B35335-5C97-4715-A0D0-CFA4DB1431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22f9aa5304816"/>
          <a:stretch xmlns:a="http://schemas.openxmlformats.org/drawingml/2006/main"/>
        </p:blipFill>
        <p:spPr>
          <a:xfrm xmlns:a="http://schemas.openxmlformats.org/drawingml/2006/main">
            <a:off x="11509476" y="2207827"/>
            <a:ext cx="1795891" cy="638162"/>
          </a:xfrm>
          <a:prstGeom xmlns:a="http://schemas.openxmlformats.org/drawingml/2006/main" prst="rect">
            <a:avLst/>
          </a:prstGeom>
        </p:spPr>
      </p:pic>
      <p:sp>
        <p:nvSpPr>
          <p:cNvPr id="146" name="text-146 Expert">
            <a:extLst xmlns:a="http://schemas.openxmlformats.org/drawingml/2006/main">
              <a:ext uri="{FF2B5EF4-FFF2-40B4-BE49-F238E27FC236}">
                <a16:creationId xmlns:a16="http://schemas.microsoft.com/office/drawing/2014/main" id="{D6A86786-D841-42D6-A97F-8DC545E3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5006" y="2285230"/>
            <a:ext cx="884081" cy="43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sp>
        <p:nvSpPr>
          <p:cNvPr id="147" name="text-147 𝑬">
            <a:extLst xmlns:a="http://schemas.openxmlformats.org/drawingml/2006/main">
              <a:ext uri="{FF2B5EF4-FFF2-40B4-BE49-F238E27FC236}">
                <a16:creationId xmlns:a16="http://schemas.microsoft.com/office/drawing/2014/main" id="{529E4960-49B7-4B05-89B4-F8157A44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0767" y="2285312"/>
            <a:ext cx="259570" cy="43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𝑬</a:t>
            </a:r>
          </a:p>
        </p:txBody>
      </p:sp>
      <p:sp>
        <p:nvSpPr>
          <p:cNvPr id="148" name="text-148 1">
            <a:extLst xmlns:a="http://schemas.openxmlformats.org/drawingml/2006/main">
              <a:ext uri="{FF2B5EF4-FFF2-40B4-BE49-F238E27FC236}">
                <a16:creationId xmlns:a16="http://schemas.microsoft.com/office/drawing/2014/main" id="{1643547F-0262-48F3-A685-1EE97D07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4349" y="2425543"/>
            <a:ext cx="171293" cy="32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83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2CA1710-F939-4CD6-923B-CCC28CA14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a504e60734cf0"/>
          <a:stretch xmlns:a="http://schemas.openxmlformats.org/drawingml/2006/main"/>
        </p:blipFill>
        <p:spPr>
          <a:xfrm xmlns:a="http://schemas.openxmlformats.org/drawingml/2006/main">
            <a:off x="13206267" y="2206974"/>
            <a:ext cx="1795028" cy="639868"/>
          </a:xfrm>
          <a:prstGeom xmlns:a="http://schemas.openxmlformats.org/drawingml/2006/main" prst="rect">
            <a:avLst/>
          </a:prstGeom>
        </p:spPr>
      </p:pic>
      <p:sp>
        <p:nvSpPr>
          <p:cNvPr id="150" name="text-150 Expert">
            <a:extLst xmlns:a="http://schemas.openxmlformats.org/drawingml/2006/main">
              <a:ext uri="{FF2B5EF4-FFF2-40B4-BE49-F238E27FC236}">
                <a16:creationId xmlns:a16="http://schemas.microsoft.com/office/drawing/2014/main" id="{C004812A-DC4A-4F09-9EB1-E6963ED8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0936" y="2285230"/>
            <a:ext cx="884081" cy="43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sp>
        <p:nvSpPr>
          <p:cNvPr id="151" name="text-151 𝑬">
            <a:extLst xmlns:a="http://schemas.openxmlformats.org/drawingml/2006/main">
              <a:ext uri="{FF2B5EF4-FFF2-40B4-BE49-F238E27FC236}">
                <a16:creationId xmlns:a16="http://schemas.microsoft.com/office/drawing/2014/main" id="{9CEDB262-6363-4A99-98DB-A1B322D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6699" y="2285312"/>
            <a:ext cx="259570" cy="43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𝑬</a:t>
            </a:r>
          </a:p>
        </p:txBody>
      </p:sp>
      <p:sp>
        <p:nvSpPr>
          <p:cNvPr id="152" name="text-152 2">
            <a:extLst xmlns:a="http://schemas.openxmlformats.org/drawingml/2006/main">
              <a:ext uri="{FF2B5EF4-FFF2-40B4-BE49-F238E27FC236}">
                <a16:creationId xmlns:a16="http://schemas.microsoft.com/office/drawing/2014/main" id="{872634EA-052F-4F81-ACFC-74D92265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0278" y="2425543"/>
            <a:ext cx="171293" cy="32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83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28C716C-E392-47A1-8609-BC012ED2D7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b1ac26ae14c09"/>
          <a:stretch xmlns:a="http://schemas.openxmlformats.org/drawingml/2006/main"/>
        </p:blipFill>
        <p:spPr>
          <a:xfrm xmlns:a="http://schemas.openxmlformats.org/drawingml/2006/main">
            <a:off x="15161848" y="2207666"/>
            <a:ext cx="1847649" cy="638484"/>
          </a:xfrm>
          <a:prstGeom xmlns:a="http://schemas.openxmlformats.org/drawingml/2006/main" prst="rect">
            <a:avLst/>
          </a:prstGeom>
        </p:spPr>
      </p:pic>
      <p:sp>
        <p:nvSpPr>
          <p:cNvPr id="154" name="text-154 Expert">
            <a:extLst xmlns:a="http://schemas.openxmlformats.org/drawingml/2006/main">
              <a:ext uri="{FF2B5EF4-FFF2-40B4-BE49-F238E27FC236}">
                <a16:creationId xmlns:a16="http://schemas.microsoft.com/office/drawing/2014/main" id="{6BAD0556-84BA-4554-B5BC-1979D400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4634" y="2285230"/>
            <a:ext cx="884081" cy="43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sp>
        <p:nvSpPr>
          <p:cNvPr id="155" name="text-155 𝑬">
            <a:extLst xmlns:a="http://schemas.openxmlformats.org/drawingml/2006/main">
              <a:ext uri="{FF2B5EF4-FFF2-40B4-BE49-F238E27FC236}">
                <a16:creationId xmlns:a16="http://schemas.microsoft.com/office/drawing/2014/main" id="{7E5671A8-B2FA-4B36-9784-8D949C7E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395" y="2285312"/>
            <a:ext cx="259570" cy="43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𝑬</a:t>
            </a:r>
          </a:p>
        </p:txBody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AEA8DC13-8F64-428E-A0B1-AC104E58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8448" y="2547594"/>
            <a:ext cx="136584" cy="113347"/>
          </a:xfrm>
          <a:custGeom xmlns:a="http://schemas.openxmlformats.org/drawingml/2006/main">
            <a:pathLst>
              <a:path w="99663" h="82708">
                <a:moveTo>
                  <a:pt x="37891" y="21095"/>
                </a:moveTo>
                <a:cubicBezTo>
                  <a:pt x="43039" y="14037"/>
                  <a:pt x="48120" y="8756"/>
                  <a:pt x="53135" y="5254"/>
                </a:cubicBezTo>
                <a:cubicBezTo>
                  <a:pt x="58150" y="1751"/>
                  <a:pt x="63338" y="0"/>
                  <a:pt x="68698" y="0"/>
                </a:cubicBezTo>
                <a:cubicBezTo>
                  <a:pt x="74323" y="0"/>
                  <a:pt x="78529" y="1512"/>
                  <a:pt x="81315" y="4537"/>
                </a:cubicBezTo>
                <a:cubicBezTo>
                  <a:pt x="84101" y="7562"/>
                  <a:pt x="85494" y="11808"/>
                  <a:pt x="85494" y="17274"/>
                </a:cubicBezTo>
                <a:cubicBezTo>
                  <a:pt x="85494" y="18919"/>
                  <a:pt x="85255" y="21201"/>
                  <a:pt x="84778" y="24120"/>
                </a:cubicBezTo>
                <a:cubicBezTo>
                  <a:pt x="84300" y="27039"/>
                  <a:pt x="83690" y="30223"/>
                  <a:pt x="82947" y="33672"/>
                </a:cubicBezTo>
                <a:cubicBezTo>
                  <a:pt x="82204" y="37122"/>
                  <a:pt x="81408" y="40664"/>
                  <a:pt x="80559" y="44299"/>
                </a:cubicBezTo>
                <a:cubicBezTo>
                  <a:pt x="79709" y="47934"/>
                  <a:pt x="78913" y="51291"/>
                  <a:pt x="78170" y="54369"/>
                </a:cubicBezTo>
                <a:cubicBezTo>
                  <a:pt x="77427" y="57447"/>
                  <a:pt x="76817" y="60074"/>
                  <a:pt x="76340" y="62250"/>
                </a:cubicBezTo>
                <a:cubicBezTo>
                  <a:pt x="75862" y="64426"/>
                  <a:pt x="75623" y="65779"/>
                  <a:pt x="75623" y="66310"/>
                </a:cubicBezTo>
                <a:cubicBezTo>
                  <a:pt x="75623" y="68326"/>
                  <a:pt x="75995" y="69786"/>
                  <a:pt x="76738" y="70688"/>
                </a:cubicBezTo>
                <a:cubicBezTo>
                  <a:pt x="77481" y="71590"/>
                  <a:pt x="78675" y="72041"/>
                  <a:pt x="80320" y="72041"/>
                </a:cubicBezTo>
                <a:cubicBezTo>
                  <a:pt x="81328" y="72041"/>
                  <a:pt x="82323" y="71855"/>
                  <a:pt x="83305" y="71484"/>
                </a:cubicBezTo>
                <a:cubicBezTo>
                  <a:pt x="84287" y="71112"/>
                  <a:pt x="85308" y="70529"/>
                  <a:pt x="86370" y="69732"/>
                </a:cubicBezTo>
                <a:cubicBezTo>
                  <a:pt x="87431" y="68936"/>
                  <a:pt x="88598" y="67915"/>
                  <a:pt x="89872" y="66668"/>
                </a:cubicBezTo>
                <a:cubicBezTo>
                  <a:pt x="91146" y="65421"/>
                  <a:pt x="92579" y="63921"/>
                  <a:pt x="94171" y="62170"/>
                </a:cubicBezTo>
                <a:lnTo>
                  <a:pt x="99663" y="67424"/>
                </a:lnTo>
                <a:cubicBezTo>
                  <a:pt x="97063" y="70077"/>
                  <a:pt x="94675" y="72359"/>
                  <a:pt x="92499" y="74270"/>
                </a:cubicBezTo>
                <a:cubicBezTo>
                  <a:pt x="90323" y="76180"/>
                  <a:pt x="88214" y="77759"/>
                  <a:pt x="86171" y="79006"/>
                </a:cubicBezTo>
                <a:cubicBezTo>
                  <a:pt x="84127" y="80253"/>
                  <a:pt x="82098" y="81182"/>
                  <a:pt x="80081" y="81792"/>
                </a:cubicBezTo>
                <a:cubicBezTo>
                  <a:pt x="78064" y="82403"/>
                  <a:pt x="75915" y="82708"/>
                  <a:pt x="73633" y="82708"/>
                </a:cubicBezTo>
                <a:cubicBezTo>
                  <a:pt x="71723" y="82708"/>
                  <a:pt x="69958" y="82336"/>
                  <a:pt x="68339" y="81593"/>
                </a:cubicBezTo>
                <a:cubicBezTo>
                  <a:pt x="66721" y="80850"/>
                  <a:pt x="65328" y="79829"/>
                  <a:pt x="64160" y="78529"/>
                </a:cubicBezTo>
                <a:cubicBezTo>
                  <a:pt x="62993" y="77228"/>
                  <a:pt x="62091" y="75689"/>
                  <a:pt x="61454" y="73912"/>
                </a:cubicBezTo>
                <a:cubicBezTo>
                  <a:pt x="60817" y="72134"/>
                  <a:pt x="60499" y="70184"/>
                  <a:pt x="60499" y="68061"/>
                </a:cubicBezTo>
                <a:cubicBezTo>
                  <a:pt x="60499" y="65938"/>
                  <a:pt x="60724" y="63457"/>
                  <a:pt x="61175" y="60618"/>
                </a:cubicBezTo>
                <a:cubicBezTo>
                  <a:pt x="61626" y="57779"/>
                  <a:pt x="62303" y="54661"/>
                  <a:pt x="63205" y="51265"/>
                </a:cubicBezTo>
                <a:cubicBezTo>
                  <a:pt x="64160" y="47815"/>
                  <a:pt x="65049" y="44512"/>
                  <a:pt x="65872" y="41354"/>
                </a:cubicBezTo>
                <a:cubicBezTo>
                  <a:pt x="66694" y="38196"/>
                  <a:pt x="67411" y="35278"/>
                  <a:pt x="68021" y="32598"/>
                </a:cubicBezTo>
                <a:cubicBezTo>
                  <a:pt x="68631" y="29918"/>
                  <a:pt x="69109" y="27529"/>
                  <a:pt x="69454" y="25433"/>
                </a:cubicBezTo>
                <a:cubicBezTo>
                  <a:pt x="69799" y="23337"/>
                  <a:pt x="69971" y="21599"/>
                  <a:pt x="69971" y="20219"/>
                </a:cubicBezTo>
                <a:cubicBezTo>
                  <a:pt x="69971" y="16929"/>
                  <a:pt x="69348" y="14514"/>
                  <a:pt x="68101" y="12975"/>
                </a:cubicBezTo>
                <a:cubicBezTo>
                  <a:pt x="66854" y="11436"/>
                  <a:pt x="64850" y="10667"/>
                  <a:pt x="62091" y="10667"/>
                </a:cubicBezTo>
                <a:cubicBezTo>
                  <a:pt x="60499" y="10667"/>
                  <a:pt x="58787" y="11078"/>
                  <a:pt x="56956" y="11901"/>
                </a:cubicBezTo>
                <a:cubicBezTo>
                  <a:pt x="55125" y="12723"/>
                  <a:pt x="53281" y="13864"/>
                  <a:pt x="51424" y="15324"/>
                </a:cubicBezTo>
                <a:cubicBezTo>
                  <a:pt x="49566" y="16783"/>
                  <a:pt x="47749" y="18508"/>
                  <a:pt x="45971" y="20498"/>
                </a:cubicBezTo>
                <a:cubicBezTo>
                  <a:pt x="44193" y="22488"/>
                  <a:pt x="42561" y="24611"/>
                  <a:pt x="41075" y="26866"/>
                </a:cubicBezTo>
                <a:cubicBezTo>
                  <a:pt x="39589" y="29122"/>
                  <a:pt x="38276" y="31483"/>
                  <a:pt x="37135" y="33951"/>
                </a:cubicBezTo>
                <a:cubicBezTo>
                  <a:pt x="35994" y="36419"/>
                  <a:pt x="35158" y="38873"/>
                  <a:pt x="34627" y="41314"/>
                </a:cubicBezTo>
                <a:lnTo>
                  <a:pt x="25712" y="81275"/>
                </a:lnTo>
                <a:lnTo>
                  <a:pt x="10110" y="81275"/>
                </a:lnTo>
                <a:lnTo>
                  <a:pt x="22050" y="29374"/>
                </a:lnTo>
                <a:cubicBezTo>
                  <a:pt x="22740" y="26614"/>
                  <a:pt x="23244" y="24146"/>
                  <a:pt x="23563" y="21971"/>
                </a:cubicBezTo>
                <a:cubicBezTo>
                  <a:pt x="23881" y="19795"/>
                  <a:pt x="24040" y="18017"/>
                  <a:pt x="24040" y="16637"/>
                </a:cubicBezTo>
                <a:cubicBezTo>
                  <a:pt x="24040" y="12763"/>
                  <a:pt x="22475" y="10826"/>
                  <a:pt x="19344" y="10826"/>
                </a:cubicBezTo>
                <a:cubicBezTo>
                  <a:pt x="18388" y="10826"/>
                  <a:pt x="17420" y="11025"/>
                  <a:pt x="16438" y="11423"/>
                </a:cubicBezTo>
                <a:cubicBezTo>
                  <a:pt x="15456" y="11821"/>
                  <a:pt x="14421" y="12418"/>
                  <a:pt x="13334" y="13214"/>
                </a:cubicBezTo>
                <a:cubicBezTo>
                  <a:pt x="12246" y="14010"/>
                  <a:pt x="11065" y="15018"/>
                  <a:pt x="9791" y="16239"/>
                </a:cubicBezTo>
                <a:cubicBezTo>
                  <a:pt x="8518" y="17460"/>
                  <a:pt x="7085" y="18893"/>
                  <a:pt x="5493" y="20538"/>
                </a:cubicBezTo>
                <a:lnTo>
                  <a:pt x="0" y="15363"/>
                </a:lnTo>
                <a:cubicBezTo>
                  <a:pt x="2653" y="12657"/>
                  <a:pt x="5081" y="10335"/>
                  <a:pt x="7284" y="8398"/>
                </a:cubicBezTo>
                <a:cubicBezTo>
                  <a:pt x="9486" y="6461"/>
                  <a:pt x="11582" y="4869"/>
                  <a:pt x="13572" y="3622"/>
                </a:cubicBezTo>
                <a:cubicBezTo>
                  <a:pt x="15562" y="2375"/>
                  <a:pt x="17539" y="1459"/>
                  <a:pt x="19503" y="876"/>
                </a:cubicBezTo>
                <a:cubicBezTo>
                  <a:pt x="21466" y="292"/>
                  <a:pt x="23536" y="0"/>
                  <a:pt x="25712" y="0"/>
                </a:cubicBezTo>
                <a:cubicBezTo>
                  <a:pt x="29639" y="0"/>
                  <a:pt x="32677" y="1287"/>
                  <a:pt x="34826" y="3861"/>
                </a:cubicBezTo>
                <a:cubicBezTo>
                  <a:pt x="36976" y="6435"/>
                  <a:pt x="38050" y="9818"/>
                  <a:pt x="38050" y="14010"/>
                </a:cubicBezTo>
                <a:cubicBezTo>
                  <a:pt x="38050" y="15072"/>
                  <a:pt x="37958" y="16186"/>
                  <a:pt x="37772" y="17354"/>
                </a:cubicBezTo>
                <a:cubicBezTo>
                  <a:pt x="37586" y="18521"/>
                  <a:pt x="37254" y="19635"/>
                  <a:pt x="36777" y="20697"/>
                </a:cubicBezTo>
                <a:lnTo>
                  <a:pt x="37891" y="210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text-157 ...">
            <a:extLst xmlns:a="http://schemas.openxmlformats.org/drawingml/2006/main">
              <a:ext uri="{FF2B5EF4-FFF2-40B4-BE49-F238E27FC236}">
                <a16:creationId xmlns:a16="http://schemas.microsoft.com/office/drawing/2014/main" id="{AAB57DD9-92DE-42D5-A928-BBF4DFF2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8604" y="2204832"/>
            <a:ext cx="286236" cy="395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50E0A8AF-5F92-47AE-BFD3-439A4242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983" y="2720207"/>
            <a:ext cx="903450" cy="581723"/>
          </a:xfrm>
          <a:custGeom xmlns:a="http://schemas.openxmlformats.org/drawingml/2006/main">
            <a:pathLst>
              <a:path w="659236" h="424476">
                <a:moveTo>
                  <a:pt x="0" y="79626"/>
                </a:moveTo>
                <a:lnTo>
                  <a:pt x="23907" y="71720"/>
                </a:lnTo>
                <a:lnTo>
                  <a:pt x="47812" y="63814"/>
                </a:lnTo>
                <a:lnTo>
                  <a:pt x="201" y="0"/>
                </a:lnTo>
                <a:lnTo>
                  <a:pt x="0" y="79626"/>
                </a:lnTo>
                <a:moveTo>
                  <a:pt x="659236" y="424022"/>
                </a:moveTo>
                <a:lnTo>
                  <a:pt x="659110" y="418836"/>
                </a:lnTo>
                <a:lnTo>
                  <a:pt x="658719" y="413422"/>
                </a:lnTo>
                <a:lnTo>
                  <a:pt x="658089" y="408035"/>
                </a:lnTo>
                <a:lnTo>
                  <a:pt x="657221" y="402659"/>
                </a:lnTo>
                <a:lnTo>
                  <a:pt x="656101" y="397309"/>
                </a:lnTo>
                <a:lnTo>
                  <a:pt x="654754" y="391996"/>
                </a:lnTo>
                <a:lnTo>
                  <a:pt x="653167" y="386709"/>
                </a:lnTo>
                <a:lnTo>
                  <a:pt x="651366" y="381447"/>
                </a:lnTo>
                <a:lnTo>
                  <a:pt x="649353" y="376235"/>
                </a:lnTo>
                <a:lnTo>
                  <a:pt x="647125" y="371048"/>
                </a:lnTo>
                <a:lnTo>
                  <a:pt x="644683" y="365912"/>
                </a:lnTo>
                <a:lnTo>
                  <a:pt x="642052" y="360814"/>
                </a:lnTo>
                <a:lnTo>
                  <a:pt x="639206" y="355752"/>
                </a:lnTo>
                <a:lnTo>
                  <a:pt x="636185" y="350742"/>
                </a:lnTo>
                <a:lnTo>
                  <a:pt x="632963" y="345782"/>
                </a:lnTo>
                <a:lnTo>
                  <a:pt x="629526" y="340822"/>
                </a:lnTo>
                <a:lnTo>
                  <a:pt x="622237" y="331204"/>
                </a:lnTo>
                <a:lnTo>
                  <a:pt x="614216" y="321762"/>
                </a:lnTo>
                <a:lnTo>
                  <a:pt x="605542" y="312547"/>
                </a:lnTo>
                <a:lnTo>
                  <a:pt x="596253" y="303584"/>
                </a:lnTo>
                <a:lnTo>
                  <a:pt x="586358" y="294872"/>
                </a:lnTo>
                <a:lnTo>
                  <a:pt x="575921" y="286450"/>
                </a:lnTo>
                <a:lnTo>
                  <a:pt x="564943" y="278330"/>
                </a:lnTo>
                <a:lnTo>
                  <a:pt x="553463" y="270512"/>
                </a:lnTo>
                <a:lnTo>
                  <a:pt x="541503" y="263022"/>
                </a:lnTo>
                <a:lnTo>
                  <a:pt x="529115" y="255884"/>
                </a:lnTo>
                <a:lnTo>
                  <a:pt x="516300" y="249099"/>
                </a:lnTo>
                <a:lnTo>
                  <a:pt x="503094" y="242703"/>
                </a:lnTo>
                <a:lnTo>
                  <a:pt x="489547" y="236711"/>
                </a:lnTo>
                <a:lnTo>
                  <a:pt x="475663" y="231134"/>
                </a:lnTo>
                <a:lnTo>
                  <a:pt x="461474" y="225998"/>
                </a:lnTo>
                <a:lnTo>
                  <a:pt x="447009" y="221327"/>
                </a:lnTo>
                <a:lnTo>
                  <a:pt x="432305" y="217122"/>
                </a:lnTo>
                <a:lnTo>
                  <a:pt x="417388" y="213409"/>
                </a:lnTo>
                <a:lnTo>
                  <a:pt x="402332" y="210224"/>
                </a:lnTo>
                <a:lnTo>
                  <a:pt x="394677" y="208814"/>
                </a:lnTo>
                <a:lnTo>
                  <a:pt x="387023" y="207555"/>
                </a:lnTo>
                <a:lnTo>
                  <a:pt x="379345" y="206435"/>
                </a:lnTo>
                <a:lnTo>
                  <a:pt x="371640" y="205452"/>
                </a:lnTo>
                <a:lnTo>
                  <a:pt x="363909" y="204622"/>
                </a:lnTo>
                <a:lnTo>
                  <a:pt x="356155" y="203929"/>
                </a:lnTo>
                <a:lnTo>
                  <a:pt x="348387" y="203388"/>
                </a:lnTo>
                <a:lnTo>
                  <a:pt x="340595" y="202998"/>
                </a:lnTo>
                <a:lnTo>
                  <a:pt x="332802" y="202758"/>
                </a:lnTo>
                <a:lnTo>
                  <a:pt x="325097" y="202683"/>
                </a:lnTo>
                <a:lnTo>
                  <a:pt x="317482" y="202607"/>
                </a:lnTo>
                <a:lnTo>
                  <a:pt x="317672" y="202607"/>
                </a:lnTo>
                <a:lnTo>
                  <a:pt x="310067" y="202381"/>
                </a:lnTo>
                <a:lnTo>
                  <a:pt x="310255" y="202393"/>
                </a:lnTo>
                <a:lnTo>
                  <a:pt x="302651" y="202003"/>
                </a:lnTo>
                <a:lnTo>
                  <a:pt x="302829" y="202016"/>
                </a:lnTo>
                <a:lnTo>
                  <a:pt x="295250" y="201487"/>
                </a:lnTo>
                <a:lnTo>
                  <a:pt x="295426" y="201499"/>
                </a:lnTo>
                <a:lnTo>
                  <a:pt x="287848" y="200832"/>
                </a:lnTo>
                <a:lnTo>
                  <a:pt x="288024" y="200845"/>
                </a:lnTo>
                <a:lnTo>
                  <a:pt x="280470" y="200026"/>
                </a:lnTo>
                <a:lnTo>
                  <a:pt x="280646" y="200052"/>
                </a:lnTo>
                <a:lnTo>
                  <a:pt x="273119" y="199095"/>
                </a:lnTo>
                <a:lnTo>
                  <a:pt x="273282" y="199120"/>
                </a:lnTo>
                <a:lnTo>
                  <a:pt x="265778" y="198012"/>
                </a:lnTo>
                <a:lnTo>
                  <a:pt x="265956" y="198050"/>
                </a:lnTo>
                <a:lnTo>
                  <a:pt x="258477" y="196816"/>
                </a:lnTo>
                <a:lnTo>
                  <a:pt x="258640" y="196842"/>
                </a:lnTo>
                <a:lnTo>
                  <a:pt x="251200" y="195469"/>
                </a:lnTo>
                <a:lnTo>
                  <a:pt x="251440" y="195520"/>
                </a:lnTo>
                <a:lnTo>
                  <a:pt x="236673" y="192398"/>
                </a:lnTo>
                <a:lnTo>
                  <a:pt x="237000" y="192473"/>
                </a:lnTo>
                <a:lnTo>
                  <a:pt x="222397" y="188847"/>
                </a:lnTo>
                <a:lnTo>
                  <a:pt x="222724" y="188936"/>
                </a:lnTo>
                <a:lnTo>
                  <a:pt x="208335" y="184819"/>
                </a:lnTo>
                <a:lnTo>
                  <a:pt x="208650" y="184907"/>
                </a:lnTo>
                <a:lnTo>
                  <a:pt x="194499" y="180337"/>
                </a:lnTo>
                <a:lnTo>
                  <a:pt x="194803" y="180438"/>
                </a:lnTo>
                <a:lnTo>
                  <a:pt x="180917" y="175415"/>
                </a:lnTo>
                <a:lnTo>
                  <a:pt x="181219" y="175528"/>
                </a:lnTo>
                <a:lnTo>
                  <a:pt x="167635" y="170077"/>
                </a:lnTo>
                <a:lnTo>
                  <a:pt x="167937" y="170203"/>
                </a:lnTo>
                <a:lnTo>
                  <a:pt x="154681" y="164337"/>
                </a:lnTo>
                <a:lnTo>
                  <a:pt x="154983" y="164475"/>
                </a:lnTo>
                <a:lnTo>
                  <a:pt x="142079" y="158231"/>
                </a:lnTo>
                <a:lnTo>
                  <a:pt x="142382" y="158382"/>
                </a:lnTo>
                <a:lnTo>
                  <a:pt x="129869" y="151760"/>
                </a:lnTo>
                <a:lnTo>
                  <a:pt x="130158" y="151924"/>
                </a:lnTo>
                <a:lnTo>
                  <a:pt x="118060" y="144950"/>
                </a:lnTo>
                <a:lnTo>
                  <a:pt x="118362" y="145139"/>
                </a:lnTo>
                <a:lnTo>
                  <a:pt x="106716" y="137837"/>
                </a:lnTo>
                <a:lnTo>
                  <a:pt x="107020" y="138026"/>
                </a:lnTo>
                <a:lnTo>
                  <a:pt x="95839" y="130422"/>
                </a:lnTo>
                <a:lnTo>
                  <a:pt x="96141" y="130636"/>
                </a:lnTo>
                <a:lnTo>
                  <a:pt x="85467" y="122743"/>
                </a:lnTo>
                <a:lnTo>
                  <a:pt x="85781" y="122969"/>
                </a:lnTo>
                <a:lnTo>
                  <a:pt x="75646" y="114799"/>
                </a:lnTo>
                <a:lnTo>
                  <a:pt x="75962" y="115064"/>
                </a:lnTo>
                <a:lnTo>
                  <a:pt x="66394" y="106641"/>
                </a:lnTo>
                <a:lnTo>
                  <a:pt x="66708" y="106931"/>
                </a:lnTo>
                <a:lnTo>
                  <a:pt x="57732" y="98270"/>
                </a:lnTo>
                <a:lnTo>
                  <a:pt x="58048" y="98597"/>
                </a:lnTo>
                <a:lnTo>
                  <a:pt x="49701" y="89722"/>
                </a:lnTo>
                <a:lnTo>
                  <a:pt x="50015" y="90087"/>
                </a:lnTo>
                <a:lnTo>
                  <a:pt x="42325" y="81023"/>
                </a:lnTo>
                <a:lnTo>
                  <a:pt x="42652" y="81426"/>
                </a:lnTo>
                <a:lnTo>
                  <a:pt x="35639" y="72185"/>
                </a:lnTo>
                <a:lnTo>
                  <a:pt x="35879" y="72513"/>
                </a:lnTo>
                <a:lnTo>
                  <a:pt x="32630" y="67830"/>
                </a:lnTo>
                <a:lnTo>
                  <a:pt x="33802" y="70146"/>
                </a:lnTo>
                <a:lnTo>
                  <a:pt x="20985" y="32794"/>
                </a:lnTo>
                <a:lnTo>
                  <a:pt x="3123" y="38925"/>
                </a:lnTo>
                <a:lnTo>
                  <a:pt x="16366" y="77510"/>
                </a:lnTo>
                <a:lnTo>
                  <a:pt x="20470" y="83427"/>
                </a:lnTo>
                <a:lnTo>
                  <a:pt x="27757" y="93045"/>
                </a:lnTo>
                <a:lnTo>
                  <a:pt x="35778" y="102487"/>
                </a:lnTo>
                <a:lnTo>
                  <a:pt x="44452" y="111702"/>
                </a:lnTo>
                <a:lnTo>
                  <a:pt x="53741" y="120665"/>
                </a:lnTo>
                <a:lnTo>
                  <a:pt x="63637" y="129377"/>
                </a:lnTo>
                <a:lnTo>
                  <a:pt x="74073" y="137799"/>
                </a:lnTo>
                <a:lnTo>
                  <a:pt x="85051" y="145919"/>
                </a:lnTo>
                <a:lnTo>
                  <a:pt x="96532" y="153737"/>
                </a:lnTo>
                <a:lnTo>
                  <a:pt x="108491" y="161227"/>
                </a:lnTo>
                <a:lnTo>
                  <a:pt x="120879" y="168365"/>
                </a:lnTo>
                <a:lnTo>
                  <a:pt x="133696" y="175151"/>
                </a:lnTo>
                <a:lnTo>
                  <a:pt x="146902" y="181546"/>
                </a:lnTo>
                <a:lnTo>
                  <a:pt x="160447" y="187538"/>
                </a:lnTo>
                <a:lnTo>
                  <a:pt x="174333" y="193115"/>
                </a:lnTo>
                <a:lnTo>
                  <a:pt x="188520" y="198252"/>
                </a:lnTo>
                <a:lnTo>
                  <a:pt x="202985" y="202922"/>
                </a:lnTo>
                <a:lnTo>
                  <a:pt x="217689" y="207127"/>
                </a:lnTo>
                <a:lnTo>
                  <a:pt x="232606" y="210841"/>
                </a:lnTo>
                <a:lnTo>
                  <a:pt x="247664" y="214025"/>
                </a:lnTo>
                <a:lnTo>
                  <a:pt x="255317" y="215435"/>
                </a:lnTo>
                <a:lnTo>
                  <a:pt x="262959" y="216694"/>
                </a:lnTo>
                <a:lnTo>
                  <a:pt x="270639" y="217815"/>
                </a:lnTo>
                <a:lnTo>
                  <a:pt x="278356" y="218797"/>
                </a:lnTo>
                <a:lnTo>
                  <a:pt x="286085" y="219628"/>
                </a:lnTo>
                <a:lnTo>
                  <a:pt x="293839" y="220320"/>
                </a:lnTo>
                <a:lnTo>
                  <a:pt x="301608" y="220861"/>
                </a:lnTo>
                <a:lnTo>
                  <a:pt x="309399" y="221251"/>
                </a:lnTo>
                <a:lnTo>
                  <a:pt x="317192" y="221491"/>
                </a:lnTo>
                <a:lnTo>
                  <a:pt x="324897" y="221567"/>
                </a:lnTo>
                <a:lnTo>
                  <a:pt x="332513" y="221642"/>
                </a:lnTo>
                <a:lnTo>
                  <a:pt x="332324" y="221642"/>
                </a:lnTo>
                <a:lnTo>
                  <a:pt x="339928" y="221868"/>
                </a:lnTo>
                <a:lnTo>
                  <a:pt x="339739" y="221856"/>
                </a:lnTo>
                <a:lnTo>
                  <a:pt x="347343" y="222246"/>
                </a:lnTo>
                <a:lnTo>
                  <a:pt x="347167" y="222234"/>
                </a:lnTo>
                <a:lnTo>
                  <a:pt x="354745" y="222762"/>
                </a:lnTo>
                <a:lnTo>
                  <a:pt x="354570" y="222750"/>
                </a:lnTo>
                <a:lnTo>
                  <a:pt x="362148" y="223417"/>
                </a:lnTo>
                <a:lnTo>
                  <a:pt x="361971" y="223404"/>
                </a:lnTo>
                <a:lnTo>
                  <a:pt x="369524" y="224222"/>
                </a:lnTo>
                <a:lnTo>
                  <a:pt x="369348" y="224197"/>
                </a:lnTo>
                <a:lnTo>
                  <a:pt x="376875" y="225154"/>
                </a:lnTo>
                <a:lnTo>
                  <a:pt x="376700" y="225129"/>
                </a:lnTo>
                <a:lnTo>
                  <a:pt x="384216" y="226237"/>
                </a:lnTo>
                <a:lnTo>
                  <a:pt x="384040" y="226199"/>
                </a:lnTo>
                <a:lnTo>
                  <a:pt x="391518" y="227433"/>
                </a:lnTo>
                <a:lnTo>
                  <a:pt x="391354" y="227408"/>
                </a:lnTo>
                <a:lnTo>
                  <a:pt x="398794" y="228780"/>
                </a:lnTo>
                <a:lnTo>
                  <a:pt x="398555" y="228730"/>
                </a:lnTo>
                <a:lnTo>
                  <a:pt x="413321" y="231851"/>
                </a:lnTo>
                <a:lnTo>
                  <a:pt x="412994" y="231776"/>
                </a:lnTo>
                <a:lnTo>
                  <a:pt x="427597" y="235402"/>
                </a:lnTo>
                <a:lnTo>
                  <a:pt x="427271" y="235313"/>
                </a:lnTo>
                <a:lnTo>
                  <a:pt x="441661" y="239430"/>
                </a:lnTo>
                <a:lnTo>
                  <a:pt x="441345" y="239342"/>
                </a:lnTo>
                <a:lnTo>
                  <a:pt x="455495" y="243912"/>
                </a:lnTo>
                <a:lnTo>
                  <a:pt x="455193" y="243811"/>
                </a:lnTo>
                <a:lnTo>
                  <a:pt x="469079" y="248834"/>
                </a:lnTo>
                <a:lnTo>
                  <a:pt x="468777" y="248721"/>
                </a:lnTo>
                <a:lnTo>
                  <a:pt x="482359" y="254172"/>
                </a:lnTo>
                <a:lnTo>
                  <a:pt x="482058" y="254046"/>
                </a:lnTo>
                <a:lnTo>
                  <a:pt x="495313" y="259912"/>
                </a:lnTo>
                <a:lnTo>
                  <a:pt x="495011" y="259774"/>
                </a:lnTo>
                <a:lnTo>
                  <a:pt x="507916" y="266018"/>
                </a:lnTo>
                <a:lnTo>
                  <a:pt x="507614" y="265867"/>
                </a:lnTo>
                <a:lnTo>
                  <a:pt x="520127" y="272489"/>
                </a:lnTo>
                <a:lnTo>
                  <a:pt x="519836" y="272325"/>
                </a:lnTo>
                <a:lnTo>
                  <a:pt x="531934" y="279300"/>
                </a:lnTo>
                <a:lnTo>
                  <a:pt x="531633" y="279111"/>
                </a:lnTo>
                <a:lnTo>
                  <a:pt x="543278" y="286412"/>
                </a:lnTo>
                <a:lnTo>
                  <a:pt x="542976" y="286223"/>
                </a:lnTo>
                <a:lnTo>
                  <a:pt x="554155" y="293827"/>
                </a:lnTo>
                <a:lnTo>
                  <a:pt x="553853" y="293613"/>
                </a:lnTo>
                <a:lnTo>
                  <a:pt x="564515" y="301506"/>
                </a:lnTo>
                <a:lnTo>
                  <a:pt x="564213" y="301280"/>
                </a:lnTo>
                <a:lnTo>
                  <a:pt x="574348" y="309450"/>
                </a:lnTo>
                <a:lnTo>
                  <a:pt x="574032" y="309186"/>
                </a:lnTo>
                <a:lnTo>
                  <a:pt x="583601" y="317608"/>
                </a:lnTo>
                <a:lnTo>
                  <a:pt x="583286" y="317318"/>
                </a:lnTo>
                <a:lnTo>
                  <a:pt x="592262" y="325980"/>
                </a:lnTo>
                <a:lnTo>
                  <a:pt x="591948" y="325652"/>
                </a:lnTo>
                <a:lnTo>
                  <a:pt x="600293" y="334527"/>
                </a:lnTo>
                <a:lnTo>
                  <a:pt x="599979" y="334162"/>
                </a:lnTo>
                <a:lnTo>
                  <a:pt x="607671" y="343226"/>
                </a:lnTo>
                <a:lnTo>
                  <a:pt x="607343" y="342823"/>
                </a:lnTo>
                <a:lnTo>
                  <a:pt x="614355" y="352064"/>
                </a:lnTo>
                <a:lnTo>
                  <a:pt x="614117" y="351737"/>
                </a:lnTo>
                <a:lnTo>
                  <a:pt x="617364" y="356420"/>
                </a:lnTo>
                <a:lnTo>
                  <a:pt x="617200" y="356180"/>
                </a:lnTo>
                <a:lnTo>
                  <a:pt x="620259" y="360889"/>
                </a:lnTo>
                <a:lnTo>
                  <a:pt x="620096" y="360637"/>
                </a:lnTo>
                <a:lnTo>
                  <a:pt x="622979" y="365395"/>
                </a:lnTo>
                <a:lnTo>
                  <a:pt x="622815" y="365131"/>
                </a:lnTo>
                <a:lnTo>
                  <a:pt x="625496" y="369903"/>
                </a:lnTo>
                <a:lnTo>
                  <a:pt x="625345" y="369626"/>
                </a:lnTo>
                <a:lnTo>
                  <a:pt x="627839" y="374435"/>
                </a:lnTo>
                <a:lnTo>
                  <a:pt x="627687" y="374145"/>
                </a:lnTo>
                <a:lnTo>
                  <a:pt x="629991" y="378980"/>
                </a:lnTo>
                <a:lnTo>
                  <a:pt x="629840" y="378664"/>
                </a:lnTo>
                <a:lnTo>
                  <a:pt x="631942" y="383537"/>
                </a:lnTo>
                <a:lnTo>
                  <a:pt x="631803" y="383209"/>
                </a:lnTo>
                <a:lnTo>
                  <a:pt x="633692" y="388081"/>
                </a:lnTo>
                <a:lnTo>
                  <a:pt x="633566" y="387741"/>
                </a:lnTo>
                <a:lnTo>
                  <a:pt x="635240" y="392651"/>
                </a:lnTo>
                <a:lnTo>
                  <a:pt x="635127" y="392286"/>
                </a:lnTo>
                <a:lnTo>
                  <a:pt x="636600" y="397208"/>
                </a:lnTo>
                <a:lnTo>
                  <a:pt x="636501" y="396830"/>
                </a:lnTo>
                <a:lnTo>
                  <a:pt x="637747" y="401765"/>
                </a:lnTo>
                <a:lnTo>
                  <a:pt x="637658" y="401375"/>
                </a:lnTo>
                <a:lnTo>
                  <a:pt x="638691" y="406322"/>
                </a:lnTo>
                <a:lnTo>
                  <a:pt x="638615" y="405907"/>
                </a:lnTo>
                <a:lnTo>
                  <a:pt x="639421" y="410867"/>
                </a:lnTo>
                <a:lnTo>
                  <a:pt x="639357" y="410452"/>
                </a:lnTo>
                <a:lnTo>
                  <a:pt x="639948" y="415412"/>
                </a:lnTo>
                <a:lnTo>
                  <a:pt x="639898" y="414971"/>
                </a:lnTo>
                <a:lnTo>
                  <a:pt x="640252" y="419944"/>
                </a:lnTo>
                <a:lnTo>
                  <a:pt x="640239" y="419504"/>
                </a:lnTo>
                <a:lnTo>
                  <a:pt x="640351" y="424476"/>
                </a:lnTo>
                <a:lnTo>
                  <a:pt x="659236" y="4240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3CAB5239-8351-4FAE-9A08-1E4DA8F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572" y="2720207"/>
            <a:ext cx="2800939" cy="581896"/>
          </a:xfrm>
          <a:custGeom xmlns:a="http://schemas.openxmlformats.org/drawingml/2006/main">
            <a:pathLst>
              <a:path w="2043810" h="424602">
                <a:moveTo>
                  <a:pt x="2014567" y="74061"/>
                </a:moveTo>
                <a:lnTo>
                  <a:pt x="1995279" y="57884"/>
                </a:lnTo>
                <a:lnTo>
                  <a:pt x="1975981" y="41695"/>
                </a:lnTo>
                <a:lnTo>
                  <a:pt x="2043810" y="0"/>
                </a:lnTo>
                <a:lnTo>
                  <a:pt x="2014567" y="74061"/>
                </a:lnTo>
                <a:moveTo>
                  <a:pt x="0" y="423897"/>
                </a:moveTo>
                <a:lnTo>
                  <a:pt x="99" y="421064"/>
                </a:lnTo>
                <a:lnTo>
                  <a:pt x="453" y="417892"/>
                </a:lnTo>
                <a:lnTo>
                  <a:pt x="1031" y="414745"/>
                </a:lnTo>
                <a:lnTo>
                  <a:pt x="1837" y="411635"/>
                </a:lnTo>
                <a:lnTo>
                  <a:pt x="2856" y="408564"/>
                </a:lnTo>
                <a:lnTo>
                  <a:pt x="4129" y="405416"/>
                </a:lnTo>
                <a:lnTo>
                  <a:pt x="7087" y="399638"/>
                </a:lnTo>
                <a:lnTo>
                  <a:pt x="10838" y="393910"/>
                </a:lnTo>
                <a:lnTo>
                  <a:pt x="15256" y="388333"/>
                </a:lnTo>
                <a:lnTo>
                  <a:pt x="20342" y="382907"/>
                </a:lnTo>
                <a:lnTo>
                  <a:pt x="26046" y="377582"/>
                </a:lnTo>
                <a:lnTo>
                  <a:pt x="32366" y="372357"/>
                </a:lnTo>
                <a:lnTo>
                  <a:pt x="39289" y="367221"/>
                </a:lnTo>
                <a:lnTo>
                  <a:pt x="46804" y="362160"/>
                </a:lnTo>
                <a:lnTo>
                  <a:pt x="54899" y="357163"/>
                </a:lnTo>
                <a:lnTo>
                  <a:pt x="63574" y="352228"/>
                </a:lnTo>
                <a:lnTo>
                  <a:pt x="72827" y="347343"/>
                </a:lnTo>
                <a:lnTo>
                  <a:pt x="82633" y="342522"/>
                </a:lnTo>
                <a:lnTo>
                  <a:pt x="92994" y="337737"/>
                </a:lnTo>
                <a:lnTo>
                  <a:pt x="103883" y="333017"/>
                </a:lnTo>
                <a:lnTo>
                  <a:pt x="115313" y="328346"/>
                </a:lnTo>
                <a:lnTo>
                  <a:pt x="127273" y="323726"/>
                </a:lnTo>
                <a:lnTo>
                  <a:pt x="139737" y="319156"/>
                </a:lnTo>
                <a:lnTo>
                  <a:pt x="152703" y="314650"/>
                </a:lnTo>
                <a:lnTo>
                  <a:pt x="166161" y="310193"/>
                </a:lnTo>
                <a:lnTo>
                  <a:pt x="180097" y="305799"/>
                </a:lnTo>
                <a:lnTo>
                  <a:pt x="194512" y="301469"/>
                </a:lnTo>
                <a:lnTo>
                  <a:pt x="209379" y="297189"/>
                </a:lnTo>
                <a:lnTo>
                  <a:pt x="224687" y="292984"/>
                </a:lnTo>
                <a:lnTo>
                  <a:pt x="240449" y="288829"/>
                </a:lnTo>
                <a:lnTo>
                  <a:pt x="256625" y="284763"/>
                </a:lnTo>
                <a:lnTo>
                  <a:pt x="273218" y="280747"/>
                </a:lnTo>
                <a:lnTo>
                  <a:pt x="290214" y="276820"/>
                </a:lnTo>
                <a:lnTo>
                  <a:pt x="307599" y="272955"/>
                </a:lnTo>
                <a:lnTo>
                  <a:pt x="325374" y="269165"/>
                </a:lnTo>
                <a:lnTo>
                  <a:pt x="343515" y="265464"/>
                </a:lnTo>
                <a:lnTo>
                  <a:pt x="362008" y="261838"/>
                </a:lnTo>
                <a:lnTo>
                  <a:pt x="380854" y="258301"/>
                </a:lnTo>
                <a:lnTo>
                  <a:pt x="400040" y="254852"/>
                </a:lnTo>
                <a:lnTo>
                  <a:pt x="419539" y="251478"/>
                </a:lnTo>
                <a:lnTo>
                  <a:pt x="439355" y="248205"/>
                </a:lnTo>
                <a:lnTo>
                  <a:pt x="459486" y="245020"/>
                </a:lnTo>
                <a:lnTo>
                  <a:pt x="479892" y="241936"/>
                </a:lnTo>
                <a:lnTo>
                  <a:pt x="500575" y="238952"/>
                </a:lnTo>
                <a:lnTo>
                  <a:pt x="521525" y="236056"/>
                </a:lnTo>
                <a:lnTo>
                  <a:pt x="542737" y="233274"/>
                </a:lnTo>
                <a:lnTo>
                  <a:pt x="564189" y="230593"/>
                </a:lnTo>
                <a:lnTo>
                  <a:pt x="585878" y="228012"/>
                </a:lnTo>
                <a:lnTo>
                  <a:pt x="607783" y="225544"/>
                </a:lnTo>
                <a:lnTo>
                  <a:pt x="629890" y="223190"/>
                </a:lnTo>
                <a:lnTo>
                  <a:pt x="652210" y="220962"/>
                </a:lnTo>
                <a:lnTo>
                  <a:pt x="674707" y="218834"/>
                </a:lnTo>
                <a:lnTo>
                  <a:pt x="697380" y="216833"/>
                </a:lnTo>
                <a:lnTo>
                  <a:pt x="720203" y="214957"/>
                </a:lnTo>
                <a:lnTo>
                  <a:pt x="743190" y="213195"/>
                </a:lnTo>
                <a:lnTo>
                  <a:pt x="766316" y="211571"/>
                </a:lnTo>
                <a:lnTo>
                  <a:pt x="789580" y="210060"/>
                </a:lnTo>
                <a:lnTo>
                  <a:pt x="812946" y="208701"/>
                </a:lnTo>
                <a:lnTo>
                  <a:pt x="836425" y="207454"/>
                </a:lnTo>
                <a:lnTo>
                  <a:pt x="859991" y="206359"/>
                </a:lnTo>
                <a:lnTo>
                  <a:pt x="883646" y="205402"/>
                </a:lnTo>
                <a:lnTo>
                  <a:pt x="907365" y="204584"/>
                </a:lnTo>
                <a:lnTo>
                  <a:pt x="931144" y="203904"/>
                </a:lnTo>
                <a:lnTo>
                  <a:pt x="954975" y="203375"/>
                </a:lnTo>
                <a:lnTo>
                  <a:pt x="978832" y="202985"/>
                </a:lnTo>
                <a:lnTo>
                  <a:pt x="1002727" y="202758"/>
                </a:lnTo>
                <a:lnTo>
                  <a:pt x="1026594" y="202683"/>
                </a:lnTo>
                <a:lnTo>
                  <a:pt x="1050425" y="202607"/>
                </a:lnTo>
                <a:lnTo>
                  <a:pt x="1050363" y="202607"/>
                </a:lnTo>
                <a:lnTo>
                  <a:pt x="1074194" y="202381"/>
                </a:lnTo>
                <a:lnTo>
                  <a:pt x="1074131" y="202381"/>
                </a:lnTo>
                <a:lnTo>
                  <a:pt x="1097936" y="201990"/>
                </a:lnTo>
                <a:lnTo>
                  <a:pt x="1097873" y="202003"/>
                </a:lnTo>
                <a:lnTo>
                  <a:pt x="1121642" y="201475"/>
                </a:lnTo>
                <a:lnTo>
                  <a:pt x="1121590" y="201475"/>
                </a:lnTo>
                <a:lnTo>
                  <a:pt x="1145309" y="200795"/>
                </a:lnTo>
                <a:lnTo>
                  <a:pt x="1145258" y="200795"/>
                </a:lnTo>
                <a:lnTo>
                  <a:pt x="1168913" y="199976"/>
                </a:lnTo>
                <a:lnTo>
                  <a:pt x="1168863" y="199976"/>
                </a:lnTo>
                <a:lnTo>
                  <a:pt x="1192454" y="199019"/>
                </a:lnTo>
                <a:lnTo>
                  <a:pt x="1192392" y="199019"/>
                </a:lnTo>
                <a:lnTo>
                  <a:pt x="1215908" y="197924"/>
                </a:lnTo>
                <a:lnTo>
                  <a:pt x="1215857" y="197937"/>
                </a:lnTo>
                <a:lnTo>
                  <a:pt x="1239274" y="196703"/>
                </a:lnTo>
                <a:lnTo>
                  <a:pt x="1239210" y="196703"/>
                </a:lnTo>
                <a:lnTo>
                  <a:pt x="1262524" y="195331"/>
                </a:lnTo>
                <a:lnTo>
                  <a:pt x="1262474" y="195343"/>
                </a:lnTo>
                <a:lnTo>
                  <a:pt x="1285676" y="193846"/>
                </a:lnTo>
                <a:lnTo>
                  <a:pt x="1285613" y="193846"/>
                </a:lnTo>
                <a:lnTo>
                  <a:pt x="1308689" y="192221"/>
                </a:lnTo>
                <a:lnTo>
                  <a:pt x="1308639" y="192221"/>
                </a:lnTo>
                <a:lnTo>
                  <a:pt x="1331563" y="190472"/>
                </a:lnTo>
                <a:lnTo>
                  <a:pt x="1331513" y="190472"/>
                </a:lnTo>
                <a:lnTo>
                  <a:pt x="1354285" y="188596"/>
                </a:lnTo>
                <a:lnTo>
                  <a:pt x="1354236" y="188609"/>
                </a:lnTo>
                <a:lnTo>
                  <a:pt x="1376845" y="186607"/>
                </a:lnTo>
                <a:lnTo>
                  <a:pt x="1376795" y="186607"/>
                </a:lnTo>
                <a:lnTo>
                  <a:pt x="1399229" y="184492"/>
                </a:lnTo>
                <a:lnTo>
                  <a:pt x="1399177" y="184504"/>
                </a:lnTo>
                <a:lnTo>
                  <a:pt x="1421435" y="182263"/>
                </a:lnTo>
                <a:lnTo>
                  <a:pt x="1421373" y="182276"/>
                </a:lnTo>
                <a:lnTo>
                  <a:pt x="1443428" y="179922"/>
                </a:lnTo>
                <a:lnTo>
                  <a:pt x="1443379" y="179935"/>
                </a:lnTo>
                <a:lnTo>
                  <a:pt x="1465221" y="177480"/>
                </a:lnTo>
                <a:lnTo>
                  <a:pt x="1465170" y="177480"/>
                </a:lnTo>
                <a:lnTo>
                  <a:pt x="1486797" y="174911"/>
                </a:lnTo>
                <a:lnTo>
                  <a:pt x="1486735" y="174924"/>
                </a:lnTo>
                <a:lnTo>
                  <a:pt x="1508123" y="172243"/>
                </a:lnTo>
                <a:lnTo>
                  <a:pt x="1508073" y="172255"/>
                </a:lnTo>
                <a:lnTo>
                  <a:pt x="1529223" y="169473"/>
                </a:lnTo>
                <a:lnTo>
                  <a:pt x="1529160" y="169486"/>
                </a:lnTo>
                <a:lnTo>
                  <a:pt x="1550058" y="166603"/>
                </a:lnTo>
                <a:lnTo>
                  <a:pt x="1549995" y="166603"/>
                </a:lnTo>
                <a:lnTo>
                  <a:pt x="1570616" y="163632"/>
                </a:lnTo>
                <a:lnTo>
                  <a:pt x="1570553" y="163632"/>
                </a:lnTo>
                <a:lnTo>
                  <a:pt x="1590909" y="160560"/>
                </a:lnTo>
                <a:lnTo>
                  <a:pt x="1590847" y="160572"/>
                </a:lnTo>
                <a:lnTo>
                  <a:pt x="1610900" y="157400"/>
                </a:lnTo>
                <a:lnTo>
                  <a:pt x="1610825" y="157413"/>
                </a:lnTo>
                <a:lnTo>
                  <a:pt x="1630589" y="154140"/>
                </a:lnTo>
                <a:lnTo>
                  <a:pt x="1630514" y="154152"/>
                </a:lnTo>
                <a:lnTo>
                  <a:pt x="1649951" y="150804"/>
                </a:lnTo>
                <a:lnTo>
                  <a:pt x="1649889" y="150816"/>
                </a:lnTo>
                <a:lnTo>
                  <a:pt x="1669000" y="147367"/>
                </a:lnTo>
                <a:lnTo>
                  <a:pt x="1668936" y="147379"/>
                </a:lnTo>
                <a:lnTo>
                  <a:pt x="1687705" y="143855"/>
                </a:lnTo>
                <a:lnTo>
                  <a:pt x="1687631" y="143867"/>
                </a:lnTo>
                <a:lnTo>
                  <a:pt x="1706061" y="140254"/>
                </a:lnTo>
                <a:lnTo>
                  <a:pt x="1705985" y="140279"/>
                </a:lnTo>
                <a:lnTo>
                  <a:pt x="1724049" y="136590"/>
                </a:lnTo>
                <a:lnTo>
                  <a:pt x="1723975" y="136603"/>
                </a:lnTo>
                <a:lnTo>
                  <a:pt x="1741661" y="132839"/>
                </a:lnTo>
                <a:lnTo>
                  <a:pt x="1741587" y="132852"/>
                </a:lnTo>
                <a:lnTo>
                  <a:pt x="1758897" y="129012"/>
                </a:lnTo>
                <a:lnTo>
                  <a:pt x="1758808" y="129024"/>
                </a:lnTo>
                <a:lnTo>
                  <a:pt x="1775716" y="125110"/>
                </a:lnTo>
                <a:lnTo>
                  <a:pt x="1775641" y="125134"/>
                </a:lnTo>
                <a:lnTo>
                  <a:pt x="1792144" y="121144"/>
                </a:lnTo>
                <a:lnTo>
                  <a:pt x="1792044" y="121169"/>
                </a:lnTo>
                <a:lnTo>
                  <a:pt x="1808133" y="117115"/>
                </a:lnTo>
                <a:lnTo>
                  <a:pt x="1808044" y="117141"/>
                </a:lnTo>
                <a:lnTo>
                  <a:pt x="1823691" y="113024"/>
                </a:lnTo>
                <a:lnTo>
                  <a:pt x="1823592" y="113049"/>
                </a:lnTo>
                <a:lnTo>
                  <a:pt x="1838812" y="108870"/>
                </a:lnTo>
                <a:lnTo>
                  <a:pt x="1838699" y="108895"/>
                </a:lnTo>
                <a:lnTo>
                  <a:pt x="1853453" y="104652"/>
                </a:lnTo>
                <a:lnTo>
                  <a:pt x="1853352" y="104690"/>
                </a:lnTo>
                <a:lnTo>
                  <a:pt x="1867640" y="100385"/>
                </a:lnTo>
                <a:lnTo>
                  <a:pt x="1867514" y="100422"/>
                </a:lnTo>
                <a:lnTo>
                  <a:pt x="1881338" y="96067"/>
                </a:lnTo>
                <a:lnTo>
                  <a:pt x="1881212" y="96105"/>
                </a:lnTo>
                <a:lnTo>
                  <a:pt x="1894530" y="91698"/>
                </a:lnTo>
                <a:lnTo>
                  <a:pt x="1894404" y="91736"/>
                </a:lnTo>
                <a:lnTo>
                  <a:pt x="1907233" y="87279"/>
                </a:lnTo>
                <a:lnTo>
                  <a:pt x="1907082" y="87330"/>
                </a:lnTo>
                <a:lnTo>
                  <a:pt x="1919394" y="82823"/>
                </a:lnTo>
                <a:lnTo>
                  <a:pt x="1919243" y="82873"/>
                </a:lnTo>
                <a:lnTo>
                  <a:pt x="1931025" y="78329"/>
                </a:lnTo>
                <a:lnTo>
                  <a:pt x="1930862" y="78392"/>
                </a:lnTo>
                <a:lnTo>
                  <a:pt x="1942116" y="73797"/>
                </a:lnTo>
                <a:lnTo>
                  <a:pt x="1941928" y="73872"/>
                </a:lnTo>
                <a:lnTo>
                  <a:pt x="1952642" y="69227"/>
                </a:lnTo>
                <a:lnTo>
                  <a:pt x="1952439" y="69315"/>
                </a:lnTo>
                <a:lnTo>
                  <a:pt x="1962587" y="64632"/>
                </a:lnTo>
                <a:lnTo>
                  <a:pt x="1962374" y="64745"/>
                </a:lnTo>
                <a:lnTo>
                  <a:pt x="1971953" y="60024"/>
                </a:lnTo>
                <a:lnTo>
                  <a:pt x="1971713" y="60138"/>
                </a:lnTo>
                <a:lnTo>
                  <a:pt x="1980715" y="55392"/>
                </a:lnTo>
                <a:lnTo>
                  <a:pt x="1980451" y="55543"/>
                </a:lnTo>
                <a:lnTo>
                  <a:pt x="1988848" y="50759"/>
                </a:lnTo>
                <a:lnTo>
                  <a:pt x="1986392" y="52773"/>
                </a:lnTo>
                <a:lnTo>
                  <a:pt x="2012414" y="22761"/>
                </a:lnTo>
                <a:lnTo>
                  <a:pt x="2026678" y="35123"/>
                </a:lnTo>
                <a:lnTo>
                  <a:pt x="1999598" y="66369"/>
                </a:lnTo>
                <a:lnTo>
                  <a:pt x="1989666" y="72021"/>
                </a:lnTo>
                <a:lnTo>
                  <a:pt x="1980413" y="76906"/>
                </a:lnTo>
                <a:lnTo>
                  <a:pt x="1970605" y="81728"/>
                </a:lnTo>
                <a:lnTo>
                  <a:pt x="1960245" y="86512"/>
                </a:lnTo>
                <a:lnTo>
                  <a:pt x="1949356" y="91232"/>
                </a:lnTo>
                <a:lnTo>
                  <a:pt x="1937925" y="95903"/>
                </a:lnTo>
                <a:lnTo>
                  <a:pt x="1925965" y="100523"/>
                </a:lnTo>
                <a:lnTo>
                  <a:pt x="1913502" y="105093"/>
                </a:lnTo>
                <a:lnTo>
                  <a:pt x="1900535" y="109600"/>
                </a:lnTo>
                <a:lnTo>
                  <a:pt x="1887077" y="114056"/>
                </a:lnTo>
                <a:lnTo>
                  <a:pt x="1873142" y="118450"/>
                </a:lnTo>
                <a:lnTo>
                  <a:pt x="1858727" y="122780"/>
                </a:lnTo>
                <a:lnTo>
                  <a:pt x="1843859" y="127061"/>
                </a:lnTo>
                <a:lnTo>
                  <a:pt x="1828552" y="131266"/>
                </a:lnTo>
                <a:lnTo>
                  <a:pt x="1812789" y="135420"/>
                </a:lnTo>
                <a:lnTo>
                  <a:pt x="1796614" y="139486"/>
                </a:lnTo>
                <a:lnTo>
                  <a:pt x="1780020" y="143502"/>
                </a:lnTo>
                <a:lnTo>
                  <a:pt x="1763026" y="147430"/>
                </a:lnTo>
                <a:lnTo>
                  <a:pt x="1745641" y="151295"/>
                </a:lnTo>
                <a:lnTo>
                  <a:pt x="1727864" y="155084"/>
                </a:lnTo>
                <a:lnTo>
                  <a:pt x="1709723" y="158785"/>
                </a:lnTo>
                <a:lnTo>
                  <a:pt x="1691231" y="162411"/>
                </a:lnTo>
                <a:lnTo>
                  <a:pt x="1672385" y="165948"/>
                </a:lnTo>
                <a:lnTo>
                  <a:pt x="1653200" y="169398"/>
                </a:lnTo>
                <a:lnTo>
                  <a:pt x="1633699" y="172771"/>
                </a:lnTo>
                <a:lnTo>
                  <a:pt x="1613884" y="176044"/>
                </a:lnTo>
                <a:lnTo>
                  <a:pt x="1593755" y="179230"/>
                </a:lnTo>
                <a:lnTo>
                  <a:pt x="1573347" y="182314"/>
                </a:lnTo>
                <a:lnTo>
                  <a:pt x="1552664" y="185297"/>
                </a:lnTo>
                <a:lnTo>
                  <a:pt x="1531716" y="188193"/>
                </a:lnTo>
                <a:lnTo>
                  <a:pt x="1510504" y="190975"/>
                </a:lnTo>
                <a:lnTo>
                  <a:pt x="1489052" y="193656"/>
                </a:lnTo>
                <a:lnTo>
                  <a:pt x="1467360" y="196237"/>
                </a:lnTo>
                <a:lnTo>
                  <a:pt x="1445456" y="198705"/>
                </a:lnTo>
                <a:lnTo>
                  <a:pt x="1423349" y="201059"/>
                </a:lnTo>
                <a:lnTo>
                  <a:pt x="1401029" y="203287"/>
                </a:lnTo>
                <a:lnTo>
                  <a:pt x="1378533" y="205415"/>
                </a:lnTo>
                <a:lnTo>
                  <a:pt x="1355860" y="207416"/>
                </a:lnTo>
                <a:lnTo>
                  <a:pt x="1333036" y="209292"/>
                </a:lnTo>
                <a:lnTo>
                  <a:pt x="1310049" y="211055"/>
                </a:lnTo>
                <a:lnTo>
                  <a:pt x="1286923" y="212678"/>
                </a:lnTo>
                <a:lnTo>
                  <a:pt x="1263658" y="214189"/>
                </a:lnTo>
                <a:lnTo>
                  <a:pt x="1240293" y="215549"/>
                </a:lnTo>
                <a:lnTo>
                  <a:pt x="1216814" y="216795"/>
                </a:lnTo>
                <a:lnTo>
                  <a:pt x="1193247" y="217891"/>
                </a:lnTo>
                <a:lnTo>
                  <a:pt x="1169593" y="218847"/>
                </a:lnTo>
                <a:lnTo>
                  <a:pt x="1145876" y="219665"/>
                </a:lnTo>
                <a:lnTo>
                  <a:pt x="1122095" y="220345"/>
                </a:lnTo>
                <a:lnTo>
                  <a:pt x="1098264" y="220874"/>
                </a:lnTo>
                <a:lnTo>
                  <a:pt x="1074407" y="221264"/>
                </a:lnTo>
                <a:lnTo>
                  <a:pt x="1050514" y="221491"/>
                </a:lnTo>
                <a:lnTo>
                  <a:pt x="1026644" y="221567"/>
                </a:lnTo>
                <a:lnTo>
                  <a:pt x="1002814" y="221642"/>
                </a:lnTo>
                <a:lnTo>
                  <a:pt x="1002876" y="221642"/>
                </a:lnTo>
                <a:lnTo>
                  <a:pt x="979045" y="221868"/>
                </a:lnTo>
                <a:lnTo>
                  <a:pt x="979109" y="221868"/>
                </a:lnTo>
                <a:lnTo>
                  <a:pt x="955303" y="222259"/>
                </a:lnTo>
                <a:lnTo>
                  <a:pt x="955365" y="222246"/>
                </a:lnTo>
                <a:lnTo>
                  <a:pt x="931598" y="222775"/>
                </a:lnTo>
                <a:lnTo>
                  <a:pt x="931648" y="222775"/>
                </a:lnTo>
                <a:lnTo>
                  <a:pt x="907931" y="223455"/>
                </a:lnTo>
                <a:lnTo>
                  <a:pt x="907981" y="223455"/>
                </a:lnTo>
                <a:lnTo>
                  <a:pt x="884326" y="224273"/>
                </a:lnTo>
                <a:lnTo>
                  <a:pt x="884377" y="224273"/>
                </a:lnTo>
                <a:lnTo>
                  <a:pt x="860785" y="225230"/>
                </a:lnTo>
                <a:lnTo>
                  <a:pt x="860847" y="225230"/>
                </a:lnTo>
                <a:lnTo>
                  <a:pt x="837332" y="226325"/>
                </a:lnTo>
                <a:lnTo>
                  <a:pt x="837382" y="226312"/>
                </a:lnTo>
                <a:lnTo>
                  <a:pt x="813967" y="227546"/>
                </a:lnTo>
                <a:lnTo>
                  <a:pt x="814016" y="227546"/>
                </a:lnTo>
                <a:lnTo>
                  <a:pt x="790702" y="228918"/>
                </a:lnTo>
                <a:lnTo>
                  <a:pt x="790764" y="228906"/>
                </a:lnTo>
                <a:lnTo>
                  <a:pt x="767562" y="230404"/>
                </a:lnTo>
                <a:lnTo>
                  <a:pt x="767626" y="230404"/>
                </a:lnTo>
                <a:lnTo>
                  <a:pt x="744550" y="232028"/>
                </a:lnTo>
                <a:lnTo>
                  <a:pt x="744601" y="232028"/>
                </a:lnTo>
                <a:lnTo>
                  <a:pt x="721676" y="233777"/>
                </a:lnTo>
                <a:lnTo>
                  <a:pt x="721726" y="233777"/>
                </a:lnTo>
                <a:lnTo>
                  <a:pt x="698953" y="235653"/>
                </a:lnTo>
                <a:lnTo>
                  <a:pt x="699003" y="235641"/>
                </a:lnTo>
                <a:lnTo>
                  <a:pt x="676394" y="237643"/>
                </a:lnTo>
                <a:lnTo>
                  <a:pt x="676443" y="237643"/>
                </a:lnTo>
                <a:lnTo>
                  <a:pt x="654010" y="239757"/>
                </a:lnTo>
                <a:lnTo>
                  <a:pt x="654061" y="239745"/>
                </a:lnTo>
                <a:lnTo>
                  <a:pt x="631803" y="241986"/>
                </a:lnTo>
                <a:lnTo>
                  <a:pt x="631866" y="241973"/>
                </a:lnTo>
                <a:lnTo>
                  <a:pt x="609810" y="244327"/>
                </a:lnTo>
                <a:lnTo>
                  <a:pt x="609860" y="244315"/>
                </a:lnTo>
                <a:lnTo>
                  <a:pt x="588019" y="246769"/>
                </a:lnTo>
                <a:lnTo>
                  <a:pt x="588069" y="246769"/>
                </a:lnTo>
                <a:lnTo>
                  <a:pt x="566441" y="249338"/>
                </a:lnTo>
                <a:lnTo>
                  <a:pt x="566505" y="249325"/>
                </a:lnTo>
                <a:lnTo>
                  <a:pt x="545116" y="252006"/>
                </a:lnTo>
                <a:lnTo>
                  <a:pt x="545165" y="251994"/>
                </a:lnTo>
                <a:lnTo>
                  <a:pt x="524017" y="254776"/>
                </a:lnTo>
                <a:lnTo>
                  <a:pt x="524079" y="254764"/>
                </a:lnTo>
                <a:lnTo>
                  <a:pt x="503181" y="257646"/>
                </a:lnTo>
                <a:lnTo>
                  <a:pt x="503245" y="257646"/>
                </a:lnTo>
                <a:lnTo>
                  <a:pt x="482624" y="260618"/>
                </a:lnTo>
                <a:lnTo>
                  <a:pt x="482686" y="260618"/>
                </a:lnTo>
                <a:lnTo>
                  <a:pt x="462330" y="263689"/>
                </a:lnTo>
                <a:lnTo>
                  <a:pt x="462393" y="263677"/>
                </a:lnTo>
                <a:lnTo>
                  <a:pt x="442339" y="266849"/>
                </a:lnTo>
                <a:lnTo>
                  <a:pt x="442401" y="266837"/>
                </a:lnTo>
                <a:lnTo>
                  <a:pt x="422650" y="270109"/>
                </a:lnTo>
                <a:lnTo>
                  <a:pt x="422726" y="270097"/>
                </a:lnTo>
                <a:lnTo>
                  <a:pt x="403287" y="273446"/>
                </a:lnTo>
                <a:lnTo>
                  <a:pt x="403351" y="273433"/>
                </a:lnTo>
                <a:lnTo>
                  <a:pt x="384241" y="276883"/>
                </a:lnTo>
                <a:lnTo>
                  <a:pt x="384303" y="276870"/>
                </a:lnTo>
                <a:lnTo>
                  <a:pt x="365534" y="280395"/>
                </a:lnTo>
                <a:lnTo>
                  <a:pt x="365610" y="280383"/>
                </a:lnTo>
                <a:lnTo>
                  <a:pt x="347179" y="283995"/>
                </a:lnTo>
                <a:lnTo>
                  <a:pt x="347254" y="283970"/>
                </a:lnTo>
                <a:lnTo>
                  <a:pt x="329189" y="287658"/>
                </a:lnTo>
                <a:lnTo>
                  <a:pt x="329264" y="287646"/>
                </a:lnTo>
                <a:lnTo>
                  <a:pt x="311577" y="291410"/>
                </a:lnTo>
                <a:lnTo>
                  <a:pt x="311652" y="291398"/>
                </a:lnTo>
                <a:lnTo>
                  <a:pt x="294343" y="295237"/>
                </a:lnTo>
                <a:lnTo>
                  <a:pt x="294430" y="295225"/>
                </a:lnTo>
                <a:lnTo>
                  <a:pt x="277523" y="299140"/>
                </a:lnTo>
                <a:lnTo>
                  <a:pt x="277599" y="299115"/>
                </a:lnTo>
                <a:lnTo>
                  <a:pt x="261095" y="303105"/>
                </a:lnTo>
                <a:lnTo>
                  <a:pt x="261196" y="303080"/>
                </a:lnTo>
                <a:lnTo>
                  <a:pt x="245107" y="307134"/>
                </a:lnTo>
                <a:lnTo>
                  <a:pt x="245194" y="307109"/>
                </a:lnTo>
                <a:lnTo>
                  <a:pt x="229546" y="311225"/>
                </a:lnTo>
                <a:lnTo>
                  <a:pt x="229649" y="311200"/>
                </a:lnTo>
                <a:lnTo>
                  <a:pt x="214428" y="315380"/>
                </a:lnTo>
                <a:lnTo>
                  <a:pt x="214542" y="315354"/>
                </a:lnTo>
                <a:lnTo>
                  <a:pt x="199773" y="319597"/>
                </a:lnTo>
                <a:lnTo>
                  <a:pt x="199887" y="319559"/>
                </a:lnTo>
                <a:lnTo>
                  <a:pt x="185598" y="323864"/>
                </a:lnTo>
                <a:lnTo>
                  <a:pt x="185712" y="323827"/>
                </a:lnTo>
                <a:lnTo>
                  <a:pt x="171902" y="328183"/>
                </a:lnTo>
                <a:lnTo>
                  <a:pt x="172028" y="328145"/>
                </a:lnTo>
                <a:lnTo>
                  <a:pt x="158709" y="332551"/>
                </a:lnTo>
                <a:lnTo>
                  <a:pt x="158835" y="332513"/>
                </a:lnTo>
                <a:lnTo>
                  <a:pt x="146005" y="336970"/>
                </a:lnTo>
                <a:lnTo>
                  <a:pt x="146158" y="336920"/>
                </a:lnTo>
                <a:lnTo>
                  <a:pt x="133845" y="341426"/>
                </a:lnTo>
                <a:lnTo>
                  <a:pt x="133996" y="341376"/>
                </a:lnTo>
                <a:lnTo>
                  <a:pt x="122212" y="345920"/>
                </a:lnTo>
                <a:lnTo>
                  <a:pt x="122377" y="345857"/>
                </a:lnTo>
                <a:lnTo>
                  <a:pt x="111122" y="350453"/>
                </a:lnTo>
                <a:lnTo>
                  <a:pt x="111310" y="350377"/>
                </a:lnTo>
                <a:lnTo>
                  <a:pt x="100597" y="355022"/>
                </a:lnTo>
                <a:lnTo>
                  <a:pt x="100799" y="354934"/>
                </a:lnTo>
                <a:lnTo>
                  <a:pt x="90652" y="359617"/>
                </a:lnTo>
                <a:lnTo>
                  <a:pt x="90867" y="359504"/>
                </a:lnTo>
                <a:lnTo>
                  <a:pt x="81286" y="364225"/>
                </a:lnTo>
                <a:lnTo>
                  <a:pt x="81526" y="364112"/>
                </a:lnTo>
                <a:lnTo>
                  <a:pt x="72525" y="368858"/>
                </a:lnTo>
                <a:lnTo>
                  <a:pt x="72788" y="368706"/>
                </a:lnTo>
                <a:lnTo>
                  <a:pt x="64393" y="373491"/>
                </a:lnTo>
                <a:lnTo>
                  <a:pt x="64668" y="373327"/>
                </a:lnTo>
                <a:lnTo>
                  <a:pt x="56877" y="378136"/>
                </a:lnTo>
                <a:lnTo>
                  <a:pt x="57191" y="377934"/>
                </a:lnTo>
                <a:lnTo>
                  <a:pt x="50015" y="382769"/>
                </a:lnTo>
                <a:lnTo>
                  <a:pt x="50369" y="382517"/>
                </a:lnTo>
                <a:lnTo>
                  <a:pt x="43809" y="387376"/>
                </a:lnTo>
                <a:lnTo>
                  <a:pt x="44200" y="387074"/>
                </a:lnTo>
                <a:lnTo>
                  <a:pt x="38295" y="391958"/>
                </a:lnTo>
                <a:lnTo>
                  <a:pt x="38711" y="391593"/>
                </a:lnTo>
                <a:lnTo>
                  <a:pt x="33449" y="396490"/>
                </a:lnTo>
                <a:lnTo>
                  <a:pt x="33914" y="396038"/>
                </a:lnTo>
                <a:lnTo>
                  <a:pt x="29320" y="400947"/>
                </a:lnTo>
                <a:lnTo>
                  <a:pt x="29810" y="400381"/>
                </a:lnTo>
                <a:lnTo>
                  <a:pt x="25893" y="405315"/>
                </a:lnTo>
                <a:lnTo>
                  <a:pt x="26398" y="404610"/>
                </a:lnTo>
                <a:lnTo>
                  <a:pt x="23163" y="409558"/>
                </a:lnTo>
                <a:lnTo>
                  <a:pt x="23667" y="408689"/>
                </a:lnTo>
                <a:lnTo>
                  <a:pt x="21136" y="413650"/>
                </a:lnTo>
                <a:lnTo>
                  <a:pt x="21489" y="412881"/>
                </a:lnTo>
                <a:lnTo>
                  <a:pt x="20481" y="415361"/>
                </a:lnTo>
                <a:lnTo>
                  <a:pt x="20683" y="414795"/>
                </a:lnTo>
                <a:lnTo>
                  <a:pt x="19865" y="417275"/>
                </a:lnTo>
                <a:lnTo>
                  <a:pt x="20041" y="416671"/>
                </a:lnTo>
                <a:lnTo>
                  <a:pt x="19398" y="419164"/>
                </a:lnTo>
                <a:lnTo>
                  <a:pt x="19538" y="418521"/>
                </a:lnTo>
                <a:lnTo>
                  <a:pt x="19084" y="421001"/>
                </a:lnTo>
                <a:lnTo>
                  <a:pt x="19185" y="420321"/>
                </a:lnTo>
                <a:lnTo>
                  <a:pt x="18908" y="422814"/>
                </a:lnTo>
                <a:lnTo>
                  <a:pt x="18958" y="422122"/>
                </a:lnTo>
                <a:lnTo>
                  <a:pt x="18858" y="424602"/>
                </a:lnTo>
                <a:lnTo>
                  <a:pt x="0" y="4238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BB32DF93-C432-4A73-9264-71D79DF8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552" y="2720207"/>
            <a:ext cx="821691" cy="581689"/>
          </a:xfrm>
          <a:custGeom xmlns:a="http://schemas.openxmlformats.org/drawingml/2006/main">
            <a:pathLst>
              <a:path w="599578" h="424451">
                <a:moveTo>
                  <a:pt x="599578" y="79587"/>
                </a:moveTo>
                <a:lnTo>
                  <a:pt x="575483" y="72298"/>
                </a:lnTo>
                <a:lnTo>
                  <a:pt x="551373" y="65009"/>
                </a:lnTo>
                <a:lnTo>
                  <a:pt x="597348" y="0"/>
                </a:lnTo>
                <a:lnTo>
                  <a:pt x="599578" y="79587"/>
                </a:lnTo>
                <a:moveTo>
                  <a:pt x="0" y="424048"/>
                </a:moveTo>
                <a:lnTo>
                  <a:pt x="114" y="418874"/>
                </a:lnTo>
                <a:lnTo>
                  <a:pt x="454" y="413511"/>
                </a:lnTo>
                <a:lnTo>
                  <a:pt x="1033" y="408161"/>
                </a:lnTo>
                <a:lnTo>
                  <a:pt x="1813" y="402823"/>
                </a:lnTo>
                <a:lnTo>
                  <a:pt x="2821" y="397510"/>
                </a:lnTo>
                <a:lnTo>
                  <a:pt x="4030" y="392223"/>
                </a:lnTo>
                <a:lnTo>
                  <a:pt x="5452" y="386961"/>
                </a:lnTo>
                <a:lnTo>
                  <a:pt x="7076" y="381724"/>
                </a:lnTo>
                <a:lnTo>
                  <a:pt x="8901" y="376524"/>
                </a:lnTo>
                <a:lnTo>
                  <a:pt x="10903" y="371363"/>
                </a:lnTo>
                <a:lnTo>
                  <a:pt x="13107" y="366239"/>
                </a:lnTo>
                <a:lnTo>
                  <a:pt x="15485" y="361154"/>
                </a:lnTo>
                <a:lnTo>
                  <a:pt x="18054" y="356105"/>
                </a:lnTo>
                <a:lnTo>
                  <a:pt x="20823" y="351045"/>
                </a:lnTo>
                <a:lnTo>
                  <a:pt x="26765" y="341237"/>
                </a:lnTo>
                <a:lnTo>
                  <a:pt x="33412" y="331569"/>
                </a:lnTo>
                <a:lnTo>
                  <a:pt x="40676" y="322115"/>
                </a:lnTo>
                <a:lnTo>
                  <a:pt x="48531" y="312887"/>
                </a:lnTo>
                <a:lnTo>
                  <a:pt x="56953" y="303911"/>
                </a:lnTo>
                <a:lnTo>
                  <a:pt x="65916" y="295187"/>
                </a:lnTo>
                <a:lnTo>
                  <a:pt x="75396" y="286740"/>
                </a:lnTo>
                <a:lnTo>
                  <a:pt x="85355" y="278594"/>
                </a:lnTo>
                <a:lnTo>
                  <a:pt x="95779" y="270752"/>
                </a:lnTo>
                <a:lnTo>
                  <a:pt x="106629" y="263248"/>
                </a:lnTo>
                <a:lnTo>
                  <a:pt x="117884" y="256085"/>
                </a:lnTo>
                <a:lnTo>
                  <a:pt x="129517" y="249288"/>
                </a:lnTo>
                <a:lnTo>
                  <a:pt x="141502" y="242867"/>
                </a:lnTo>
                <a:lnTo>
                  <a:pt x="153813" y="236850"/>
                </a:lnTo>
                <a:lnTo>
                  <a:pt x="166428" y="231260"/>
                </a:lnTo>
                <a:lnTo>
                  <a:pt x="179307" y="226098"/>
                </a:lnTo>
                <a:lnTo>
                  <a:pt x="192449" y="221402"/>
                </a:lnTo>
                <a:lnTo>
                  <a:pt x="205806" y="217185"/>
                </a:lnTo>
                <a:lnTo>
                  <a:pt x="219363" y="213459"/>
                </a:lnTo>
                <a:lnTo>
                  <a:pt x="233098" y="210249"/>
                </a:lnTo>
                <a:lnTo>
                  <a:pt x="246922" y="207592"/>
                </a:lnTo>
                <a:lnTo>
                  <a:pt x="253946" y="206459"/>
                </a:lnTo>
                <a:lnTo>
                  <a:pt x="260958" y="205465"/>
                </a:lnTo>
                <a:lnTo>
                  <a:pt x="267995" y="204634"/>
                </a:lnTo>
                <a:lnTo>
                  <a:pt x="275045" y="203929"/>
                </a:lnTo>
                <a:lnTo>
                  <a:pt x="282121" y="203388"/>
                </a:lnTo>
                <a:lnTo>
                  <a:pt x="289208" y="202998"/>
                </a:lnTo>
                <a:lnTo>
                  <a:pt x="296296" y="202758"/>
                </a:lnTo>
                <a:lnTo>
                  <a:pt x="303296" y="202683"/>
                </a:lnTo>
                <a:lnTo>
                  <a:pt x="310182" y="202607"/>
                </a:lnTo>
                <a:lnTo>
                  <a:pt x="309967" y="202607"/>
                </a:lnTo>
                <a:lnTo>
                  <a:pt x="316853" y="202381"/>
                </a:lnTo>
                <a:lnTo>
                  <a:pt x="316653" y="202393"/>
                </a:lnTo>
                <a:lnTo>
                  <a:pt x="323526" y="202003"/>
                </a:lnTo>
                <a:lnTo>
                  <a:pt x="323324" y="202028"/>
                </a:lnTo>
                <a:lnTo>
                  <a:pt x="330198" y="201499"/>
                </a:lnTo>
                <a:lnTo>
                  <a:pt x="329997" y="201512"/>
                </a:lnTo>
                <a:lnTo>
                  <a:pt x="336844" y="200832"/>
                </a:lnTo>
                <a:lnTo>
                  <a:pt x="336656" y="200858"/>
                </a:lnTo>
                <a:lnTo>
                  <a:pt x="343492" y="200039"/>
                </a:lnTo>
                <a:lnTo>
                  <a:pt x="343302" y="200064"/>
                </a:lnTo>
                <a:lnTo>
                  <a:pt x="350114" y="199108"/>
                </a:lnTo>
                <a:lnTo>
                  <a:pt x="349924" y="199133"/>
                </a:lnTo>
                <a:lnTo>
                  <a:pt x="356723" y="198038"/>
                </a:lnTo>
                <a:lnTo>
                  <a:pt x="356446" y="198088"/>
                </a:lnTo>
                <a:lnTo>
                  <a:pt x="369941" y="195495"/>
                </a:lnTo>
                <a:lnTo>
                  <a:pt x="369576" y="195570"/>
                </a:lnTo>
                <a:lnTo>
                  <a:pt x="382957" y="192448"/>
                </a:lnTo>
                <a:lnTo>
                  <a:pt x="382606" y="192536"/>
                </a:lnTo>
                <a:lnTo>
                  <a:pt x="395812" y="188910"/>
                </a:lnTo>
                <a:lnTo>
                  <a:pt x="395471" y="189011"/>
                </a:lnTo>
                <a:lnTo>
                  <a:pt x="408489" y="184895"/>
                </a:lnTo>
                <a:lnTo>
                  <a:pt x="408150" y="185008"/>
                </a:lnTo>
                <a:lnTo>
                  <a:pt x="420951" y="180426"/>
                </a:lnTo>
                <a:lnTo>
                  <a:pt x="420624" y="180551"/>
                </a:lnTo>
                <a:lnTo>
                  <a:pt x="433189" y="175528"/>
                </a:lnTo>
                <a:lnTo>
                  <a:pt x="432873" y="175654"/>
                </a:lnTo>
                <a:lnTo>
                  <a:pt x="445161" y="170203"/>
                </a:lnTo>
                <a:lnTo>
                  <a:pt x="444845" y="170354"/>
                </a:lnTo>
                <a:lnTo>
                  <a:pt x="456842" y="164488"/>
                </a:lnTo>
                <a:lnTo>
                  <a:pt x="456541" y="164651"/>
                </a:lnTo>
                <a:lnTo>
                  <a:pt x="468211" y="158395"/>
                </a:lnTo>
                <a:lnTo>
                  <a:pt x="467909" y="158571"/>
                </a:lnTo>
                <a:lnTo>
                  <a:pt x="479226" y="151949"/>
                </a:lnTo>
                <a:lnTo>
                  <a:pt x="478924" y="152138"/>
                </a:lnTo>
                <a:lnTo>
                  <a:pt x="489876" y="145163"/>
                </a:lnTo>
                <a:lnTo>
                  <a:pt x="489574" y="145365"/>
                </a:lnTo>
                <a:lnTo>
                  <a:pt x="500112" y="138076"/>
                </a:lnTo>
                <a:lnTo>
                  <a:pt x="499810" y="138290"/>
                </a:lnTo>
                <a:lnTo>
                  <a:pt x="509931" y="130686"/>
                </a:lnTo>
                <a:lnTo>
                  <a:pt x="509629" y="130913"/>
                </a:lnTo>
                <a:lnTo>
                  <a:pt x="519284" y="123020"/>
                </a:lnTo>
                <a:lnTo>
                  <a:pt x="518982" y="123271"/>
                </a:lnTo>
                <a:lnTo>
                  <a:pt x="528146" y="115101"/>
                </a:lnTo>
                <a:lnTo>
                  <a:pt x="527844" y="115378"/>
                </a:lnTo>
                <a:lnTo>
                  <a:pt x="536506" y="106956"/>
                </a:lnTo>
                <a:lnTo>
                  <a:pt x="536204" y="107271"/>
                </a:lnTo>
                <a:lnTo>
                  <a:pt x="544336" y="98609"/>
                </a:lnTo>
                <a:lnTo>
                  <a:pt x="544034" y="98949"/>
                </a:lnTo>
                <a:lnTo>
                  <a:pt x="551588" y="90074"/>
                </a:lnTo>
                <a:lnTo>
                  <a:pt x="551286" y="90439"/>
                </a:lnTo>
                <a:lnTo>
                  <a:pt x="558247" y="81375"/>
                </a:lnTo>
                <a:lnTo>
                  <a:pt x="557958" y="81790"/>
                </a:lnTo>
                <a:lnTo>
                  <a:pt x="564302" y="72550"/>
                </a:lnTo>
                <a:lnTo>
                  <a:pt x="563157" y="74829"/>
                </a:lnTo>
                <a:lnTo>
                  <a:pt x="577483" y="33084"/>
                </a:lnTo>
                <a:lnTo>
                  <a:pt x="595347" y="39215"/>
                </a:lnTo>
                <a:lnTo>
                  <a:pt x="580593" y="82168"/>
                </a:lnTo>
                <a:lnTo>
                  <a:pt x="573379" y="92680"/>
                </a:lnTo>
                <a:lnTo>
                  <a:pt x="566115" y="102135"/>
                </a:lnTo>
                <a:lnTo>
                  <a:pt x="558259" y="111362"/>
                </a:lnTo>
                <a:lnTo>
                  <a:pt x="549838" y="120338"/>
                </a:lnTo>
                <a:lnTo>
                  <a:pt x="540862" y="129063"/>
                </a:lnTo>
                <a:lnTo>
                  <a:pt x="531395" y="137510"/>
                </a:lnTo>
                <a:lnTo>
                  <a:pt x="521438" y="145655"/>
                </a:lnTo>
                <a:lnTo>
                  <a:pt x="511013" y="153498"/>
                </a:lnTo>
                <a:lnTo>
                  <a:pt x="500161" y="161001"/>
                </a:lnTo>
                <a:lnTo>
                  <a:pt x="488906" y="168164"/>
                </a:lnTo>
                <a:lnTo>
                  <a:pt x="477275" y="174962"/>
                </a:lnTo>
                <a:lnTo>
                  <a:pt x="465291" y="181382"/>
                </a:lnTo>
                <a:lnTo>
                  <a:pt x="452978" y="187400"/>
                </a:lnTo>
                <a:lnTo>
                  <a:pt x="440365" y="192989"/>
                </a:lnTo>
                <a:lnTo>
                  <a:pt x="427485" y="198151"/>
                </a:lnTo>
                <a:lnTo>
                  <a:pt x="414343" y="202846"/>
                </a:lnTo>
                <a:lnTo>
                  <a:pt x="400985" y="207064"/>
                </a:lnTo>
                <a:lnTo>
                  <a:pt x="387427" y="210790"/>
                </a:lnTo>
                <a:lnTo>
                  <a:pt x="373692" y="214001"/>
                </a:lnTo>
                <a:lnTo>
                  <a:pt x="359871" y="216657"/>
                </a:lnTo>
                <a:lnTo>
                  <a:pt x="352846" y="217790"/>
                </a:lnTo>
                <a:lnTo>
                  <a:pt x="345834" y="218784"/>
                </a:lnTo>
                <a:lnTo>
                  <a:pt x="338795" y="219615"/>
                </a:lnTo>
                <a:lnTo>
                  <a:pt x="331746" y="220320"/>
                </a:lnTo>
                <a:lnTo>
                  <a:pt x="324671" y="220861"/>
                </a:lnTo>
                <a:lnTo>
                  <a:pt x="317583" y="221251"/>
                </a:lnTo>
                <a:lnTo>
                  <a:pt x="310496" y="221491"/>
                </a:lnTo>
                <a:lnTo>
                  <a:pt x="303496" y="221567"/>
                </a:lnTo>
                <a:lnTo>
                  <a:pt x="296610" y="221642"/>
                </a:lnTo>
                <a:lnTo>
                  <a:pt x="296823" y="221642"/>
                </a:lnTo>
                <a:lnTo>
                  <a:pt x="289937" y="221868"/>
                </a:lnTo>
                <a:lnTo>
                  <a:pt x="290140" y="221856"/>
                </a:lnTo>
                <a:lnTo>
                  <a:pt x="283266" y="222246"/>
                </a:lnTo>
                <a:lnTo>
                  <a:pt x="283467" y="222221"/>
                </a:lnTo>
                <a:lnTo>
                  <a:pt x="276593" y="222750"/>
                </a:lnTo>
                <a:lnTo>
                  <a:pt x="276795" y="222737"/>
                </a:lnTo>
                <a:lnTo>
                  <a:pt x="269946" y="223417"/>
                </a:lnTo>
                <a:lnTo>
                  <a:pt x="270135" y="223392"/>
                </a:lnTo>
                <a:lnTo>
                  <a:pt x="263300" y="224210"/>
                </a:lnTo>
                <a:lnTo>
                  <a:pt x="263488" y="224185"/>
                </a:lnTo>
                <a:lnTo>
                  <a:pt x="256678" y="225142"/>
                </a:lnTo>
                <a:lnTo>
                  <a:pt x="256867" y="225117"/>
                </a:lnTo>
                <a:lnTo>
                  <a:pt x="250069" y="226211"/>
                </a:lnTo>
                <a:lnTo>
                  <a:pt x="250344" y="226161"/>
                </a:lnTo>
                <a:lnTo>
                  <a:pt x="236851" y="228754"/>
                </a:lnTo>
                <a:lnTo>
                  <a:pt x="237202" y="228679"/>
                </a:lnTo>
                <a:lnTo>
                  <a:pt x="223833" y="231801"/>
                </a:lnTo>
                <a:lnTo>
                  <a:pt x="224185" y="231713"/>
                </a:lnTo>
                <a:lnTo>
                  <a:pt x="210980" y="235339"/>
                </a:lnTo>
                <a:lnTo>
                  <a:pt x="211320" y="235238"/>
                </a:lnTo>
                <a:lnTo>
                  <a:pt x="198302" y="239355"/>
                </a:lnTo>
                <a:lnTo>
                  <a:pt x="198643" y="239242"/>
                </a:lnTo>
                <a:lnTo>
                  <a:pt x="185840" y="243823"/>
                </a:lnTo>
                <a:lnTo>
                  <a:pt x="186166" y="243698"/>
                </a:lnTo>
                <a:lnTo>
                  <a:pt x="173603" y="248721"/>
                </a:lnTo>
                <a:lnTo>
                  <a:pt x="173917" y="248595"/>
                </a:lnTo>
                <a:lnTo>
                  <a:pt x="161618" y="254046"/>
                </a:lnTo>
                <a:lnTo>
                  <a:pt x="161945" y="253895"/>
                </a:lnTo>
                <a:lnTo>
                  <a:pt x="149948" y="259761"/>
                </a:lnTo>
                <a:lnTo>
                  <a:pt x="150250" y="259598"/>
                </a:lnTo>
                <a:lnTo>
                  <a:pt x="138580" y="265854"/>
                </a:lnTo>
                <a:lnTo>
                  <a:pt x="138881" y="265678"/>
                </a:lnTo>
                <a:lnTo>
                  <a:pt x="127564" y="272300"/>
                </a:lnTo>
                <a:lnTo>
                  <a:pt x="127866" y="272111"/>
                </a:lnTo>
                <a:lnTo>
                  <a:pt x="116915" y="279086"/>
                </a:lnTo>
                <a:lnTo>
                  <a:pt x="117216" y="278884"/>
                </a:lnTo>
                <a:lnTo>
                  <a:pt x="106681" y="286173"/>
                </a:lnTo>
                <a:lnTo>
                  <a:pt x="106982" y="285959"/>
                </a:lnTo>
                <a:lnTo>
                  <a:pt x="96860" y="293563"/>
                </a:lnTo>
                <a:lnTo>
                  <a:pt x="97164" y="293336"/>
                </a:lnTo>
                <a:lnTo>
                  <a:pt x="87506" y="301229"/>
                </a:lnTo>
                <a:lnTo>
                  <a:pt x="87810" y="300978"/>
                </a:lnTo>
                <a:lnTo>
                  <a:pt x="78644" y="309148"/>
                </a:lnTo>
                <a:lnTo>
                  <a:pt x="78946" y="308871"/>
                </a:lnTo>
                <a:lnTo>
                  <a:pt x="70285" y="317293"/>
                </a:lnTo>
                <a:lnTo>
                  <a:pt x="70587" y="316978"/>
                </a:lnTo>
                <a:lnTo>
                  <a:pt x="62454" y="325640"/>
                </a:lnTo>
                <a:lnTo>
                  <a:pt x="62756" y="325300"/>
                </a:lnTo>
                <a:lnTo>
                  <a:pt x="55204" y="334175"/>
                </a:lnTo>
                <a:lnTo>
                  <a:pt x="55506" y="333810"/>
                </a:lnTo>
                <a:lnTo>
                  <a:pt x="48544" y="342874"/>
                </a:lnTo>
                <a:lnTo>
                  <a:pt x="48833" y="342459"/>
                </a:lnTo>
                <a:lnTo>
                  <a:pt x="42488" y="351712"/>
                </a:lnTo>
                <a:lnTo>
                  <a:pt x="42778" y="351258"/>
                </a:lnTo>
                <a:lnTo>
                  <a:pt x="37076" y="360649"/>
                </a:lnTo>
                <a:lnTo>
                  <a:pt x="37290" y="360285"/>
                </a:lnTo>
                <a:lnTo>
                  <a:pt x="34683" y="365043"/>
                </a:lnTo>
                <a:lnTo>
                  <a:pt x="34821" y="364779"/>
                </a:lnTo>
                <a:lnTo>
                  <a:pt x="32393" y="369563"/>
                </a:lnTo>
                <a:lnTo>
                  <a:pt x="32531" y="369298"/>
                </a:lnTo>
                <a:lnTo>
                  <a:pt x="30278" y="374107"/>
                </a:lnTo>
                <a:lnTo>
                  <a:pt x="30403" y="373818"/>
                </a:lnTo>
                <a:lnTo>
                  <a:pt x="28326" y="378664"/>
                </a:lnTo>
                <a:lnTo>
                  <a:pt x="28439" y="378363"/>
                </a:lnTo>
                <a:lnTo>
                  <a:pt x="26550" y="383221"/>
                </a:lnTo>
                <a:lnTo>
                  <a:pt x="26664" y="382920"/>
                </a:lnTo>
                <a:lnTo>
                  <a:pt x="24953" y="387804"/>
                </a:lnTo>
                <a:lnTo>
                  <a:pt x="25066" y="387477"/>
                </a:lnTo>
                <a:lnTo>
                  <a:pt x="23541" y="392386"/>
                </a:lnTo>
                <a:lnTo>
                  <a:pt x="23642" y="392047"/>
                </a:lnTo>
                <a:lnTo>
                  <a:pt x="22309" y="396969"/>
                </a:lnTo>
                <a:lnTo>
                  <a:pt x="22396" y="396616"/>
                </a:lnTo>
                <a:lnTo>
                  <a:pt x="21264" y="401552"/>
                </a:lnTo>
                <a:lnTo>
                  <a:pt x="21338" y="401199"/>
                </a:lnTo>
                <a:lnTo>
                  <a:pt x="20408" y="406146"/>
                </a:lnTo>
                <a:lnTo>
                  <a:pt x="20470" y="405769"/>
                </a:lnTo>
                <a:lnTo>
                  <a:pt x="19741" y="410729"/>
                </a:lnTo>
                <a:lnTo>
                  <a:pt x="19790" y="410338"/>
                </a:lnTo>
                <a:lnTo>
                  <a:pt x="19261" y="415311"/>
                </a:lnTo>
                <a:lnTo>
                  <a:pt x="19286" y="414908"/>
                </a:lnTo>
                <a:lnTo>
                  <a:pt x="18972" y="419881"/>
                </a:lnTo>
                <a:lnTo>
                  <a:pt x="18984" y="419478"/>
                </a:lnTo>
                <a:lnTo>
                  <a:pt x="18885" y="424451"/>
                </a:lnTo>
                <a:lnTo>
                  <a:pt x="0" y="424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B041AD0F-8745-4DB6-A841-B843AC52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080" y="2730127"/>
            <a:ext cx="3379767" cy="571647"/>
          </a:xfrm>
          <a:custGeom xmlns:a="http://schemas.openxmlformats.org/drawingml/2006/main">
            <a:pathLst>
              <a:path w="2466173" h="417124">
                <a:moveTo>
                  <a:pt x="34947" y="71543"/>
                </a:moveTo>
                <a:lnTo>
                  <a:pt x="52912" y="53906"/>
                </a:lnTo>
                <a:lnTo>
                  <a:pt x="70877" y="36269"/>
                </a:lnTo>
                <a:lnTo>
                  <a:pt x="0" y="0"/>
                </a:lnTo>
                <a:lnTo>
                  <a:pt x="34947" y="71543"/>
                </a:lnTo>
                <a:moveTo>
                  <a:pt x="2466173" y="416268"/>
                </a:moveTo>
                <a:lnTo>
                  <a:pt x="2466047" y="413385"/>
                </a:lnTo>
                <a:lnTo>
                  <a:pt x="2465595" y="410112"/>
                </a:lnTo>
                <a:lnTo>
                  <a:pt x="2464851" y="406877"/>
                </a:lnTo>
                <a:lnTo>
                  <a:pt x="2463844" y="403704"/>
                </a:lnTo>
                <a:lnTo>
                  <a:pt x="2462586" y="400595"/>
                </a:lnTo>
                <a:lnTo>
                  <a:pt x="2461075" y="397548"/>
                </a:lnTo>
                <a:lnTo>
                  <a:pt x="2459337" y="394578"/>
                </a:lnTo>
                <a:lnTo>
                  <a:pt x="2457310" y="391556"/>
                </a:lnTo>
                <a:lnTo>
                  <a:pt x="2452866" y="386029"/>
                </a:lnTo>
                <a:lnTo>
                  <a:pt x="2447541" y="380578"/>
                </a:lnTo>
                <a:lnTo>
                  <a:pt x="2441473" y="375278"/>
                </a:lnTo>
                <a:lnTo>
                  <a:pt x="2434651" y="370092"/>
                </a:lnTo>
                <a:lnTo>
                  <a:pt x="2427097" y="365006"/>
                </a:lnTo>
                <a:lnTo>
                  <a:pt x="2418814" y="360008"/>
                </a:lnTo>
                <a:lnTo>
                  <a:pt x="2409824" y="355073"/>
                </a:lnTo>
                <a:lnTo>
                  <a:pt x="2400119" y="350188"/>
                </a:lnTo>
                <a:lnTo>
                  <a:pt x="2389720" y="345367"/>
                </a:lnTo>
                <a:lnTo>
                  <a:pt x="2378630" y="340596"/>
                </a:lnTo>
                <a:lnTo>
                  <a:pt x="2366858" y="335874"/>
                </a:lnTo>
                <a:lnTo>
                  <a:pt x="2354407" y="331204"/>
                </a:lnTo>
                <a:lnTo>
                  <a:pt x="2341315" y="326584"/>
                </a:lnTo>
                <a:lnTo>
                  <a:pt x="2327569" y="322002"/>
                </a:lnTo>
                <a:lnTo>
                  <a:pt x="2313191" y="317482"/>
                </a:lnTo>
                <a:lnTo>
                  <a:pt x="2298185" y="313001"/>
                </a:lnTo>
                <a:lnTo>
                  <a:pt x="2282574" y="308582"/>
                </a:lnTo>
                <a:lnTo>
                  <a:pt x="2266373" y="304213"/>
                </a:lnTo>
                <a:lnTo>
                  <a:pt x="2249580" y="299895"/>
                </a:lnTo>
                <a:lnTo>
                  <a:pt x="2232220" y="295640"/>
                </a:lnTo>
                <a:lnTo>
                  <a:pt x="2214306" y="291448"/>
                </a:lnTo>
                <a:lnTo>
                  <a:pt x="2195849" y="287319"/>
                </a:lnTo>
                <a:lnTo>
                  <a:pt x="2176865" y="283240"/>
                </a:lnTo>
                <a:lnTo>
                  <a:pt x="2157365" y="279237"/>
                </a:lnTo>
                <a:lnTo>
                  <a:pt x="2137348" y="275309"/>
                </a:lnTo>
                <a:lnTo>
                  <a:pt x="2116853" y="271444"/>
                </a:lnTo>
                <a:lnTo>
                  <a:pt x="2095893" y="267642"/>
                </a:lnTo>
                <a:lnTo>
                  <a:pt x="2074453" y="263928"/>
                </a:lnTo>
                <a:lnTo>
                  <a:pt x="2052586" y="260290"/>
                </a:lnTo>
                <a:lnTo>
                  <a:pt x="2030266" y="256728"/>
                </a:lnTo>
                <a:lnTo>
                  <a:pt x="2007543" y="253253"/>
                </a:lnTo>
                <a:lnTo>
                  <a:pt x="1984405" y="249854"/>
                </a:lnTo>
                <a:lnTo>
                  <a:pt x="1960876" y="246556"/>
                </a:lnTo>
                <a:lnTo>
                  <a:pt x="1936969" y="243333"/>
                </a:lnTo>
                <a:lnTo>
                  <a:pt x="1912698" y="240198"/>
                </a:lnTo>
                <a:lnTo>
                  <a:pt x="1888074" y="237165"/>
                </a:lnTo>
                <a:lnTo>
                  <a:pt x="1863109" y="234231"/>
                </a:lnTo>
                <a:lnTo>
                  <a:pt x="1837830" y="231399"/>
                </a:lnTo>
                <a:lnTo>
                  <a:pt x="1812251" y="228654"/>
                </a:lnTo>
                <a:lnTo>
                  <a:pt x="1786354" y="226023"/>
                </a:lnTo>
                <a:lnTo>
                  <a:pt x="1760194" y="223493"/>
                </a:lnTo>
                <a:lnTo>
                  <a:pt x="1733770" y="221063"/>
                </a:lnTo>
                <a:lnTo>
                  <a:pt x="1707081" y="218747"/>
                </a:lnTo>
                <a:lnTo>
                  <a:pt x="1680167" y="216556"/>
                </a:lnTo>
                <a:lnTo>
                  <a:pt x="1653013" y="214467"/>
                </a:lnTo>
                <a:lnTo>
                  <a:pt x="1625655" y="212503"/>
                </a:lnTo>
                <a:lnTo>
                  <a:pt x="1598098" y="210652"/>
                </a:lnTo>
                <a:lnTo>
                  <a:pt x="1570365" y="208927"/>
                </a:lnTo>
                <a:lnTo>
                  <a:pt x="1542455" y="207316"/>
                </a:lnTo>
                <a:lnTo>
                  <a:pt x="1514407" y="205843"/>
                </a:lnTo>
                <a:lnTo>
                  <a:pt x="1486195" y="204496"/>
                </a:lnTo>
                <a:lnTo>
                  <a:pt x="1457869" y="203287"/>
                </a:lnTo>
                <a:lnTo>
                  <a:pt x="1429432" y="202205"/>
                </a:lnTo>
                <a:lnTo>
                  <a:pt x="1400891" y="201261"/>
                </a:lnTo>
                <a:lnTo>
                  <a:pt x="1372264" y="200455"/>
                </a:lnTo>
                <a:lnTo>
                  <a:pt x="1343575" y="199788"/>
                </a:lnTo>
                <a:lnTo>
                  <a:pt x="1314821" y="199271"/>
                </a:lnTo>
                <a:lnTo>
                  <a:pt x="1286031" y="198894"/>
                </a:lnTo>
                <a:lnTo>
                  <a:pt x="1257213" y="198667"/>
                </a:lnTo>
                <a:lnTo>
                  <a:pt x="1228398" y="198592"/>
                </a:lnTo>
                <a:lnTo>
                  <a:pt x="1199607" y="198516"/>
                </a:lnTo>
                <a:lnTo>
                  <a:pt x="1199657" y="198516"/>
                </a:lnTo>
                <a:lnTo>
                  <a:pt x="1170879" y="198290"/>
                </a:lnTo>
                <a:lnTo>
                  <a:pt x="1170928" y="198290"/>
                </a:lnTo>
                <a:lnTo>
                  <a:pt x="1142187" y="197912"/>
                </a:lnTo>
                <a:lnTo>
                  <a:pt x="1142239" y="197912"/>
                </a:lnTo>
                <a:lnTo>
                  <a:pt x="1113535" y="197396"/>
                </a:lnTo>
                <a:lnTo>
                  <a:pt x="1113585" y="197396"/>
                </a:lnTo>
                <a:lnTo>
                  <a:pt x="1084933" y="196741"/>
                </a:lnTo>
                <a:lnTo>
                  <a:pt x="1084983" y="196741"/>
                </a:lnTo>
                <a:lnTo>
                  <a:pt x="1056407" y="195935"/>
                </a:lnTo>
                <a:lnTo>
                  <a:pt x="1056444" y="195935"/>
                </a:lnTo>
                <a:lnTo>
                  <a:pt x="1027955" y="195004"/>
                </a:lnTo>
                <a:lnTo>
                  <a:pt x="1028005" y="195004"/>
                </a:lnTo>
                <a:lnTo>
                  <a:pt x="999605" y="193921"/>
                </a:lnTo>
                <a:lnTo>
                  <a:pt x="999654" y="193921"/>
                </a:lnTo>
                <a:lnTo>
                  <a:pt x="971368" y="192712"/>
                </a:lnTo>
                <a:lnTo>
                  <a:pt x="971418" y="192712"/>
                </a:lnTo>
                <a:lnTo>
                  <a:pt x="943270" y="191378"/>
                </a:lnTo>
                <a:lnTo>
                  <a:pt x="943307" y="191378"/>
                </a:lnTo>
                <a:lnTo>
                  <a:pt x="915296" y="189918"/>
                </a:lnTo>
                <a:lnTo>
                  <a:pt x="915333" y="189918"/>
                </a:lnTo>
                <a:lnTo>
                  <a:pt x="887474" y="188319"/>
                </a:lnTo>
                <a:lnTo>
                  <a:pt x="887524" y="188319"/>
                </a:lnTo>
                <a:lnTo>
                  <a:pt x="859829" y="186607"/>
                </a:lnTo>
                <a:lnTo>
                  <a:pt x="859880" y="186607"/>
                </a:lnTo>
                <a:lnTo>
                  <a:pt x="832373" y="184769"/>
                </a:lnTo>
                <a:lnTo>
                  <a:pt x="832410" y="184769"/>
                </a:lnTo>
                <a:lnTo>
                  <a:pt x="805104" y="182818"/>
                </a:lnTo>
                <a:lnTo>
                  <a:pt x="805155" y="182818"/>
                </a:lnTo>
                <a:lnTo>
                  <a:pt x="778051" y="180740"/>
                </a:lnTo>
                <a:lnTo>
                  <a:pt x="778101" y="180740"/>
                </a:lnTo>
                <a:lnTo>
                  <a:pt x="751224" y="178550"/>
                </a:lnTo>
                <a:lnTo>
                  <a:pt x="751261" y="178563"/>
                </a:lnTo>
                <a:lnTo>
                  <a:pt x="724622" y="176259"/>
                </a:lnTo>
                <a:lnTo>
                  <a:pt x="724674" y="176259"/>
                </a:lnTo>
                <a:lnTo>
                  <a:pt x="698287" y="173854"/>
                </a:lnTo>
                <a:lnTo>
                  <a:pt x="698336" y="173854"/>
                </a:lnTo>
                <a:lnTo>
                  <a:pt x="672228" y="171337"/>
                </a:lnTo>
                <a:lnTo>
                  <a:pt x="672265" y="171337"/>
                </a:lnTo>
                <a:lnTo>
                  <a:pt x="646432" y="168718"/>
                </a:lnTo>
                <a:lnTo>
                  <a:pt x="646484" y="168718"/>
                </a:lnTo>
                <a:lnTo>
                  <a:pt x="620940" y="165999"/>
                </a:lnTo>
                <a:lnTo>
                  <a:pt x="620990" y="165999"/>
                </a:lnTo>
                <a:lnTo>
                  <a:pt x="595762" y="163179"/>
                </a:lnTo>
                <a:lnTo>
                  <a:pt x="595812" y="163179"/>
                </a:lnTo>
                <a:lnTo>
                  <a:pt x="570898" y="160258"/>
                </a:lnTo>
                <a:lnTo>
                  <a:pt x="570950" y="160258"/>
                </a:lnTo>
                <a:lnTo>
                  <a:pt x="546389" y="157249"/>
                </a:lnTo>
                <a:lnTo>
                  <a:pt x="546439" y="157249"/>
                </a:lnTo>
                <a:lnTo>
                  <a:pt x="522218" y="154140"/>
                </a:lnTo>
                <a:lnTo>
                  <a:pt x="522267" y="154152"/>
                </a:lnTo>
                <a:lnTo>
                  <a:pt x="498412" y="150942"/>
                </a:lnTo>
                <a:lnTo>
                  <a:pt x="498474" y="150955"/>
                </a:lnTo>
                <a:lnTo>
                  <a:pt x="474997" y="147669"/>
                </a:lnTo>
                <a:lnTo>
                  <a:pt x="475046" y="147669"/>
                </a:lnTo>
                <a:lnTo>
                  <a:pt x="451970" y="144295"/>
                </a:lnTo>
                <a:lnTo>
                  <a:pt x="452032" y="144308"/>
                </a:lnTo>
                <a:lnTo>
                  <a:pt x="429361" y="140846"/>
                </a:lnTo>
                <a:lnTo>
                  <a:pt x="429411" y="140859"/>
                </a:lnTo>
                <a:lnTo>
                  <a:pt x="407167" y="137321"/>
                </a:lnTo>
                <a:lnTo>
                  <a:pt x="407229" y="137321"/>
                </a:lnTo>
                <a:lnTo>
                  <a:pt x="385412" y="133708"/>
                </a:lnTo>
                <a:lnTo>
                  <a:pt x="385476" y="133720"/>
                </a:lnTo>
                <a:lnTo>
                  <a:pt x="364112" y="130019"/>
                </a:lnTo>
                <a:lnTo>
                  <a:pt x="364175" y="130032"/>
                </a:lnTo>
                <a:lnTo>
                  <a:pt x="343277" y="126268"/>
                </a:lnTo>
                <a:lnTo>
                  <a:pt x="343341" y="126280"/>
                </a:lnTo>
                <a:lnTo>
                  <a:pt x="322920" y="122441"/>
                </a:lnTo>
                <a:lnTo>
                  <a:pt x="322996" y="122453"/>
                </a:lnTo>
                <a:lnTo>
                  <a:pt x="303068" y="118551"/>
                </a:lnTo>
                <a:lnTo>
                  <a:pt x="303144" y="118563"/>
                </a:lnTo>
                <a:lnTo>
                  <a:pt x="283718" y="114585"/>
                </a:lnTo>
                <a:lnTo>
                  <a:pt x="283794" y="114598"/>
                </a:lnTo>
                <a:lnTo>
                  <a:pt x="264886" y="110557"/>
                </a:lnTo>
                <a:lnTo>
                  <a:pt x="264973" y="110582"/>
                </a:lnTo>
                <a:lnTo>
                  <a:pt x="246606" y="106478"/>
                </a:lnTo>
                <a:lnTo>
                  <a:pt x="246694" y="106503"/>
                </a:lnTo>
                <a:lnTo>
                  <a:pt x="228869" y="102336"/>
                </a:lnTo>
                <a:lnTo>
                  <a:pt x="228956" y="102361"/>
                </a:lnTo>
                <a:lnTo>
                  <a:pt x="211697" y="98144"/>
                </a:lnTo>
                <a:lnTo>
                  <a:pt x="211798" y="98169"/>
                </a:lnTo>
                <a:lnTo>
                  <a:pt x="195118" y="93889"/>
                </a:lnTo>
                <a:lnTo>
                  <a:pt x="195230" y="93927"/>
                </a:lnTo>
                <a:lnTo>
                  <a:pt x="179128" y="89596"/>
                </a:lnTo>
                <a:lnTo>
                  <a:pt x="179254" y="89634"/>
                </a:lnTo>
                <a:lnTo>
                  <a:pt x="163758" y="85253"/>
                </a:lnTo>
                <a:lnTo>
                  <a:pt x="163884" y="85290"/>
                </a:lnTo>
                <a:lnTo>
                  <a:pt x="149017" y="80872"/>
                </a:lnTo>
                <a:lnTo>
                  <a:pt x="149155" y="80910"/>
                </a:lnTo>
                <a:lnTo>
                  <a:pt x="134916" y="76441"/>
                </a:lnTo>
                <a:lnTo>
                  <a:pt x="135055" y="76491"/>
                </a:lnTo>
                <a:lnTo>
                  <a:pt x="121471" y="71972"/>
                </a:lnTo>
                <a:lnTo>
                  <a:pt x="121623" y="72034"/>
                </a:lnTo>
                <a:lnTo>
                  <a:pt x="108695" y="67477"/>
                </a:lnTo>
                <a:lnTo>
                  <a:pt x="108870" y="67540"/>
                </a:lnTo>
                <a:lnTo>
                  <a:pt x="96620" y="62958"/>
                </a:lnTo>
                <a:lnTo>
                  <a:pt x="96809" y="63033"/>
                </a:lnTo>
                <a:lnTo>
                  <a:pt x="85240" y="58401"/>
                </a:lnTo>
                <a:lnTo>
                  <a:pt x="85467" y="58489"/>
                </a:lnTo>
                <a:lnTo>
                  <a:pt x="74603" y="53831"/>
                </a:lnTo>
                <a:lnTo>
                  <a:pt x="74842" y="53944"/>
                </a:lnTo>
                <a:lnTo>
                  <a:pt x="64695" y="49248"/>
                </a:lnTo>
                <a:lnTo>
                  <a:pt x="67049" y="50809"/>
                </a:lnTo>
                <a:lnTo>
                  <a:pt x="32770" y="19941"/>
                </a:lnTo>
                <a:lnTo>
                  <a:pt x="20130" y="33965"/>
                </a:lnTo>
                <a:lnTo>
                  <a:pt x="55468" y="65790"/>
                </a:lnTo>
                <a:lnTo>
                  <a:pt x="67037" y="71140"/>
                </a:lnTo>
                <a:lnTo>
                  <a:pt x="78127" y="75899"/>
                </a:lnTo>
                <a:lnTo>
                  <a:pt x="89898" y="80607"/>
                </a:lnTo>
                <a:lnTo>
                  <a:pt x="102337" y="85266"/>
                </a:lnTo>
                <a:lnTo>
                  <a:pt x="115440" y="89873"/>
                </a:lnTo>
                <a:lnTo>
                  <a:pt x="129189" y="94430"/>
                </a:lnTo>
                <a:lnTo>
                  <a:pt x="143565" y="98950"/>
                </a:lnTo>
                <a:lnTo>
                  <a:pt x="158559" y="103406"/>
                </a:lnTo>
                <a:lnTo>
                  <a:pt x="174169" y="107812"/>
                </a:lnTo>
                <a:lnTo>
                  <a:pt x="190383" y="112168"/>
                </a:lnTo>
                <a:lnTo>
                  <a:pt x="207165" y="116474"/>
                </a:lnTo>
                <a:lnTo>
                  <a:pt x="224525" y="120716"/>
                </a:lnTo>
                <a:lnTo>
                  <a:pt x="242438" y="124896"/>
                </a:lnTo>
                <a:lnTo>
                  <a:pt x="260895" y="129025"/>
                </a:lnTo>
                <a:lnTo>
                  <a:pt x="279892" y="133079"/>
                </a:lnTo>
                <a:lnTo>
                  <a:pt x="299391" y="137069"/>
                </a:lnTo>
                <a:lnTo>
                  <a:pt x="319396" y="140997"/>
                </a:lnTo>
                <a:lnTo>
                  <a:pt x="339891" y="144849"/>
                </a:lnTo>
                <a:lnTo>
                  <a:pt x="360864" y="148626"/>
                </a:lnTo>
                <a:lnTo>
                  <a:pt x="382291" y="152327"/>
                </a:lnTo>
                <a:lnTo>
                  <a:pt x="404170" y="155965"/>
                </a:lnTo>
                <a:lnTo>
                  <a:pt x="426478" y="159503"/>
                </a:lnTo>
                <a:lnTo>
                  <a:pt x="449213" y="162977"/>
                </a:lnTo>
                <a:lnTo>
                  <a:pt x="472352" y="166364"/>
                </a:lnTo>
                <a:lnTo>
                  <a:pt x="495880" y="169662"/>
                </a:lnTo>
                <a:lnTo>
                  <a:pt x="519787" y="172872"/>
                </a:lnTo>
                <a:lnTo>
                  <a:pt x="544060" y="175982"/>
                </a:lnTo>
                <a:lnTo>
                  <a:pt x="568670" y="179003"/>
                </a:lnTo>
                <a:lnTo>
                  <a:pt x="593635" y="181936"/>
                </a:lnTo>
                <a:lnTo>
                  <a:pt x="618913" y="184769"/>
                </a:lnTo>
                <a:lnTo>
                  <a:pt x="644506" y="187501"/>
                </a:lnTo>
                <a:lnTo>
                  <a:pt x="670389" y="190132"/>
                </a:lnTo>
                <a:lnTo>
                  <a:pt x="696550" y="192649"/>
                </a:lnTo>
                <a:lnTo>
                  <a:pt x="722975" y="195067"/>
                </a:lnTo>
                <a:lnTo>
                  <a:pt x="749663" y="197370"/>
                </a:lnTo>
                <a:lnTo>
                  <a:pt x="776590" y="199561"/>
                </a:lnTo>
                <a:lnTo>
                  <a:pt x="803732" y="201651"/>
                </a:lnTo>
                <a:lnTo>
                  <a:pt x="831088" y="203602"/>
                </a:lnTo>
                <a:lnTo>
                  <a:pt x="858645" y="205453"/>
                </a:lnTo>
                <a:lnTo>
                  <a:pt x="886379" y="207177"/>
                </a:lnTo>
                <a:lnTo>
                  <a:pt x="914289" y="208764"/>
                </a:lnTo>
                <a:lnTo>
                  <a:pt x="942338" y="210236"/>
                </a:lnTo>
                <a:lnTo>
                  <a:pt x="970550" y="211584"/>
                </a:lnTo>
                <a:lnTo>
                  <a:pt x="998875" y="212792"/>
                </a:lnTo>
                <a:lnTo>
                  <a:pt x="1027313" y="213875"/>
                </a:lnTo>
                <a:lnTo>
                  <a:pt x="1055853" y="214807"/>
                </a:lnTo>
                <a:lnTo>
                  <a:pt x="1084466" y="215612"/>
                </a:lnTo>
                <a:lnTo>
                  <a:pt x="1113170" y="216279"/>
                </a:lnTo>
                <a:lnTo>
                  <a:pt x="1141923" y="216795"/>
                </a:lnTo>
                <a:lnTo>
                  <a:pt x="1170714" y="217173"/>
                </a:lnTo>
                <a:lnTo>
                  <a:pt x="1199531" y="217400"/>
                </a:lnTo>
                <a:lnTo>
                  <a:pt x="1228346" y="217475"/>
                </a:lnTo>
                <a:lnTo>
                  <a:pt x="1257137" y="217551"/>
                </a:lnTo>
                <a:lnTo>
                  <a:pt x="1257087" y="217551"/>
                </a:lnTo>
                <a:lnTo>
                  <a:pt x="1285853" y="217777"/>
                </a:lnTo>
                <a:lnTo>
                  <a:pt x="1285803" y="217777"/>
                </a:lnTo>
                <a:lnTo>
                  <a:pt x="1314557" y="218155"/>
                </a:lnTo>
                <a:lnTo>
                  <a:pt x="1314505" y="218142"/>
                </a:lnTo>
                <a:lnTo>
                  <a:pt x="1343209" y="218671"/>
                </a:lnTo>
                <a:lnTo>
                  <a:pt x="1343157" y="218671"/>
                </a:lnTo>
                <a:lnTo>
                  <a:pt x="1371811" y="219326"/>
                </a:lnTo>
                <a:lnTo>
                  <a:pt x="1371762" y="219326"/>
                </a:lnTo>
                <a:lnTo>
                  <a:pt x="1400338" y="220131"/>
                </a:lnTo>
                <a:lnTo>
                  <a:pt x="1400288" y="220131"/>
                </a:lnTo>
                <a:lnTo>
                  <a:pt x="1428789" y="221076"/>
                </a:lnTo>
                <a:lnTo>
                  <a:pt x="1428739" y="221076"/>
                </a:lnTo>
                <a:lnTo>
                  <a:pt x="1457139" y="222158"/>
                </a:lnTo>
                <a:lnTo>
                  <a:pt x="1457090" y="222146"/>
                </a:lnTo>
                <a:lnTo>
                  <a:pt x="1485364" y="223367"/>
                </a:lnTo>
                <a:lnTo>
                  <a:pt x="1485327" y="223367"/>
                </a:lnTo>
                <a:lnTo>
                  <a:pt x="1513475" y="224701"/>
                </a:lnTo>
                <a:lnTo>
                  <a:pt x="1513437" y="224701"/>
                </a:lnTo>
                <a:lnTo>
                  <a:pt x="1541449" y="226174"/>
                </a:lnTo>
                <a:lnTo>
                  <a:pt x="1541397" y="226174"/>
                </a:lnTo>
                <a:lnTo>
                  <a:pt x="1569257" y="227773"/>
                </a:lnTo>
                <a:lnTo>
                  <a:pt x="1569220" y="227773"/>
                </a:lnTo>
                <a:lnTo>
                  <a:pt x="1596903" y="229497"/>
                </a:lnTo>
                <a:lnTo>
                  <a:pt x="1596864" y="229497"/>
                </a:lnTo>
                <a:lnTo>
                  <a:pt x="1624371" y="231336"/>
                </a:lnTo>
                <a:lnTo>
                  <a:pt x="1624321" y="231336"/>
                </a:lnTo>
                <a:lnTo>
                  <a:pt x="1651639" y="233299"/>
                </a:lnTo>
                <a:lnTo>
                  <a:pt x="1651589" y="233299"/>
                </a:lnTo>
                <a:lnTo>
                  <a:pt x="1678693" y="235377"/>
                </a:lnTo>
                <a:lnTo>
                  <a:pt x="1678643" y="235377"/>
                </a:lnTo>
                <a:lnTo>
                  <a:pt x="1705520" y="237567"/>
                </a:lnTo>
                <a:lnTo>
                  <a:pt x="1705471" y="237567"/>
                </a:lnTo>
                <a:lnTo>
                  <a:pt x="1732108" y="239871"/>
                </a:lnTo>
                <a:lnTo>
                  <a:pt x="1732071" y="239871"/>
                </a:lnTo>
                <a:lnTo>
                  <a:pt x="1758445" y="242288"/>
                </a:lnTo>
                <a:lnTo>
                  <a:pt x="1758408" y="242288"/>
                </a:lnTo>
                <a:lnTo>
                  <a:pt x="1784516" y="244806"/>
                </a:lnTo>
                <a:lnTo>
                  <a:pt x="1784467" y="244806"/>
                </a:lnTo>
                <a:lnTo>
                  <a:pt x="1810312" y="247437"/>
                </a:lnTo>
                <a:lnTo>
                  <a:pt x="1810261" y="247437"/>
                </a:lnTo>
                <a:lnTo>
                  <a:pt x="1835804" y="250169"/>
                </a:lnTo>
                <a:lnTo>
                  <a:pt x="1835753" y="250156"/>
                </a:lnTo>
                <a:lnTo>
                  <a:pt x="1860982" y="253001"/>
                </a:lnTo>
                <a:lnTo>
                  <a:pt x="1860931" y="252989"/>
                </a:lnTo>
                <a:lnTo>
                  <a:pt x="1885832" y="255922"/>
                </a:lnTo>
                <a:lnTo>
                  <a:pt x="1885782" y="255909"/>
                </a:lnTo>
                <a:lnTo>
                  <a:pt x="1910355" y="258943"/>
                </a:lnTo>
                <a:lnTo>
                  <a:pt x="1910305" y="258931"/>
                </a:lnTo>
                <a:lnTo>
                  <a:pt x="1934527" y="262053"/>
                </a:lnTo>
                <a:lnTo>
                  <a:pt x="1934477" y="262053"/>
                </a:lnTo>
                <a:lnTo>
                  <a:pt x="1958320" y="265263"/>
                </a:lnTo>
                <a:lnTo>
                  <a:pt x="1958270" y="265250"/>
                </a:lnTo>
                <a:lnTo>
                  <a:pt x="1981748" y="268549"/>
                </a:lnTo>
                <a:lnTo>
                  <a:pt x="1981685" y="268549"/>
                </a:lnTo>
                <a:lnTo>
                  <a:pt x="2004774" y="271935"/>
                </a:lnTo>
                <a:lnTo>
                  <a:pt x="2004710" y="271923"/>
                </a:lnTo>
                <a:lnTo>
                  <a:pt x="2027383" y="275397"/>
                </a:lnTo>
                <a:lnTo>
                  <a:pt x="2027319" y="275384"/>
                </a:lnTo>
                <a:lnTo>
                  <a:pt x="2049577" y="278935"/>
                </a:lnTo>
                <a:lnTo>
                  <a:pt x="2049515" y="278922"/>
                </a:lnTo>
                <a:lnTo>
                  <a:pt x="2071333" y="282548"/>
                </a:lnTo>
                <a:lnTo>
                  <a:pt x="2071269" y="282548"/>
                </a:lnTo>
                <a:lnTo>
                  <a:pt x="2092632" y="286249"/>
                </a:lnTo>
                <a:lnTo>
                  <a:pt x="2092557" y="286236"/>
                </a:lnTo>
                <a:lnTo>
                  <a:pt x="2113468" y="290013"/>
                </a:lnTo>
                <a:lnTo>
                  <a:pt x="2113391" y="290000"/>
                </a:lnTo>
                <a:lnTo>
                  <a:pt x="2133824" y="293852"/>
                </a:lnTo>
                <a:lnTo>
                  <a:pt x="2133748" y="293840"/>
                </a:lnTo>
                <a:lnTo>
                  <a:pt x="2153677" y="297755"/>
                </a:lnTo>
                <a:lnTo>
                  <a:pt x="2153600" y="297742"/>
                </a:lnTo>
                <a:lnTo>
                  <a:pt x="2173027" y="301733"/>
                </a:lnTo>
                <a:lnTo>
                  <a:pt x="2172950" y="301721"/>
                </a:lnTo>
                <a:lnTo>
                  <a:pt x="2191846" y="305774"/>
                </a:lnTo>
                <a:lnTo>
                  <a:pt x="2191769" y="305749"/>
                </a:lnTo>
                <a:lnTo>
                  <a:pt x="2210138" y="309866"/>
                </a:lnTo>
                <a:lnTo>
                  <a:pt x="2210051" y="309841"/>
                </a:lnTo>
                <a:lnTo>
                  <a:pt x="2227863" y="314020"/>
                </a:lnTo>
                <a:lnTo>
                  <a:pt x="2227775" y="313995"/>
                </a:lnTo>
                <a:lnTo>
                  <a:pt x="2245035" y="318225"/>
                </a:lnTo>
                <a:lnTo>
                  <a:pt x="2244934" y="318200"/>
                </a:lnTo>
                <a:lnTo>
                  <a:pt x="2261614" y="322480"/>
                </a:lnTo>
                <a:lnTo>
                  <a:pt x="2261515" y="322455"/>
                </a:lnTo>
                <a:lnTo>
                  <a:pt x="2277602" y="326798"/>
                </a:lnTo>
                <a:lnTo>
                  <a:pt x="2277490" y="326760"/>
                </a:lnTo>
                <a:lnTo>
                  <a:pt x="2292973" y="331154"/>
                </a:lnTo>
                <a:lnTo>
                  <a:pt x="2292847" y="331116"/>
                </a:lnTo>
                <a:lnTo>
                  <a:pt x="2307715" y="335548"/>
                </a:lnTo>
                <a:lnTo>
                  <a:pt x="2307589" y="335510"/>
                </a:lnTo>
                <a:lnTo>
                  <a:pt x="2321828" y="339991"/>
                </a:lnTo>
                <a:lnTo>
                  <a:pt x="2321677" y="339941"/>
                </a:lnTo>
                <a:lnTo>
                  <a:pt x="2335273" y="344473"/>
                </a:lnTo>
                <a:lnTo>
                  <a:pt x="2335110" y="344410"/>
                </a:lnTo>
                <a:lnTo>
                  <a:pt x="2348037" y="348980"/>
                </a:lnTo>
                <a:lnTo>
                  <a:pt x="2347862" y="348917"/>
                </a:lnTo>
                <a:lnTo>
                  <a:pt x="2360111" y="353525"/>
                </a:lnTo>
                <a:lnTo>
                  <a:pt x="2359921" y="353449"/>
                </a:lnTo>
                <a:lnTo>
                  <a:pt x="2371492" y="358082"/>
                </a:lnTo>
                <a:lnTo>
                  <a:pt x="2371277" y="357994"/>
                </a:lnTo>
                <a:lnTo>
                  <a:pt x="2382141" y="362664"/>
                </a:lnTo>
                <a:lnTo>
                  <a:pt x="2381902" y="362563"/>
                </a:lnTo>
                <a:lnTo>
                  <a:pt x="2392049" y="367259"/>
                </a:lnTo>
                <a:lnTo>
                  <a:pt x="2391772" y="367133"/>
                </a:lnTo>
                <a:lnTo>
                  <a:pt x="2401188" y="371867"/>
                </a:lnTo>
                <a:lnTo>
                  <a:pt x="2400886" y="371703"/>
                </a:lnTo>
                <a:lnTo>
                  <a:pt x="2409561" y="376462"/>
                </a:lnTo>
                <a:lnTo>
                  <a:pt x="2409221" y="376273"/>
                </a:lnTo>
                <a:lnTo>
                  <a:pt x="2417126" y="381057"/>
                </a:lnTo>
                <a:lnTo>
                  <a:pt x="2416749" y="380804"/>
                </a:lnTo>
                <a:lnTo>
                  <a:pt x="2423887" y="385614"/>
                </a:lnTo>
                <a:lnTo>
                  <a:pt x="2423445" y="385299"/>
                </a:lnTo>
                <a:lnTo>
                  <a:pt x="2429792" y="390121"/>
                </a:lnTo>
                <a:lnTo>
                  <a:pt x="2429300" y="389718"/>
                </a:lnTo>
                <a:lnTo>
                  <a:pt x="2434851" y="394552"/>
                </a:lnTo>
                <a:lnTo>
                  <a:pt x="2434297" y="394036"/>
                </a:lnTo>
                <a:lnTo>
                  <a:pt x="2439032" y="398882"/>
                </a:lnTo>
                <a:lnTo>
                  <a:pt x="2438427" y="398203"/>
                </a:lnTo>
                <a:lnTo>
                  <a:pt x="2442329" y="403075"/>
                </a:lnTo>
                <a:lnTo>
                  <a:pt x="2441863" y="402421"/>
                </a:lnTo>
                <a:lnTo>
                  <a:pt x="2443500" y="404862"/>
                </a:lnTo>
                <a:lnTo>
                  <a:pt x="2443186" y="404359"/>
                </a:lnTo>
                <a:lnTo>
                  <a:pt x="2444608" y="406801"/>
                </a:lnTo>
                <a:lnTo>
                  <a:pt x="2444294" y="406235"/>
                </a:lnTo>
                <a:lnTo>
                  <a:pt x="2445515" y="408664"/>
                </a:lnTo>
                <a:lnTo>
                  <a:pt x="2445224" y="408035"/>
                </a:lnTo>
                <a:lnTo>
                  <a:pt x="2446220" y="410477"/>
                </a:lnTo>
                <a:lnTo>
                  <a:pt x="2445968" y="409772"/>
                </a:lnTo>
                <a:lnTo>
                  <a:pt x="2446736" y="412214"/>
                </a:lnTo>
                <a:lnTo>
                  <a:pt x="2446534" y="411459"/>
                </a:lnTo>
                <a:lnTo>
                  <a:pt x="2447088" y="413901"/>
                </a:lnTo>
                <a:lnTo>
                  <a:pt x="2446937" y="413083"/>
                </a:lnTo>
                <a:lnTo>
                  <a:pt x="2447276" y="415538"/>
                </a:lnTo>
                <a:lnTo>
                  <a:pt x="2447202" y="414682"/>
                </a:lnTo>
                <a:lnTo>
                  <a:pt x="2447315" y="417124"/>
                </a:lnTo>
                <a:lnTo>
                  <a:pt x="2466173" y="4162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41AFCBE1-F10F-41A7-A9DF-46B613CD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753" y="1165748"/>
            <a:ext cx="69011" cy="1094677"/>
          </a:xfrm>
          <a:custGeom xmlns:a="http://schemas.openxmlformats.org/drawingml/2006/main">
            <a:pathLst>
              <a:path w="50356" h="798772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798772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798772"/>
                </a:lnTo>
                <a:lnTo>
                  <a:pt x="34620" y="7987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BB3EB4BA-12F6-4965-B5C9-AD2DA012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2709" y="1789429"/>
            <a:ext cx="343152" cy="342464"/>
          </a:xfrm>
          <a:custGeom xmlns:a="http://schemas.openxmlformats.org/drawingml/2006/main">
            <a:pathLst>
              <a:path w="250394" h="249892">
                <a:moveTo>
                  <a:pt x="0" y="124883"/>
                </a:moveTo>
                <a:cubicBezTo>
                  <a:pt x="502" y="55945"/>
                  <a:pt x="56449" y="0"/>
                  <a:pt x="125448" y="0"/>
                </a:cubicBezTo>
                <a:cubicBezTo>
                  <a:pt x="194450" y="0"/>
                  <a:pt x="250394" y="55945"/>
                  <a:pt x="250394" y="124946"/>
                </a:cubicBezTo>
                <a:cubicBezTo>
                  <a:pt x="250394" y="193946"/>
                  <a:pt x="194450" y="249892"/>
                  <a:pt x="125448" y="249892"/>
                </a:cubicBezTo>
                <a:cubicBezTo>
                  <a:pt x="56449" y="249892"/>
                  <a:pt x="502" y="193946"/>
                  <a:pt x="0" y="12488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BB2DB85E-AD6B-415F-96E7-E20B64C9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408" y="1830439"/>
            <a:ext cx="260445" cy="260445"/>
          </a:xfrm>
          <a:custGeom xmlns:a="http://schemas.openxmlformats.org/drawingml/2006/main">
            <a:pathLst>
              <a:path w="190043" h="190043">
                <a:moveTo>
                  <a:pt x="13344" y="0"/>
                </a:moveTo>
                <a:lnTo>
                  <a:pt x="190043" y="176699"/>
                </a:lnTo>
                <a:lnTo>
                  <a:pt x="176699" y="190043"/>
                </a:lnTo>
                <a:lnTo>
                  <a:pt x="0" y="13344"/>
                </a:lnTo>
                <a:lnTo>
                  <a:pt x="13344" y="0"/>
                </a:lnTo>
                <a:moveTo>
                  <a:pt x="190043" y="13344"/>
                </a:moveTo>
                <a:lnTo>
                  <a:pt x="13344" y="190043"/>
                </a:lnTo>
                <a:lnTo>
                  <a:pt x="0" y="176699"/>
                </a:lnTo>
                <a:lnTo>
                  <a:pt x="176699" y="0"/>
                </a:lnTo>
                <a:lnTo>
                  <a:pt x="190043" y="13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6B9D9F00-30A2-45B2-850E-21288C52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457" y="1776490"/>
            <a:ext cx="368345" cy="368343"/>
          </a:xfrm>
          <a:custGeom xmlns:a="http://schemas.openxmlformats.org/drawingml/2006/main">
            <a:pathLst>
              <a:path w="268777" h="268775">
                <a:moveTo>
                  <a:pt x="178" y="127476"/>
                </a:moveTo>
                <a:lnTo>
                  <a:pt x="692" y="120653"/>
                </a:lnTo>
                <a:lnTo>
                  <a:pt x="1550" y="113931"/>
                </a:lnTo>
                <a:lnTo>
                  <a:pt x="2734" y="107309"/>
                </a:lnTo>
                <a:lnTo>
                  <a:pt x="4230" y="100813"/>
                </a:lnTo>
                <a:lnTo>
                  <a:pt x="6045" y="94430"/>
                </a:lnTo>
                <a:lnTo>
                  <a:pt x="8159" y="88186"/>
                </a:lnTo>
                <a:lnTo>
                  <a:pt x="10563" y="82080"/>
                </a:lnTo>
                <a:lnTo>
                  <a:pt x="13257" y="76113"/>
                </a:lnTo>
                <a:lnTo>
                  <a:pt x="16227" y="70322"/>
                </a:lnTo>
                <a:lnTo>
                  <a:pt x="19464" y="64695"/>
                </a:lnTo>
                <a:lnTo>
                  <a:pt x="22950" y="59244"/>
                </a:lnTo>
                <a:lnTo>
                  <a:pt x="26703" y="53969"/>
                </a:lnTo>
                <a:lnTo>
                  <a:pt x="30692" y="48896"/>
                </a:lnTo>
                <a:lnTo>
                  <a:pt x="34910" y="44024"/>
                </a:lnTo>
                <a:lnTo>
                  <a:pt x="39355" y="39353"/>
                </a:lnTo>
                <a:lnTo>
                  <a:pt x="44024" y="34909"/>
                </a:lnTo>
                <a:lnTo>
                  <a:pt x="48897" y="30692"/>
                </a:lnTo>
                <a:lnTo>
                  <a:pt x="53970" y="26701"/>
                </a:lnTo>
                <a:lnTo>
                  <a:pt x="59245" y="22950"/>
                </a:lnTo>
                <a:lnTo>
                  <a:pt x="64696" y="19463"/>
                </a:lnTo>
                <a:lnTo>
                  <a:pt x="70322" y="16227"/>
                </a:lnTo>
                <a:lnTo>
                  <a:pt x="76115" y="13256"/>
                </a:lnTo>
                <a:lnTo>
                  <a:pt x="82081" y="10562"/>
                </a:lnTo>
                <a:lnTo>
                  <a:pt x="88186" y="8158"/>
                </a:lnTo>
                <a:lnTo>
                  <a:pt x="94431" y="6043"/>
                </a:lnTo>
                <a:lnTo>
                  <a:pt x="100813" y="4230"/>
                </a:lnTo>
                <a:lnTo>
                  <a:pt x="107309" y="2732"/>
                </a:lnTo>
                <a:lnTo>
                  <a:pt x="113931" y="1548"/>
                </a:lnTo>
                <a:lnTo>
                  <a:pt x="120653" y="692"/>
                </a:lnTo>
                <a:lnTo>
                  <a:pt x="127477" y="176"/>
                </a:lnTo>
                <a:lnTo>
                  <a:pt x="134388" y="0"/>
                </a:lnTo>
                <a:lnTo>
                  <a:pt x="141299" y="176"/>
                </a:lnTo>
                <a:lnTo>
                  <a:pt x="148111" y="692"/>
                </a:lnTo>
                <a:lnTo>
                  <a:pt x="154846" y="1548"/>
                </a:lnTo>
                <a:lnTo>
                  <a:pt x="161468" y="2732"/>
                </a:lnTo>
                <a:lnTo>
                  <a:pt x="167963" y="4230"/>
                </a:lnTo>
                <a:lnTo>
                  <a:pt x="174345" y="6043"/>
                </a:lnTo>
                <a:lnTo>
                  <a:pt x="180590" y="8158"/>
                </a:lnTo>
                <a:lnTo>
                  <a:pt x="186695" y="10562"/>
                </a:lnTo>
                <a:lnTo>
                  <a:pt x="192664" y="13256"/>
                </a:lnTo>
                <a:lnTo>
                  <a:pt x="198454" y="16227"/>
                </a:lnTo>
                <a:lnTo>
                  <a:pt x="204082" y="19463"/>
                </a:lnTo>
                <a:lnTo>
                  <a:pt x="209532" y="22950"/>
                </a:lnTo>
                <a:lnTo>
                  <a:pt x="214806" y="26701"/>
                </a:lnTo>
                <a:lnTo>
                  <a:pt x="219880" y="30692"/>
                </a:lnTo>
                <a:lnTo>
                  <a:pt x="224753" y="34909"/>
                </a:lnTo>
                <a:lnTo>
                  <a:pt x="229411" y="39353"/>
                </a:lnTo>
                <a:lnTo>
                  <a:pt x="233867" y="44024"/>
                </a:lnTo>
                <a:lnTo>
                  <a:pt x="238085" y="48896"/>
                </a:lnTo>
                <a:lnTo>
                  <a:pt x="242075" y="53969"/>
                </a:lnTo>
                <a:lnTo>
                  <a:pt x="245826" y="59244"/>
                </a:lnTo>
                <a:lnTo>
                  <a:pt x="249313" y="64695"/>
                </a:lnTo>
                <a:lnTo>
                  <a:pt x="252549" y="70322"/>
                </a:lnTo>
                <a:lnTo>
                  <a:pt x="255519" y="76113"/>
                </a:lnTo>
                <a:lnTo>
                  <a:pt x="258214" y="82080"/>
                </a:lnTo>
                <a:lnTo>
                  <a:pt x="260619" y="88186"/>
                </a:lnTo>
                <a:lnTo>
                  <a:pt x="262734" y="94430"/>
                </a:lnTo>
                <a:lnTo>
                  <a:pt x="264546" y="100813"/>
                </a:lnTo>
                <a:lnTo>
                  <a:pt x="266044" y="107309"/>
                </a:lnTo>
                <a:lnTo>
                  <a:pt x="267227" y="113931"/>
                </a:lnTo>
                <a:lnTo>
                  <a:pt x="268084" y="120653"/>
                </a:lnTo>
                <a:lnTo>
                  <a:pt x="268599" y="127476"/>
                </a:lnTo>
                <a:lnTo>
                  <a:pt x="268777" y="134388"/>
                </a:lnTo>
                <a:lnTo>
                  <a:pt x="268599" y="141299"/>
                </a:lnTo>
                <a:lnTo>
                  <a:pt x="268084" y="148122"/>
                </a:lnTo>
                <a:lnTo>
                  <a:pt x="267227" y="154845"/>
                </a:lnTo>
                <a:lnTo>
                  <a:pt x="266044" y="161466"/>
                </a:lnTo>
                <a:lnTo>
                  <a:pt x="264546" y="167962"/>
                </a:lnTo>
                <a:lnTo>
                  <a:pt x="262734" y="174345"/>
                </a:lnTo>
                <a:lnTo>
                  <a:pt x="260619" y="180589"/>
                </a:lnTo>
                <a:lnTo>
                  <a:pt x="258214" y="186695"/>
                </a:lnTo>
                <a:lnTo>
                  <a:pt x="255519" y="192662"/>
                </a:lnTo>
                <a:lnTo>
                  <a:pt x="252549" y="198453"/>
                </a:lnTo>
                <a:lnTo>
                  <a:pt x="249313" y="204080"/>
                </a:lnTo>
                <a:lnTo>
                  <a:pt x="245826" y="209531"/>
                </a:lnTo>
                <a:lnTo>
                  <a:pt x="242075" y="214806"/>
                </a:lnTo>
                <a:lnTo>
                  <a:pt x="238085" y="219879"/>
                </a:lnTo>
                <a:lnTo>
                  <a:pt x="233867" y="224752"/>
                </a:lnTo>
                <a:lnTo>
                  <a:pt x="229411" y="229422"/>
                </a:lnTo>
                <a:lnTo>
                  <a:pt x="224753" y="233866"/>
                </a:lnTo>
                <a:lnTo>
                  <a:pt x="219880" y="238083"/>
                </a:lnTo>
                <a:lnTo>
                  <a:pt x="214806" y="242074"/>
                </a:lnTo>
                <a:lnTo>
                  <a:pt x="209532" y="245825"/>
                </a:lnTo>
                <a:lnTo>
                  <a:pt x="204082" y="249313"/>
                </a:lnTo>
                <a:lnTo>
                  <a:pt x="198454" y="252548"/>
                </a:lnTo>
                <a:lnTo>
                  <a:pt x="192664" y="255519"/>
                </a:lnTo>
                <a:lnTo>
                  <a:pt x="186695" y="258213"/>
                </a:lnTo>
                <a:lnTo>
                  <a:pt x="180590" y="260618"/>
                </a:lnTo>
                <a:lnTo>
                  <a:pt x="174345" y="262733"/>
                </a:lnTo>
                <a:lnTo>
                  <a:pt x="167963" y="264545"/>
                </a:lnTo>
                <a:lnTo>
                  <a:pt x="161468" y="266043"/>
                </a:lnTo>
                <a:lnTo>
                  <a:pt x="154846" y="267227"/>
                </a:lnTo>
                <a:lnTo>
                  <a:pt x="148111" y="268083"/>
                </a:lnTo>
                <a:lnTo>
                  <a:pt x="141299" y="268599"/>
                </a:lnTo>
                <a:lnTo>
                  <a:pt x="134388" y="268775"/>
                </a:lnTo>
                <a:lnTo>
                  <a:pt x="127477" y="268599"/>
                </a:lnTo>
                <a:lnTo>
                  <a:pt x="120653" y="268083"/>
                </a:lnTo>
                <a:lnTo>
                  <a:pt x="113931" y="267227"/>
                </a:lnTo>
                <a:lnTo>
                  <a:pt x="107309" y="266043"/>
                </a:lnTo>
                <a:lnTo>
                  <a:pt x="100813" y="264545"/>
                </a:lnTo>
                <a:lnTo>
                  <a:pt x="94431" y="262733"/>
                </a:lnTo>
                <a:lnTo>
                  <a:pt x="88186" y="260618"/>
                </a:lnTo>
                <a:lnTo>
                  <a:pt x="82081" y="258213"/>
                </a:lnTo>
                <a:lnTo>
                  <a:pt x="76115" y="255519"/>
                </a:lnTo>
                <a:lnTo>
                  <a:pt x="70322" y="252548"/>
                </a:lnTo>
                <a:lnTo>
                  <a:pt x="64696" y="249313"/>
                </a:lnTo>
                <a:lnTo>
                  <a:pt x="59245" y="245825"/>
                </a:lnTo>
                <a:lnTo>
                  <a:pt x="53970" y="242074"/>
                </a:lnTo>
                <a:lnTo>
                  <a:pt x="48897" y="238083"/>
                </a:lnTo>
                <a:lnTo>
                  <a:pt x="44024" y="233866"/>
                </a:lnTo>
                <a:lnTo>
                  <a:pt x="39355" y="229422"/>
                </a:lnTo>
                <a:lnTo>
                  <a:pt x="34910" y="224752"/>
                </a:lnTo>
                <a:lnTo>
                  <a:pt x="30692" y="219879"/>
                </a:lnTo>
                <a:lnTo>
                  <a:pt x="26703" y="214806"/>
                </a:lnTo>
                <a:lnTo>
                  <a:pt x="22950" y="209531"/>
                </a:lnTo>
                <a:lnTo>
                  <a:pt x="19464" y="204080"/>
                </a:lnTo>
                <a:lnTo>
                  <a:pt x="16227" y="198453"/>
                </a:lnTo>
                <a:lnTo>
                  <a:pt x="13257" y="192662"/>
                </a:lnTo>
                <a:lnTo>
                  <a:pt x="10563" y="186695"/>
                </a:lnTo>
                <a:lnTo>
                  <a:pt x="8159" y="180589"/>
                </a:lnTo>
                <a:lnTo>
                  <a:pt x="6045" y="174345"/>
                </a:lnTo>
                <a:lnTo>
                  <a:pt x="4230" y="167962"/>
                </a:lnTo>
                <a:lnTo>
                  <a:pt x="2734" y="161466"/>
                </a:lnTo>
                <a:lnTo>
                  <a:pt x="1550" y="154845"/>
                </a:lnTo>
                <a:lnTo>
                  <a:pt x="692" y="148122"/>
                </a:lnTo>
                <a:lnTo>
                  <a:pt x="178" y="141299"/>
                </a:lnTo>
                <a:lnTo>
                  <a:pt x="0" y="134388"/>
                </a:lnTo>
                <a:lnTo>
                  <a:pt x="178" y="127476"/>
                </a:lnTo>
                <a:moveTo>
                  <a:pt x="18885" y="134627"/>
                </a:moveTo>
                <a:lnTo>
                  <a:pt x="18885" y="134148"/>
                </a:lnTo>
                <a:lnTo>
                  <a:pt x="19048" y="140581"/>
                </a:lnTo>
                <a:lnTo>
                  <a:pt x="19023" y="140103"/>
                </a:lnTo>
                <a:lnTo>
                  <a:pt x="19501" y="146448"/>
                </a:lnTo>
                <a:lnTo>
                  <a:pt x="19451" y="145970"/>
                </a:lnTo>
                <a:lnTo>
                  <a:pt x="20245" y="152226"/>
                </a:lnTo>
                <a:lnTo>
                  <a:pt x="20181" y="151760"/>
                </a:lnTo>
                <a:lnTo>
                  <a:pt x="21276" y="157904"/>
                </a:lnTo>
                <a:lnTo>
                  <a:pt x="21175" y="157451"/>
                </a:lnTo>
                <a:lnTo>
                  <a:pt x="22574" y="163493"/>
                </a:lnTo>
                <a:lnTo>
                  <a:pt x="22460" y="163040"/>
                </a:lnTo>
                <a:lnTo>
                  <a:pt x="24147" y="168970"/>
                </a:lnTo>
                <a:lnTo>
                  <a:pt x="24008" y="168516"/>
                </a:lnTo>
                <a:lnTo>
                  <a:pt x="25972" y="174320"/>
                </a:lnTo>
                <a:lnTo>
                  <a:pt x="25808" y="173879"/>
                </a:lnTo>
                <a:lnTo>
                  <a:pt x="28049" y="179557"/>
                </a:lnTo>
                <a:lnTo>
                  <a:pt x="27860" y="179129"/>
                </a:lnTo>
                <a:lnTo>
                  <a:pt x="30365" y="184668"/>
                </a:lnTo>
                <a:lnTo>
                  <a:pt x="30165" y="184253"/>
                </a:lnTo>
                <a:lnTo>
                  <a:pt x="32922" y="189641"/>
                </a:lnTo>
                <a:lnTo>
                  <a:pt x="32707" y="189238"/>
                </a:lnTo>
                <a:lnTo>
                  <a:pt x="35716" y="194475"/>
                </a:lnTo>
                <a:lnTo>
                  <a:pt x="35476" y="194084"/>
                </a:lnTo>
                <a:lnTo>
                  <a:pt x="38725" y="199145"/>
                </a:lnTo>
                <a:lnTo>
                  <a:pt x="38473" y="198780"/>
                </a:lnTo>
                <a:lnTo>
                  <a:pt x="41959" y="203677"/>
                </a:lnTo>
                <a:lnTo>
                  <a:pt x="41684" y="203312"/>
                </a:lnTo>
                <a:lnTo>
                  <a:pt x="45396" y="208033"/>
                </a:lnTo>
                <a:lnTo>
                  <a:pt x="45107" y="207681"/>
                </a:lnTo>
                <a:lnTo>
                  <a:pt x="49035" y="212213"/>
                </a:lnTo>
                <a:lnTo>
                  <a:pt x="48734" y="211886"/>
                </a:lnTo>
                <a:lnTo>
                  <a:pt x="52875" y="216216"/>
                </a:lnTo>
                <a:lnTo>
                  <a:pt x="52547" y="215901"/>
                </a:lnTo>
                <a:lnTo>
                  <a:pt x="56891" y="220043"/>
                </a:lnTo>
                <a:lnTo>
                  <a:pt x="56564" y="219741"/>
                </a:lnTo>
                <a:lnTo>
                  <a:pt x="61096" y="223669"/>
                </a:lnTo>
                <a:lnTo>
                  <a:pt x="60743" y="223379"/>
                </a:lnTo>
                <a:lnTo>
                  <a:pt x="65463" y="227093"/>
                </a:lnTo>
                <a:lnTo>
                  <a:pt x="65099" y="226816"/>
                </a:lnTo>
                <a:lnTo>
                  <a:pt x="69995" y="230303"/>
                </a:lnTo>
                <a:lnTo>
                  <a:pt x="69632" y="230051"/>
                </a:lnTo>
                <a:lnTo>
                  <a:pt x="74691" y="233299"/>
                </a:lnTo>
                <a:lnTo>
                  <a:pt x="74302" y="233060"/>
                </a:lnTo>
                <a:lnTo>
                  <a:pt x="79537" y="236069"/>
                </a:lnTo>
                <a:lnTo>
                  <a:pt x="79136" y="235855"/>
                </a:lnTo>
                <a:lnTo>
                  <a:pt x="84524" y="238612"/>
                </a:lnTo>
                <a:lnTo>
                  <a:pt x="84108" y="238411"/>
                </a:lnTo>
                <a:lnTo>
                  <a:pt x="89647" y="240916"/>
                </a:lnTo>
                <a:lnTo>
                  <a:pt x="89219" y="240727"/>
                </a:lnTo>
                <a:lnTo>
                  <a:pt x="94897" y="242968"/>
                </a:lnTo>
                <a:lnTo>
                  <a:pt x="94456" y="242804"/>
                </a:lnTo>
                <a:lnTo>
                  <a:pt x="100260" y="244768"/>
                </a:lnTo>
                <a:lnTo>
                  <a:pt x="99807" y="244629"/>
                </a:lnTo>
                <a:lnTo>
                  <a:pt x="105736" y="246317"/>
                </a:lnTo>
                <a:lnTo>
                  <a:pt x="105283" y="246203"/>
                </a:lnTo>
                <a:lnTo>
                  <a:pt x="111326" y="247601"/>
                </a:lnTo>
                <a:lnTo>
                  <a:pt x="110872" y="247500"/>
                </a:lnTo>
                <a:lnTo>
                  <a:pt x="117016" y="248595"/>
                </a:lnTo>
                <a:lnTo>
                  <a:pt x="116549" y="248532"/>
                </a:lnTo>
                <a:lnTo>
                  <a:pt x="122807" y="249325"/>
                </a:lnTo>
                <a:lnTo>
                  <a:pt x="122329" y="249275"/>
                </a:lnTo>
                <a:lnTo>
                  <a:pt x="128674" y="249753"/>
                </a:lnTo>
                <a:lnTo>
                  <a:pt x="128194" y="249728"/>
                </a:lnTo>
                <a:lnTo>
                  <a:pt x="134628" y="249892"/>
                </a:lnTo>
                <a:lnTo>
                  <a:pt x="134149" y="249892"/>
                </a:lnTo>
                <a:lnTo>
                  <a:pt x="140582" y="249728"/>
                </a:lnTo>
                <a:lnTo>
                  <a:pt x="140104" y="249753"/>
                </a:lnTo>
                <a:lnTo>
                  <a:pt x="146449" y="249275"/>
                </a:lnTo>
                <a:lnTo>
                  <a:pt x="145970" y="249325"/>
                </a:lnTo>
                <a:lnTo>
                  <a:pt x="152228" y="248532"/>
                </a:lnTo>
                <a:lnTo>
                  <a:pt x="151761" y="248595"/>
                </a:lnTo>
                <a:lnTo>
                  <a:pt x="157905" y="247500"/>
                </a:lnTo>
                <a:lnTo>
                  <a:pt x="157452" y="247601"/>
                </a:lnTo>
                <a:lnTo>
                  <a:pt x="163495" y="246203"/>
                </a:lnTo>
                <a:lnTo>
                  <a:pt x="163040" y="246317"/>
                </a:lnTo>
                <a:lnTo>
                  <a:pt x="168957" y="244629"/>
                </a:lnTo>
                <a:lnTo>
                  <a:pt x="168517" y="244768"/>
                </a:lnTo>
                <a:lnTo>
                  <a:pt x="174320" y="242804"/>
                </a:lnTo>
                <a:lnTo>
                  <a:pt x="173880" y="242968"/>
                </a:lnTo>
                <a:lnTo>
                  <a:pt x="179557" y="240727"/>
                </a:lnTo>
                <a:lnTo>
                  <a:pt x="179129" y="240916"/>
                </a:lnTo>
                <a:lnTo>
                  <a:pt x="184670" y="238411"/>
                </a:lnTo>
                <a:lnTo>
                  <a:pt x="184253" y="238612"/>
                </a:lnTo>
                <a:lnTo>
                  <a:pt x="189642" y="235855"/>
                </a:lnTo>
                <a:lnTo>
                  <a:pt x="189239" y="236069"/>
                </a:lnTo>
                <a:lnTo>
                  <a:pt x="194476" y="233060"/>
                </a:lnTo>
                <a:lnTo>
                  <a:pt x="194086" y="233299"/>
                </a:lnTo>
                <a:lnTo>
                  <a:pt x="199147" y="230051"/>
                </a:lnTo>
                <a:lnTo>
                  <a:pt x="198769" y="230303"/>
                </a:lnTo>
                <a:lnTo>
                  <a:pt x="203679" y="226816"/>
                </a:lnTo>
                <a:lnTo>
                  <a:pt x="203313" y="227093"/>
                </a:lnTo>
                <a:lnTo>
                  <a:pt x="208034" y="223379"/>
                </a:lnTo>
                <a:lnTo>
                  <a:pt x="207682" y="223669"/>
                </a:lnTo>
                <a:lnTo>
                  <a:pt x="212214" y="219741"/>
                </a:lnTo>
                <a:lnTo>
                  <a:pt x="211886" y="220043"/>
                </a:lnTo>
                <a:lnTo>
                  <a:pt x="216217" y="215901"/>
                </a:lnTo>
                <a:lnTo>
                  <a:pt x="215903" y="216216"/>
                </a:lnTo>
                <a:lnTo>
                  <a:pt x="220045" y="211886"/>
                </a:lnTo>
                <a:lnTo>
                  <a:pt x="219741" y="212213"/>
                </a:lnTo>
                <a:lnTo>
                  <a:pt x="223670" y="207681"/>
                </a:lnTo>
                <a:lnTo>
                  <a:pt x="223380" y="208033"/>
                </a:lnTo>
                <a:lnTo>
                  <a:pt x="227094" y="203312"/>
                </a:lnTo>
                <a:lnTo>
                  <a:pt x="226817" y="203677"/>
                </a:lnTo>
                <a:lnTo>
                  <a:pt x="230304" y="198780"/>
                </a:lnTo>
                <a:lnTo>
                  <a:pt x="230052" y="199145"/>
                </a:lnTo>
                <a:lnTo>
                  <a:pt x="233300" y="194084"/>
                </a:lnTo>
                <a:lnTo>
                  <a:pt x="233061" y="194475"/>
                </a:lnTo>
                <a:lnTo>
                  <a:pt x="236070" y="189238"/>
                </a:lnTo>
                <a:lnTo>
                  <a:pt x="235855" y="189641"/>
                </a:lnTo>
                <a:lnTo>
                  <a:pt x="238614" y="184253"/>
                </a:lnTo>
                <a:lnTo>
                  <a:pt x="238411" y="184668"/>
                </a:lnTo>
                <a:lnTo>
                  <a:pt x="240916" y="179129"/>
                </a:lnTo>
                <a:lnTo>
                  <a:pt x="240728" y="179557"/>
                </a:lnTo>
                <a:lnTo>
                  <a:pt x="242968" y="173879"/>
                </a:lnTo>
                <a:lnTo>
                  <a:pt x="242805" y="174320"/>
                </a:lnTo>
                <a:lnTo>
                  <a:pt x="244768" y="168516"/>
                </a:lnTo>
                <a:lnTo>
                  <a:pt x="244630" y="168970"/>
                </a:lnTo>
                <a:lnTo>
                  <a:pt x="246318" y="163040"/>
                </a:lnTo>
                <a:lnTo>
                  <a:pt x="246205" y="163493"/>
                </a:lnTo>
                <a:lnTo>
                  <a:pt x="247602" y="157451"/>
                </a:lnTo>
                <a:lnTo>
                  <a:pt x="247500" y="157904"/>
                </a:lnTo>
                <a:lnTo>
                  <a:pt x="248596" y="151760"/>
                </a:lnTo>
                <a:lnTo>
                  <a:pt x="248534" y="152226"/>
                </a:lnTo>
                <a:lnTo>
                  <a:pt x="249325" y="145970"/>
                </a:lnTo>
                <a:lnTo>
                  <a:pt x="249276" y="146448"/>
                </a:lnTo>
                <a:lnTo>
                  <a:pt x="249753" y="140103"/>
                </a:lnTo>
                <a:lnTo>
                  <a:pt x="249730" y="140581"/>
                </a:lnTo>
                <a:lnTo>
                  <a:pt x="249893" y="134148"/>
                </a:lnTo>
                <a:lnTo>
                  <a:pt x="249893" y="134627"/>
                </a:lnTo>
                <a:lnTo>
                  <a:pt x="249730" y="128194"/>
                </a:lnTo>
                <a:lnTo>
                  <a:pt x="249753" y="128672"/>
                </a:lnTo>
                <a:lnTo>
                  <a:pt x="249276" y="122327"/>
                </a:lnTo>
                <a:lnTo>
                  <a:pt x="249325" y="122806"/>
                </a:lnTo>
                <a:lnTo>
                  <a:pt x="248534" y="116549"/>
                </a:lnTo>
                <a:lnTo>
                  <a:pt x="248596" y="117015"/>
                </a:lnTo>
                <a:lnTo>
                  <a:pt x="247500" y="110871"/>
                </a:lnTo>
                <a:lnTo>
                  <a:pt x="247602" y="111325"/>
                </a:lnTo>
                <a:lnTo>
                  <a:pt x="246205" y="105282"/>
                </a:lnTo>
                <a:lnTo>
                  <a:pt x="246318" y="105735"/>
                </a:lnTo>
                <a:lnTo>
                  <a:pt x="244630" y="99806"/>
                </a:lnTo>
                <a:lnTo>
                  <a:pt x="244768" y="100259"/>
                </a:lnTo>
                <a:lnTo>
                  <a:pt x="242805" y="94455"/>
                </a:lnTo>
                <a:lnTo>
                  <a:pt x="242968" y="94896"/>
                </a:lnTo>
                <a:lnTo>
                  <a:pt x="240728" y="89218"/>
                </a:lnTo>
                <a:lnTo>
                  <a:pt x="240916" y="89646"/>
                </a:lnTo>
                <a:lnTo>
                  <a:pt x="238411" y="84107"/>
                </a:lnTo>
                <a:lnTo>
                  <a:pt x="238614" y="84523"/>
                </a:lnTo>
                <a:lnTo>
                  <a:pt x="235855" y="79135"/>
                </a:lnTo>
                <a:lnTo>
                  <a:pt x="236070" y="79537"/>
                </a:lnTo>
                <a:lnTo>
                  <a:pt x="233061" y="74300"/>
                </a:lnTo>
                <a:lnTo>
                  <a:pt x="233300" y="74690"/>
                </a:lnTo>
                <a:lnTo>
                  <a:pt x="230052" y="69630"/>
                </a:lnTo>
                <a:lnTo>
                  <a:pt x="230304" y="69995"/>
                </a:lnTo>
                <a:lnTo>
                  <a:pt x="226817" y="65098"/>
                </a:lnTo>
                <a:lnTo>
                  <a:pt x="227094" y="65463"/>
                </a:lnTo>
                <a:lnTo>
                  <a:pt x="223380" y="60742"/>
                </a:lnTo>
                <a:lnTo>
                  <a:pt x="223670" y="61094"/>
                </a:lnTo>
                <a:lnTo>
                  <a:pt x="219741" y="56563"/>
                </a:lnTo>
                <a:lnTo>
                  <a:pt x="220045" y="56890"/>
                </a:lnTo>
                <a:lnTo>
                  <a:pt x="215903" y="52547"/>
                </a:lnTo>
                <a:lnTo>
                  <a:pt x="216217" y="52874"/>
                </a:lnTo>
                <a:lnTo>
                  <a:pt x="211886" y="48732"/>
                </a:lnTo>
                <a:lnTo>
                  <a:pt x="212214" y="49034"/>
                </a:lnTo>
                <a:lnTo>
                  <a:pt x="207682" y="45107"/>
                </a:lnTo>
                <a:lnTo>
                  <a:pt x="208034" y="45396"/>
                </a:lnTo>
                <a:lnTo>
                  <a:pt x="203313" y="41682"/>
                </a:lnTo>
                <a:lnTo>
                  <a:pt x="203679" y="41959"/>
                </a:lnTo>
                <a:lnTo>
                  <a:pt x="198769" y="38472"/>
                </a:lnTo>
                <a:lnTo>
                  <a:pt x="199147" y="38724"/>
                </a:lnTo>
                <a:lnTo>
                  <a:pt x="194086" y="35476"/>
                </a:lnTo>
                <a:lnTo>
                  <a:pt x="194476" y="35715"/>
                </a:lnTo>
                <a:lnTo>
                  <a:pt x="189239" y="32706"/>
                </a:lnTo>
                <a:lnTo>
                  <a:pt x="189642" y="32920"/>
                </a:lnTo>
                <a:lnTo>
                  <a:pt x="184253" y="30163"/>
                </a:lnTo>
                <a:lnTo>
                  <a:pt x="184670" y="30365"/>
                </a:lnTo>
                <a:lnTo>
                  <a:pt x="179129" y="27860"/>
                </a:lnTo>
                <a:lnTo>
                  <a:pt x="179557" y="28048"/>
                </a:lnTo>
                <a:lnTo>
                  <a:pt x="173880" y="25808"/>
                </a:lnTo>
                <a:lnTo>
                  <a:pt x="174320" y="25971"/>
                </a:lnTo>
                <a:lnTo>
                  <a:pt x="168517" y="24007"/>
                </a:lnTo>
                <a:lnTo>
                  <a:pt x="168957" y="24146"/>
                </a:lnTo>
                <a:lnTo>
                  <a:pt x="163040" y="22459"/>
                </a:lnTo>
                <a:lnTo>
                  <a:pt x="163495" y="22572"/>
                </a:lnTo>
                <a:lnTo>
                  <a:pt x="157452" y="21175"/>
                </a:lnTo>
                <a:lnTo>
                  <a:pt x="157905" y="21275"/>
                </a:lnTo>
                <a:lnTo>
                  <a:pt x="151761" y="20180"/>
                </a:lnTo>
                <a:lnTo>
                  <a:pt x="152228" y="20243"/>
                </a:lnTo>
                <a:lnTo>
                  <a:pt x="145970" y="19450"/>
                </a:lnTo>
                <a:lnTo>
                  <a:pt x="146449" y="19500"/>
                </a:lnTo>
                <a:lnTo>
                  <a:pt x="140104" y="19022"/>
                </a:lnTo>
                <a:lnTo>
                  <a:pt x="140582" y="19047"/>
                </a:lnTo>
                <a:lnTo>
                  <a:pt x="134149" y="18884"/>
                </a:lnTo>
                <a:lnTo>
                  <a:pt x="134628" y="18884"/>
                </a:lnTo>
                <a:lnTo>
                  <a:pt x="128194" y="19047"/>
                </a:lnTo>
                <a:lnTo>
                  <a:pt x="128674" y="19022"/>
                </a:lnTo>
                <a:lnTo>
                  <a:pt x="122329" y="19500"/>
                </a:lnTo>
                <a:lnTo>
                  <a:pt x="122807" y="19450"/>
                </a:lnTo>
                <a:lnTo>
                  <a:pt x="116549" y="20243"/>
                </a:lnTo>
                <a:lnTo>
                  <a:pt x="117016" y="20180"/>
                </a:lnTo>
                <a:lnTo>
                  <a:pt x="110872" y="21275"/>
                </a:lnTo>
                <a:lnTo>
                  <a:pt x="111326" y="21175"/>
                </a:lnTo>
                <a:lnTo>
                  <a:pt x="105283" y="22572"/>
                </a:lnTo>
                <a:lnTo>
                  <a:pt x="105736" y="22459"/>
                </a:lnTo>
                <a:lnTo>
                  <a:pt x="99807" y="24146"/>
                </a:lnTo>
                <a:lnTo>
                  <a:pt x="100260" y="24007"/>
                </a:lnTo>
                <a:lnTo>
                  <a:pt x="94456" y="25971"/>
                </a:lnTo>
                <a:lnTo>
                  <a:pt x="94897" y="25808"/>
                </a:lnTo>
                <a:lnTo>
                  <a:pt x="89219" y="28048"/>
                </a:lnTo>
                <a:lnTo>
                  <a:pt x="89647" y="27860"/>
                </a:lnTo>
                <a:lnTo>
                  <a:pt x="84108" y="30365"/>
                </a:lnTo>
                <a:lnTo>
                  <a:pt x="84524" y="30163"/>
                </a:lnTo>
                <a:lnTo>
                  <a:pt x="79136" y="32920"/>
                </a:lnTo>
                <a:lnTo>
                  <a:pt x="79537" y="32706"/>
                </a:lnTo>
                <a:lnTo>
                  <a:pt x="74302" y="35715"/>
                </a:lnTo>
                <a:lnTo>
                  <a:pt x="74691" y="35476"/>
                </a:lnTo>
                <a:lnTo>
                  <a:pt x="69632" y="38724"/>
                </a:lnTo>
                <a:lnTo>
                  <a:pt x="69995" y="38472"/>
                </a:lnTo>
                <a:lnTo>
                  <a:pt x="65099" y="41959"/>
                </a:lnTo>
                <a:lnTo>
                  <a:pt x="65463" y="41682"/>
                </a:lnTo>
                <a:lnTo>
                  <a:pt x="60743" y="45396"/>
                </a:lnTo>
                <a:lnTo>
                  <a:pt x="61096" y="45107"/>
                </a:lnTo>
                <a:lnTo>
                  <a:pt x="56564" y="49034"/>
                </a:lnTo>
                <a:lnTo>
                  <a:pt x="56891" y="48732"/>
                </a:lnTo>
                <a:lnTo>
                  <a:pt x="52547" y="52874"/>
                </a:lnTo>
                <a:lnTo>
                  <a:pt x="52875" y="52547"/>
                </a:lnTo>
                <a:lnTo>
                  <a:pt x="48734" y="56890"/>
                </a:lnTo>
                <a:lnTo>
                  <a:pt x="49035" y="56563"/>
                </a:lnTo>
                <a:lnTo>
                  <a:pt x="45107" y="61094"/>
                </a:lnTo>
                <a:lnTo>
                  <a:pt x="45396" y="60742"/>
                </a:lnTo>
                <a:lnTo>
                  <a:pt x="41684" y="65463"/>
                </a:lnTo>
                <a:lnTo>
                  <a:pt x="41959" y="65098"/>
                </a:lnTo>
                <a:lnTo>
                  <a:pt x="38473" y="69995"/>
                </a:lnTo>
                <a:lnTo>
                  <a:pt x="38725" y="69630"/>
                </a:lnTo>
                <a:lnTo>
                  <a:pt x="35476" y="74690"/>
                </a:lnTo>
                <a:lnTo>
                  <a:pt x="35716" y="74300"/>
                </a:lnTo>
                <a:lnTo>
                  <a:pt x="32707" y="79537"/>
                </a:lnTo>
                <a:lnTo>
                  <a:pt x="32922" y="79135"/>
                </a:lnTo>
                <a:lnTo>
                  <a:pt x="30165" y="84523"/>
                </a:lnTo>
                <a:lnTo>
                  <a:pt x="30365" y="84107"/>
                </a:lnTo>
                <a:lnTo>
                  <a:pt x="27860" y="89646"/>
                </a:lnTo>
                <a:lnTo>
                  <a:pt x="28049" y="89218"/>
                </a:lnTo>
                <a:lnTo>
                  <a:pt x="25808" y="94896"/>
                </a:lnTo>
                <a:lnTo>
                  <a:pt x="25972" y="94455"/>
                </a:lnTo>
                <a:lnTo>
                  <a:pt x="24008" y="100259"/>
                </a:lnTo>
                <a:lnTo>
                  <a:pt x="24147" y="99806"/>
                </a:lnTo>
                <a:lnTo>
                  <a:pt x="22460" y="105735"/>
                </a:lnTo>
                <a:lnTo>
                  <a:pt x="22574" y="105282"/>
                </a:lnTo>
                <a:lnTo>
                  <a:pt x="21175" y="111325"/>
                </a:lnTo>
                <a:lnTo>
                  <a:pt x="21276" y="110871"/>
                </a:lnTo>
                <a:lnTo>
                  <a:pt x="20181" y="117015"/>
                </a:lnTo>
                <a:lnTo>
                  <a:pt x="20245" y="116549"/>
                </a:lnTo>
                <a:lnTo>
                  <a:pt x="19451" y="122806"/>
                </a:lnTo>
                <a:lnTo>
                  <a:pt x="19501" y="122327"/>
                </a:lnTo>
                <a:lnTo>
                  <a:pt x="19023" y="128672"/>
                </a:lnTo>
                <a:lnTo>
                  <a:pt x="19048" y="128194"/>
                </a:lnTo>
                <a:lnTo>
                  <a:pt x="18885" y="1346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2D6C155F-FB6E-4158-97F1-62D70EA1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3760" y="1557382"/>
            <a:ext cx="342982" cy="342464"/>
          </a:xfrm>
          <a:custGeom xmlns:a="http://schemas.openxmlformats.org/drawingml/2006/main">
            <a:pathLst>
              <a:path w="250270" h="249892">
                <a:moveTo>
                  <a:pt x="0" y="125009"/>
                </a:moveTo>
                <a:cubicBezTo>
                  <a:pt x="378" y="55946"/>
                  <a:pt x="56324" y="0"/>
                  <a:pt x="125324" y="0"/>
                </a:cubicBezTo>
                <a:cubicBezTo>
                  <a:pt x="194325" y="0"/>
                  <a:pt x="250270" y="55946"/>
                  <a:pt x="250270" y="124946"/>
                </a:cubicBezTo>
                <a:cubicBezTo>
                  <a:pt x="250270" y="193946"/>
                  <a:pt x="194325" y="249892"/>
                  <a:pt x="125324" y="249892"/>
                </a:cubicBezTo>
                <a:cubicBezTo>
                  <a:pt x="56324" y="249892"/>
                  <a:pt x="378" y="193946"/>
                  <a:pt x="0" y="12500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DA6BE0B5-E609-40C4-A018-1074B4C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5289" y="1598391"/>
            <a:ext cx="260445" cy="260445"/>
          </a:xfrm>
          <a:custGeom xmlns:a="http://schemas.openxmlformats.org/drawingml/2006/main">
            <a:pathLst>
              <a:path w="190043" h="190043">
                <a:moveTo>
                  <a:pt x="13344" y="0"/>
                </a:moveTo>
                <a:lnTo>
                  <a:pt x="190043" y="176699"/>
                </a:lnTo>
                <a:lnTo>
                  <a:pt x="176699" y="190043"/>
                </a:lnTo>
                <a:lnTo>
                  <a:pt x="0" y="13344"/>
                </a:lnTo>
                <a:lnTo>
                  <a:pt x="13344" y="0"/>
                </a:lnTo>
                <a:moveTo>
                  <a:pt x="190043" y="13344"/>
                </a:moveTo>
                <a:lnTo>
                  <a:pt x="13344" y="190043"/>
                </a:lnTo>
                <a:lnTo>
                  <a:pt x="0" y="176699"/>
                </a:lnTo>
                <a:lnTo>
                  <a:pt x="176699" y="0"/>
                </a:lnTo>
                <a:lnTo>
                  <a:pt x="190043" y="13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0915A3E6-BAFF-460B-8520-02680C6B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340" y="1544442"/>
            <a:ext cx="368342" cy="368343"/>
          </a:xfrm>
          <a:custGeom xmlns:a="http://schemas.openxmlformats.org/drawingml/2006/main">
            <a:pathLst>
              <a:path w="268775" h="268775">
                <a:moveTo>
                  <a:pt x="176" y="127476"/>
                </a:moveTo>
                <a:lnTo>
                  <a:pt x="692" y="120653"/>
                </a:lnTo>
                <a:lnTo>
                  <a:pt x="1548" y="113931"/>
                </a:lnTo>
                <a:lnTo>
                  <a:pt x="2730" y="107309"/>
                </a:lnTo>
                <a:lnTo>
                  <a:pt x="4229" y="100813"/>
                </a:lnTo>
                <a:lnTo>
                  <a:pt x="6043" y="94430"/>
                </a:lnTo>
                <a:lnTo>
                  <a:pt x="8157" y="88186"/>
                </a:lnTo>
                <a:lnTo>
                  <a:pt x="10561" y="82080"/>
                </a:lnTo>
                <a:lnTo>
                  <a:pt x="13256" y="76113"/>
                </a:lnTo>
                <a:lnTo>
                  <a:pt x="16227" y="70322"/>
                </a:lnTo>
                <a:lnTo>
                  <a:pt x="19462" y="64695"/>
                </a:lnTo>
                <a:lnTo>
                  <a:pt x="22948" y="59244"/>
                </a:lnTo>
                <a:lnTo>
                  <a:pt x="26701" y="53969"/>
                </a:lnTo>
                <a:lnTo>
                  <a:pt x="30692" y="48896"/>
                </a:lnTo>
                <a:lnTo>
                  <a:pt x="34908" y="44024"/>
                </a:lnTo>
                <a:lnTo>
                  <a:pt x="39353" y="39353"/>
                </a:lnTo>
                <a:lnTo>
                  <a:pt x="44024" y="34909"/>
                </a:lnTo>
                <a:lnTo>
                  <a:pt x="48895" y="30692"/>
                </a:lnTo>
                <a:lnTo>
                  <a:pt x="53969" y="26701"/>
                </a:lnTo>
                <a:lnTo>
                  <a:pt x="59243" y="22950"/>
                </a:lnTo>
                <a:lnTo>
                  <a:pt x="64695" y="19463"/>
                </a:lnTo>
                <a:lnTo>
                  <a:pt x="70322" y="16227"/>
                </a:lnTo>
                <a:lnTo>
                  <a:pt x="76125" y="13256"/>
                </a:lnTo>
                <a:lnTo>
                  <a:pt x="82079" y="10562"/>
                </a:lnTo>
                <a:lnTo>
                  <a:pt x="88186" y="8158"/>
                </a:lnTo>
                <a:lnTo>
                  <a:pt x="94430" y="6043"/>
                </a:lnTo>
                <a:lnTo>
                  <a:pt x="100812" y="4230"/>
                </a:lnTo>
                <a:lnTo>
                  <a:pt x="107307" y="2732"/>
                </a:lnTo>
                <a:lnTo>
                  <a:pt x="113931" y="1548"/>
                </a:lnTo>
                <a:lnTo>
                  <a:pt x="120652" y="693"/>
                </a:lnTo>
                <a:lnTo>
                  <a:pt x="127476" y="176"/>
                </a:lnTo>
                <a:lnTo>
                  <a:pt x="134386" y="0"/>
                </a:lnTo>
                <a:lnTo>
                  <a:pt x="141299" y="176"/>
                </a:lnTo>
                <a:lnTo>
                  <a:pt x="148121" y="693"/>
                </a:lnTo>
                <a:lnTo>
                  <a:pt x="154844" y="1548"/>
                </a:lnTo>
                <a:lnTo>
                  <a:pt x="161466" y="2732"/>
                </a:lnTo>
                <a:lnTo>
                  <a:pt x="167961" y="4230"/>
                </a:lnTo>
                <a:lnTo>
                  <a:pt x="174345" y="6043"/>
                </a:lnTo>
                <a:lnTo>
                  <a:pt x="180589" y="8158"/>
                </a:lnTo>
                <a:lnTo>
                  <a:pt x="186695" y="10562"/>
                </a:lnTo>
                <a:lnTo>
                  <a:pt x="192662" y="13256"/>
                </a:lnTo>
                <a:lnTo>
                  <a:pt x="198453" y="16227"/>
                </a:lnTo>
                <a:lnTo>
                  <a:pt x="204080" y="19463"/>
                </a:lnTo>
                <a:lnTo>
                  <a:pt x="209530" y="22950"/>
                </a:lnTo>
                <a:lnTo>
                  <a:pt x="214806" y="26701"/>
                </a:lnTo>
                <a:lnTo>
                  <a:pt x="219880" y="30692"/>
                </a:lnTo>
                <a:lnTo>
                  <a:pt x="224751" y="34909"/>
                </a:lnTo>
                <a:lnTo>
                  <a:pt x="229422" y="39353"/>
                </a:lnTo>
                <a:lnTo>
                  <a:pt x="233865" y="44024"/>
                </a:lnTo>
                <a:lnTo>
                  <a:pt x="238083" y="48896"/>
                </a:lnTo>
                <a:lnTo>
                  <a:pt x="242074" y="53969"/>
                </a:lnTo>
                <a:lnTo>
                  <a:pt x="245825" y="59244"/>
                </a:lnTo>
                <a:lnTo>
                  <a:pt x="249313" y="64695"/>
                </a:lnTo>
                <a:lnTo>
                  <a:pt x="252547" y="70322"/>
                </a:lnTo>
                <a:lnTo>
                  <a:pt x="255519" y="76113"/>
                </a:lnTo>
                <a:lnTo>
                  <a:pt x="258212" y="82080"/>
                </a:lnTo>
                <a:lnTo>
                  <a:pt x="260618" y="88186"/>
                </a:lnTo>
                <a:lnTo>
                  <a:pt x="262732" y="94430"/>
                </a:lnTo>
                <a:lnTo>
                  <a:pt x="264544" y="100813"/>
                </a:lnTo>
                <a:lnTo>
                  <a:pt x="266043" y="107309"/>
                </a:lnTo>
                <a:lnTo>
                  <a:pt x="267227" y="113931"/>
                </a:lnTo>
                <a:lnTo>
                  <a:pt x="268082" y="120653"/>
                </a:lnTo>
                <a:lnTo>
                  <a:pt x="268599" y="127476"/>
                </a:lnTo>
                <a:lnTo>
                  <a:pt x="268775" y="134388"/>
                </a:lnTo>
                <a:lnTo>
                  <a:pt x="268599" y="141299"/>
                </a:lnTo>
                <a:lnTo>
                  <a:pt x="268082" y="148122"/>
                </a:lnTo>
                <a:lnTo>
                  <a:pt x="267227" y="154845"/>
                </a:lnTo>
                <a:lnTo>
                  <a:pt x="266043" y="161466"/>
                </a:lnTo>
                <a:lnTo>
                  <a:pt x="264544" y="167962"/>
                </a:lnTo>
                <a:lnTo>
                  <a:pt x="262732" y="174345"/>
                </a:lnTo>
                <a:lnTo>
                  <a:pt x="260618" y="180589"/>
                </a:lnTo>
                <a:lnTo>
                  <a:pt x="258212" y="186695"/>
                </a:lnTo>
                <a:lnTo>
                  <a:pt x="255519" y="192662"/>
                </a:lnTo>
                <a:lnTo>
                  <a:pt x="252547" y="198453"/>
                </a:lnTo>
                <a:lnTo>
                  <a:pt x="249313" y="204080"/>
                </a:lnTo>
                <a:lnTo>
                  <a:pt x="245825" y="209531"/>
                </a:lnTo>
                <a:lnTo>
                  <a:pt x="242074" y="214806"/>
                </a:lnTo>
                <a:lnTo>
                  <a:pt x="238083" y="219879"/>
                </a:lnTo>
                <a:lnTo>
                  <a:pt x="233865" y="224752"/>
                </a:lnTo>
                <a:lnTo>
                  <a:pt x="229422" y="229422"/>
                </a:lnTo>
                <a:lnTo>
                  <a:pt x="224751" y="233866"/>
                </a:lnTo>
                <a:lnTo>
                  <a:pt x="219880" y="238083"/>
                </a:lnTo>
                <a:lnTo>
                  <a:pt x="214806" y="242074"/>
                </a:lnTo>
                <a:lnTo>
                  <a:pt x="209530" y="245825"/>
                </a:lnTo>
                <a:lnTo>
                  <a:pt x="204080" y="249313"/>
                </a:lnTo>
                <a:lnTo>
                  <a:pt x="198453" y="252548"/>
                </a:lnTo>
                <a:lnTo>
                  <a:pt x="192662" y="255519"/>
                </a:lnTo>
                <a:lnTo>
                  <a:pt x="186695" y="258213"/>
                </a:lnTo>
                <a:lnTo>
                  <a:pt x="180589" y="260617"/>
                </a:lnTo>
                <a:lnTo>
                  <a:pt x="174345" y="262733"/>
                </a:lnTo>
                <a:lnTo>
                  <a:pt x="167961" y="264545"/>
                </a:lnTo>
                <a:lnTo>
                  <a:pt x="161466" y="266043"/>
                </a:lnTo>
                <a:lnTo>
                  <a:pt x="154844" y="267227"/>
                </a:lnTo>
                <a:lnTo>
                  <a:pt x="148121" y="268083"/>
                </a:lnTo>
                <a:lnTo>
                  <a:pt x="141299" y="268599"/>
                </a:lnTo>
                <a:lnTo>
                  <a:pt x="134386" y="268775"/>
                </a:lnTo>
                <a:lnTo>
                  <a:pt x="127476" y="268599"/>
                </a:lnTo>
                <a:lnTo>
                  <a:pt x="120652" y="268083"/>
                </a:lnTo>
                <a:lnTo>
                  <a:pt x="113931" y="267227"/>
                </a:lnTo>
                <a:lnTo>
                  <a:pt x="107307" y="266043"/>
                </a:lnTo>
                <a:lnTo>
                  <a:pt x="100812" y="264545"/>
                </a:lnTo>
                <a:lnTo>
                  <a:pt x="94430" y="262733"/>
                </a:lnTo>
                <a:lnTo>
                  <a:pt x="88186" y="260617"/>
                </a:lnTo>
                <a:lnTo>
                  <a:pt x="82079" y="258213"/>
                </a:lnTo>
                <a:lnTo>
                  <a:pt x="76125" y="255519"/>
                </a:lnTo>
                <a:lnTo>
                  <a:pt x="70322" y="252548"/>
                </a:lnTo>
                <a:lnTo>
                  <a:pt x="64695" y="249313"/>
                </a:lnTo>
                <a:lnTo>
                  <a:pt x="59243" y="245825"/>
                </a:lnTo>
                <a:lnTo>
                  <a:pt x="53969" y="242074"/>
                </a:lnTo>
                <a:lnTo>
                  <a:pt x="48895" y="238083"/>
                </a:lnTo>
                <a:lnTo>
                  <a:pt x="44024" y="233866"/>
                </a:lnTo>
                <a:lnTo>
                  <a:pt x="39353" y="229422"/>
                </a:lnTo>
                <a:lnTo>
                  <a:pt x="34908" y="224752"/>
                </a:lnTo>
                <a:lnTo>
                  <a:pt x="30692" y="219879"/>
                </a:lnTo>
                <a:lnTo>
                  <a:pt x="26701" y="214806"/>
                </a:lnTo>
                <a:lnTo>
                  <a:pt x="22948" y="209531"/>
                </a:lnTo>
                <a:lnTo>
                  <a:pt x="19462" y="204080"/>
                </a:lnTo>
                <a:lnTo>
                  <a:pt x="16227" y="198453"/>
                </a:lnTo>
                <a:lnTo>
                  <a:pt x="13256" y="192662"/>
                </a:lnTo>
                <a:lnTo>
                  <a:pt x="10561" y="186695"/>
                </a:lnTo>
                <a:lnTo>
                  <a:pt x="8157" y="180589"/>
                </a:lnTo>
                <a:lnTo>
                  <a:pt x="6043" y="174345"/>
                </a:lnTo>
                <a:lnTo>
                  <a:pt x="4229" y="167962"/>
                </a:lnTo>
                <a:lnTo>
                  <a:pt x="2730" y="161466"/>
                </a:lnTo>
                <a:lnTo>
                  <a:pt x="1548" y="154845"/>
                </a:lnTo>
                <a:lnTo>
                  <a:pt x="692" y="148122"/>
                </a:lnTo>
                <a:lnTo>
                  <a:pt x="176" y="141299"/>
                </a:lnTo>
                <a:lnTo>
                  <a:pt x="0" y="134388"/>
                </a:lnTo>
                <a:lnTo>
                  <a:pt x="176" y="127476"/>
                </a:lnTo>
                <a:moveTo>
                  <a:pt x="18883" y="134627"/>
                </a:moveTo>
                <a:lnTo>
                  <a:pt x="18883" y="134148"/>
                </a:lnTo>
                <a:lnTo>
                  <a:pt x="19046" y="140581"/>
                </a:lnTo>
                <a:lnTo>
                  <a:pt x="19022" y="140103"/>
                </a:lnTo>
                <a:lnTo>
                  <a:pt x="19501" y="146448"/>
                </a:lnTo>
                <a:lnTo>
                  <a:pt x="19449" y="145970"/>
                </a:lnTo>
                <a:lnTo>
                  <a:pt x="20243" y="152226"/>
                </a:lnTo>
                <a:lnTo>
                  <a:pt x="20181" y="151760"/>
                </a:lnTo>
                <a:lnTo>
                  <a:pt x="21274" y="157904"/>
                </a:lnTo>
                <a:lnTo>
                  <a:pt x="21175" y="157451"/>
                </a:lnTo>
                <a:lnTo>
                  <a:pt x="22572" y="163493"/>
                </a:lnTo>
                <a:lnTo>
                  <a:pt x="22458" y="163040"/>
                </a:lnTo>
                <a:lnTo>
                  <a:pt x="24145" y="168969"/>
                </a:lnTo>
                <a:lnTo>
                  <a:pt x="24006" y="168516"/>
                </a:lnTo>
                <a:lnTo>
                  <a:pt x="25970" y="174320"/>
                </a:lnTo>
                <a:lnTo>
                  <a:pt x="25806" y="173879"/>
                </a:lnTo>
                <a:lnTo>
                  <a:pt x="28049" y="179557"/>
                </a:lnTo>
                <a:lnTo>
                  <a:pt x="27859" y="179129"/>
                </a:lnTo>
                <a:lnTo>
                  <a:pt x="30363" y="184668"/>
                </a:lnTo>
                <a:lnTo>
                  <a:pt x="30163" y="184253"/>
                </a:lnTo>
                <a:lnTo>
                  <a:pt x="32920" y="189641"/>
                </a:lnTo>
                <a:lnTo>
                  <a:pt x="32707" y="189238"/>
                </a:lnTo>
                <a:lnTo>
                  <a:pt x="35714" y="194475"/>
                </a:lnTo>
                <a:lnTo>
                  <a:pt x="35474" y="194085"/>
                </a:lnTo>
                <a:lnTo>
                  <a:pt x="38723" y="199145"/>
                </a:lnTo>
                <a:lnTo>
                  <a:pt x="38473" y="198780"/>
                </a:lnTo>
                <a:lnTo>
                  <a:pt x="41959" y="203677"/>
                </a:lnTo>
                <a:lnTo>
                  <a:pt x="41681" y="203313"/>
                </a:lnTo>
                <a:lnTo>
                  <a:pt x="45396" y="208033"/>
                </a:lnTo>
                <a:lnTo>
                  <a:pt x="45107" y="207681"/>
                </a:lnTo>
                <a:lnTo>
                  <a:pt x="49034" y="212213"/>
                </a:lnTo>
                <a:lnTo>
                  <a:pt x="48732" y="211886"/>
                </a:lnTo>
                <a:lnTo>
                  <a:pt x="52873" y="216229"/>
                </a:lnTo>
                <a:lnTo>
                  <a:pt x="52547" y="215901"/>
                </a:lnTo>
                <a:lnTo>
                  <a:pt x="56889" y="220043"/>
                </a:lnTo>
                <a:lnTo>
                  <a:pt x="56562" y="219741"/>
                </a:lnTo>
                <a:lnTo>
                  <a:pt x="61094" y="223669"/>
                </a:lnTo>
                <a:lnTo>
                  <a:pt x="60741" y="223379"/>
                </a:lnTo>
                <a:lnTo>
                  <a:pt x="65463" y="227093"/>
                </a:lnTo>
                <a:lnTo>
                  <a:pt x="65098" y="226816"/>
                </a:lnTo>
                <a:lnTo>
                  <a:pt x="69994" y="230303"/>
                </a:lnTo>
                <a:lnTo>
                  <a:pt x="69630" y="230051"/>
                </a:lnTo>
                <a:lnTo>
                  <a:pt x="74689" y="233299"/>
                </a:lnTo>
                <a:lnTo>
                  <a:pt x="74300" y="233060"/>
                </a:lnTo>
                <a:lnTo>
                  <a:pt x="79537" y="236069"/>
                </a:lnTo>
                <a:lnTo>
                  <a:pt x="79134" y="235855"/>
                </a:lnTo>
                <a:lnTo>
                  <a:pt x="84522" y="238612"/>
                </a:lnTo>
                <a:lnTo>
                  <a:pt x="84107" y="238411"/>
                </a:lnTo>
                <a:lnTo>
                  <a:pt x="89645" y="240916"/>
                </a:lnTo>
                <a:lnTo>
                  <a:pt x="89218" y="240727"/>
                </a:lnTo>
                <a:lnTo>
                  <a:pt x="94897" y="242968"/>
                </a:lnTo>
                <a:lnTo>
                  <a:pt x="94455" y="242804"/>
                </a:lnTo>
                <a:lnTo>
                  <a:pt x="100258" y="244768"/>
                </a:lnTo>
                <a:lnTo>
                  <a:pt x="99805" y="244630"/>
                </a:lnTo>
                <a:lnTo>
                  <a:pt x="105734" y="246317"/>
                </a:lnTo>
                <a:lnTo>
                  <a:pt x="105282" y="246203"/>
                </a:lnTo>
                <a:lnTo>
                  <a:pt x="111325" y="247601"/>
                </a:lnTo>
                <a:lnTo>
                  <a:pt x="110872" y="247500"/>
                </a:lnTo>
                <a:lnTo>
                  <a:pt x="117014" y="248595"/>
                </a:lnTo>
                <a:lnTo>
                  <a:pt x="116549" y="248532"/>
                </a:lnTo>
                <a:lnTo>
                  <a:pt x="122805" y="249325"/>
                </a:lnTo>
                <a:lnTo>
                  <a:pt x="122327" y="249275"/>
                </a:lnTo>
                <a:lnTo>
                  <a:pt x="128672" y="249753"/>
                </a:lnTo>
                <a:lnTo>
                  <a:pt x="128193" y="249728"/>
                </a:lnTo>
                <a:lnTo>
                  <a:pt x="134626" y="249892"/>
                </a:lnTo>
                <a:lnTo>
                  <a:pt x="134149" y="249892"/>
                </a:lnTo>
                <a:lnTo>
                  <a:pt x="140580" y="249728"/>
                </a:lnTo>
                <a:lnTo>
                  <a:pt x="140103" y="249753"/>
                </a:lnTo>
                <a:lnTo>
                  <a:pt x="146447" y="249275"/>
                </a:lnTo>
                <a:lnTo>
                  <a:pt x="145968" y="249325"/>
                </a:lnTo>
                <a:lnTo>
                  <a:pt x="152226" y="248532"/>
                </a:lnTo>
                <a:lnTo>
                  <a:pt x="151761" y="248595"/>
                </a:lnTo>
                <a:lnTo>
                  <a:pt x="157903" y="247500"/>
                </a:lnTo>
                <a:lnTo>
                  <a:pt x="157450" y="247601"/>
                </a:lnTo>
                <a:lnTo>
                  <a:pt x="163493" y="246203"/>
                </a:lnTo>
                <a:lnTo>
                  <a:pt x="163039" y="246317"/>
                </a:lnTo>
                <a:lnTo>
                  <a:pt x="168970" y="244630"/>
                </a:lnTo>
                <a:lnTo>
                  <a:pt x="168515" y="244768"/>
                </a:lnTo>
                <a:lnTo>
                  <a:pt x="174318" y="242804"/>
                </a:lnTo>
                <a:lnTo>
                  <a:pt x="173878" y="242968"/>
                </a:lnTo>
                <a:lnTo>
                  <a:pt x="179557" y="240727"/>
                </a:lnTo>
                <a:lnTo>
                  <a:pt x="179129" y="240916"/>
                </a:lnTo>
                <a:lnTo>
                  <a:pt x="184668" y="238411"/>
                </a:lnTo>
                <a:lnTo>
                  <a:pt x="184253" y="238612"/>
                </a:lnTo>
                <a:lnTo>
                  <a:pt x="189640" y="235855"/>
                </a:lnTo>
                <a:lnTo>
                  <a:pt x="189237" y="236069"/>
                </a:lnTo>
                <a:lnTo>
                  <a:pt x="194474" y="233060"/>
                </a:lnTo>
                <a:lnTo>
                  <a:pt x="194084" y="233299"/>
                </a:lnTo>
                <a:lnTo>
                  <a:pt x="199145" y="230051"/>
                </a:lnTo>
                <a:lnTo>
                  <a:pt x="198767" y="230303"/>
                </a:lnTo>
                <a:lnTo>
                  <a:pt x="203677" y="226816"/>
                </a:lnTo>
                <a:lnTo>
                  <a:pt x="203311" y="227093"/>
                </a:lnTo>
                <a:lnTo>
                  <a:pt x="208034" y="223379"/>
                </a:lnTo>
                <a:lnTo>
                  <a:pt x="207680" y="223669"/>
                </a:lnTo>
                <a:lnTo>
                  <a:pt x="212212" y="219741"/>
                </a:lnTo>
                <a:lnTo>
                  <a:pt x="211884" y="220043"/>
                </a:lnTo>
                <a:lnTo>
                  <a:pt x="216216" y="215901"/>
                </a:lnTo>
                <a:lnTo>
                  <a:pt x="215901" y="216229"/>
                </a:lnTo>
                <a:lnTo>
                  <a:pt x="220043" y="211886"/>
                </a:lnTo>
                <a:lnTo>
                  <a:pt x="219741" y="212213"/>
                </a:lnTo>
                <a:lnTo>
                  <a:pt x="223668" y="207681"/>
                </a:lnTo>
                <a:lnTo>
                  <a:pt x="223379" y="208033"/>
                </a:lnTo>
                <a:lnTo>
                  <a:pt x="227092" y="203313"/>
                </a:lnTo>
                <a:lnTo>
                  <a:pt x="226815" y="203677"/>
                </a:lnTo>
                <a:lnTo>
                  <a:pt x="230302" y="198780"/>
                </a:lnTo>
                <a:lnTo>
                  <a:pt x="230050" y="199145"/>
                </a:lnTo>
                <a:lnTo>
                  <a:pt x="233299" y="194085"/>
                </a:lnTo>
                <a:lnTo>
                  <a:pt x="233059" y="194475"/>
                </a:lnTo>
                <a:lnTo>
                  <a:pt x="236068" y="189238"/>
                </a:lnTo>
                <a:lnTo>
                  <a:pt x="235855" y="189641"/>
                </a:lnTo>
                <a:lnTo>
                  <a:pt x="238612" y="184253"/>
                </a:lnTo>
                <a:lnTo>
                  <a:pt x="238409" y="184668"/>
                </a:lnTo>
                <a:lnTo>
                  <a:pt x="240916" y="179129"/>
                </a:lnTo>
                <a:lnTo>
                  <a:pt x="240726" y="179557"/>
                </a:lnTo>
                <a:lnTo>
                  <a:pt x="242966" y="173879"/>
                </a:lnTo>
                <a:lnTo>
                  <a:pt x="242803" y="174320"/>
                </a:lnTo>
                <a:lnTo>
                  <a:pt x="244767" y="168516"/>
                </a:lnTo>
                <a:lnTo>
                  <a:pt x="244630" y="168969"/>
                </a:lnTo>
                <a:lnTo>
                  <a:pt x="246316" y="163040"/>
                </a:lnTo>
                <a:lnTo>
                  <a:pt x="246203" y="163493"/>
                </a:lnTo>
                <a:lnTo>
                  <a:pt x="247600" y="157451"/>
                </a:lnTo>
                <a:lnTo>
                  <a:pt x="247499" y="157904"/>
                </a:lnTo>
                <a:lnTo>
                  <a:pt x="248594" y="151760"/>
                </a:lnTo>
                <a:lnTo>
                  <a:pt x="248532" y="152226"/>
                </a:lnTo>
                <a:lnTo>
                  <a:pt x="249325" y="145970"/>
                </a:lnTo>
                <a:lnTo>
                  <a:pt x="249274" y="146448"/>
                </a:lnTo>
                <a:lnTo>
                  <a:pt x="249753" y="140103"/>
                </a:lnTo>
                <a:lnTo>
                  <a:pt x="249727" y="140581"/>
                </a:lnTo>
                <a:lnTo>
                  <a:pt x="249892" y="134148"/>
                </a:lnTo>
                <a:lnTo>
                  <a:pt x="249892" y="134627"/>
                </a:lnTo>
                <a:lnTo>
                  <a:pt x="249727" y="128194"/>
                </a:lnTo>
                <a:lnTo>
                  <a:pt x="249753" y="128672"/>
                </a:lnTo>
                <a:lnTo>
                  <a:pt x="249274" y="122327"/>
                </a:lnTo>
                <a:lnTo>
                  <a:pt x="249325" y="122806"/>
                </a:lnTo>
                <a:lnTo>
                  <a:pt x="248532" y="116549"/>
                </a:lnTo>
                <a:lnTo>
                  <a:pt x="248594" y="117015"/>
                </a:lnTo>
                <a:lnTo>
                  <a:pt x="247499" y="110871"/>
                </a:lnTo>
                <a:lnTo>
                  <a:pt x="247600" y="111325"/>
                </a:lnTo>
                <a:lnTo>
                  <a:pt x="246203" y="105282"/>
                </a:lnTo>
                <a:lnTo>
                  <a:pt x="246316" y="105735"/>
                </a:lnTo>
                <a:lnTo>
                  <a:pt x="244630" y="99806"/>
                </a:lnTo>
                <a:lnTo>
                  <a:pt x="244767" y="100259"/>
                </a:lnTo>
                <a:lnTo>
                  <a:pt x="242803" y="94455"/>
                </a:lnTo>
                <a:lnTo>
                  <a:pt x="242966" y="94896"/>
                </a:lnTo>
                <a:lnTo>
                  <a:pt x="240726" y="89218"/>
                </a:lnTo>
                <a:lnTo>
                  <a:pt x="240916" y="89646"/>
                </a:lnTo>
                <a:lnTo>
                  <a:pt x="238409" y="84107"/>
                </a:lnTo>
                <a:lnTo>
                  <a:pt x="238612" y="84523"/>
                </a:lnTo>
                <a:lnTo>
                  <a:pt x="235855" y="79135"/>
                </a:lnTo>
                <a:lnTo>
                  <a:pt x="236068" y="79537"/>
                </a:lnTo>
                <a:lnTo>
                  <a:pt x="233059" y="74300"/>
                </a:lnTo>
                <a:lnTo>
                  <a:pt x="233299" y="74691"/>
                </a:lnTo>
                <a:lnTo>
                  <a:pt x="230050" y="69630"/>
                </a:lnTo>
                <a:lnTo>
                  <a:pt x="230302" y="69995"/>
                </a:lnTo>
                <a:lnTo>
                  <a:pt x="226815" y="65098"/>
                </a:lnTo>
                <a:lnTo>
                  <a:pt x="227092" y="65463"/>
                </a:lnTo>
                <a:lnTo>
                  <a:pt x="223379" y="60742"/>
                </a:lnTo>
                <a:lnTo>
                  <a:pt x="223668" y="61094"/>
                </a:lnTo>
                <a:lnTo>
                  <a:pt x="219741" y="56563"/>
                </a:lnTo>
                <a:lnTo>
                  <a:pt x="220043" y="56890"/>
                </a:lnTo>
                <a:lnTo>
                  <a:pt x="215901" y="52547"/>
                </a:lnTo>
                <a:lnTo>
                  <a:pt x="216216" y="52874"/>
                </a:lnTo>
                <a:lnTo>
                  <a:pt x="211884" y="48732"/>
                </a:lnTo>
                <a:lnTo>
                  <a:pt x="212212" y="49034"/>
                </a:lnTo>
                <a:lnTo>
                  <a:pt x="207680" y="45107"/>
                </a:lnTo>
                <a:lnTo>
                  <a:pt x="208034" y="45396"/>
                </a:lnTo>
                <a:lnTo>
                  <a:pt x="203311" y="41682"/>
                </a:lnTo>
                <a:lnTo>
                  <a:pt x="203677" y="41959"/>
                </a:lnTo>
                <a:lnTo>
                  <a:pt x="198767" y="38472"/>
                </a:lnTo>
                <a:lnTo>
                  <a:pt x="199145" y="38724"/>
                </a:lnTo>
                <a:lnTo>
                  <a:pt x="194084" y="35476"/>
                </a:lnTo>
                <a:lnTo>
                  <a:pt x="194474" y="35715"/>
                </a:lnTo>
                <a:lnTo>
                  <a:pt x="189237" y="32706"/>
                </a:lnTo>
                <a:lnTo>
                  <a:pt x="189640" y="32920"/>
                </a:lnTo>
                <a:lnTo>
                  <a:pt x="184253" y="30163"/>
                </a:lnTo>
                <a:lnTo>
                  <a:pt x="184668" y="30365"/>
                </a:lnTo>
                <a:lnTo>
                  <a:pt x="179129" y="27860"/>
                </a:lnTo>
                <a:lnTo>
                  <a:pt x="179557" y="28048"/>
                </a:lnTo>
                <a:lnTo>
                  <a:pt x="173878" y="25808"/>
                </a:lnTo>
                <a:lnTo>
                  <a:pt x="174318" y="25971"/>
                </a:lnTo>
                <a:lnTo>
                  <a:pt x="168515" y="24007"/>
                </a:lnTo>
                <a:lnTo>
                  <a:pt x="168970" y="24146"/>
                </a:lnTo>
                <a:lnTo>
                  <a:pt x="163039" y="22459"/>
                </a:lnTo>
                <a:lnTo>
                  <a:pt x="163493" y="22572"/>
                </a:lnTo>
                <a:lnTo>
                  <a:pt x="157450" y="21175"/>
                </a:lnTo>
                <a:lnTo>
                  <a:pt x="157903" y="21275"/>
                </a:lnTo>
                <a:lnTo>
                  <a:pt x="151761" y="20180"/>
                </a:lnTo>
                <a:lnTo>
                  <a:pt x="152226" y="20243"/>
                </a:lnTo>
                <a:lnTo>
                  <a:pt x="145968" y="19450"/>
                </a:lnTo>
                <a:lnTo>
                  <a:pt x="146447" y="19500"/>
                </a:lnTo>
                <a:lnTo>
                  <a:pt x="140103" y="19022"/>
                </a:lnTo>
                <a:lnTo>
                  <a:pt x="140580" y="19047"/>
                </a:lnTo>
                <a:lnTo>
                  <a:pt x="134149" y="18884"/>
                </a:lnTo>
                <a:lnTo>
                  <a:pt x="134626" y="18884"/>
                </a:lnTo>
                <a:lnTo>
                  <a:pt x="128193" y="19047"/>
                </a:lnTo>
                <a:lnTo>
                  <a:pt x="128672" y="19022"/>
                </a:lnTo>
                <a:lnTo>
                  <a:pt x="122327" y="19500"/>
                </a:lnTo>
                <a:lnTo>
                  <a:pt x="122805" y="19450"/>
                </a:lnTo>
                <a:lnTo>
                  <a:pt x="116549" y="20243"/>
                </a:lnTo>
                <a:lnTo>
                  <a:pt x="117014" y="20180"/>
                </a:lnTo>
                <a:lnTo>
                  <a:pt x="110872" y="21275"/>
                </a:lnTo>
                <a:lnTo>
                  <a:pt x="111325" y="21175"/>
                </a:lnTo>
                <a:lnTo>
                  <a:pt x="105282" y="22572"/>
                </a:lnTo>
                <a:lnTo>
                  <a:pt x="105734" y="22459"/>
                </a:lnTo>
                <a:lnTo>
                  <a:pt x="99805" y="24146"/>
                </a:lnTo>
                <a:lnTo>
                  <a:pt x="100258" y="24007"/>
                </a:lnTo>
                <a:lnTo>
                  <a:pt x="94455" y="25971"/>
                </a:lnTo>
                <a:lnTo>
                  <a:pt x="94897" y="25808"/>
                </a:lnTo>
                <a:lnTo>
                  <a:pt x="89218" y="28048"/>
                </a:lnTo>
                <a:lnTo>
                  <a:pt x="89645" y="27860"/>
                </a:lnTo>
                <a:lnTo>
                  <a:pt x="84107" y="30365"/>
                </a:lnTo>
                <a:lnTo>
                  <a:pt x="84522" y="30163"/>
                </a:lnTo>
                <a:lnTo>
                  <a:pt x="79134" y="32920"/>
                </a:lnTo>
                <a:lnTo>
                  <a:pt x="79537" y="32706"/>
                </a:lnTo>
                <a:lnTo>
                  <a:pt x="74300" y="35715"/>
                </a:lnTo>
                <a:lnTo>
                  <a:pt x="74689" y="35476"/>
                </a:lnTo>
                <a:lnTo>
                  <a:pt x="69630" y="38724"/>
                </a:lnTo>
                <a:lnTo>
                  <a:pt x="69994" y="38472"/>
                </a:lnTo>
                <a:lnTo>
                  <a:pt x="65098" y="41959"/>
                </a:lnTo>
                <a:lnTo>
                  <a:pt x="65463" y="41682"/>
                </a:lnTo>
                <a:lnTo>
                  <a:pt x="60741" y="45396"/>
                </a:lnTo>
                <a:lnTo>
                  <a:pt x="61094" y="45107"/>
                </a:lnTo>
                <a:lnTo>
                  <a:pt x="56562" y="49034"/>
                </a:lnTo>
                <a:lnTo>
                  <a:pt x="56889" y="48732"/>
                </a:lnTo>
                <a:lnTo>
                  <a:pt x="52547" y="52874"/>
                </a:lnTo>
                <a:lnTo>
                  <a:pt x="52873" y="52547"/>
                </a:lnTo>
                <a:lnTo>
                  <a:pt x="48732" y="56890"/>
                </a:lnTo>
                <a:lnTo>
                  <a:pt x="49034" y="56563"/>
                </a:lnTo>
                <a:lnTo>
                  <a:pt x="45107" y="61094"/>
                </a:lnTo>
                <a:lnTo>
                  <a:pt x="45396" y="60742"/>
                </a:lnTo>
                <a:lnTo>
                  <a:pt x="41681" y="65463"/>
                </a:lnTo>
                <a:lnTo>
                  <a:pt x="41959" y="65098"/>
                </a:lnTo>
                <a:lnTo>
                  <a:pt x="38473" y="69995"/>
                </a:lnTo>
                <a:lnTo>
                  <a:pt x="38723" y="69630"/>
                </a:lnTo>
                <a:lnTo>
                  <a:pt x="35474" y="74691"/>
                </a:lnTo>
                <a:lnTo>
                  <a:pt x="35714" y="74300"/>
                </a:lnTo>
                <a:lnTo>
                  <a:pt x="32707" y="79537"/>
                </a:lnTo>
                <a:lnTo>
                  <a:pt x="32920" y="79135"/>
                </a:lnTo>
                <a:lnTo>
                  <a:pt x="30163" y="84523"/>
                </a:lnTo>
                <a:lnTo>
                  <a:pt x="30363" y="84107"/>
                </a:lnTo>
                <a:lnTo>
                  <a:pt x="27859" y="89646"/>
                </a:lnTo>
                <a:lnTo>
                  <a:pt x="28049" y="89218"/>
                </a:lnTo>
                <a:lnTo>
                  <a:pt x="25806" y="94896"/>
                </a:lnTo>
                <a:lnTo>
                  <a:pt x="25970" y="94455"/>
                </a:lnTo>
                <a:lnTo>
                  <a:pt x="24006" y="100259"/>
                </a:lnTo>
                <a:lnTo>
                  <a:pt x="24145" y="99806"/>
                </a:lnTo>
                <a:lnTo>
                  <a:pt x="22458" y="105735"/>
                </a:lnTo>
                <a:lnTo>
                  <a:pt x="22572" y="105282"/>
                </a:lnTo>
                <a:lnTo>
                  <a:pt x="21175" y="111325"/>
                </a:lnTo>
                <a:lnTo>
                  <a:pt x="21274" y="110871"/>
                </a:lnTo>
                <a:lnTo>
                  <a:pt x="20181" y="117015"/>
                </a:lnTo>
                <a:lnTo>
                  <a:pt x="20243" y="116549"/>
                </a:lnTo>
                <a:lnTo>
                  <a:pt x="19449" y="122806"/>
                </a:lnTo>
                <a:lnTo>
                  <a:pt x="19501" y="122327"/>
                </a:lnTo>
                <a:lnTo>
                  <a:pt x="19022" y="128672"/>
                </a:lnTo>
                <a:lnTo>
                  <a:pt x="19046" y="128194"/>
                </a:lnTo>
                <a:lnTo>
                  <a:pt x="18883" y="1346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3615AF3B-077D-48CF-A571-5A1BC841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319" y="1165748"/>
            <a:ext cx="69011" cy="1094677"/>
          </a:xfrm>
          <a:custGeom xmlns:a="http://schemas.openxmlformats.org/drawingml/2006/main">
            <a:pathLst>
              <a:path w="50356" h="798772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798772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798772"/>
                </a:lnTo>
                <a:lnTo>
                  <a:pt x="34620" y="7987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BC53D057-9E12-4A9E-81D1-21EAEC7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1650" y="1365878"/>
            <a:ext cx="342464" cy="342464"/>
          </a:xfrm>
          <a:custGeom xmlns:a="http://schemas.openxmlformats.org/drawingml/2006/main">
            <a:pathLst>
              <a:path w="249892" h="249892">
                <a:moveTo>
                  <a:pt x="0" y="124253"/>
                </a:moveTo>
                <a:cubicBezTo>
                  <a:pt x="0" y="55945"/>
                  <a:pt x="55946" y="0"/>
                  <a:pt x="124946" y="0"/>
                </a:cubicBezTo>
                <a:cubicBezTo>
                  <a:pt x="193947" y="0"/>
                  <a:pt x="249892" y="55945"/>
                  <a:pt x="249892" y="124946"/>
                </a:cubicBezTo>
                <a:cubicBezTo>
                  <a:pt x="249892" y="193946"/>
                  <a:pt x="193947" y="249892"/>
                  <a:pt x="124946" y="249892"/>
                </a:cubicBezTo>
                <a:cubicBezTo>
                  <a:pt x="55946" y="249892"/>
                  <a:pt x="0" y="193946"/>
                  <a:pt x="0" y="1242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72C470C9-3970-4BB5-8090-8FB1256A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661" y="1406888"/>
            <a:ext cx="260445" cy="260445"/>
          </a:xfrm>
          <a:custGeom xmlns:a="http://schemas.openxmlformats.org/drawingml/2006/main">
            <a:pathLst>
              <a:path w="190043" h="190043">
                <a:moveTo>
                  <a:pt x="13344" y="0"/>
                </a:moveTo>
                <a:lnTo>
                  <a:pt x="190043" y="176699"/>
                </a:lnTo>
                <a:lnTo>
                  <a:pt x="176699" y="190043"/>
                </a:lnTo>
                <a:lnTo>
                  <a:pt x="0" y="13344"/>
                </a:lnTo>
                <a:lnTo>
                  <a:pt x="13344" y="0"/>
                </a:lnTo>
                <a:moveTo>
                  <a:pt x="190043" y="13344"/>
                </a:moveTo>
                <a:lnTo>
                  <a:pt x="13344" y="190043"/>
                </a:lnTo>
                <a:lnTo>
                  <a:pt x="0" y="176699"/>
                </a:lnTo>
                <a:lnTo>
                  <a:pt x="176699" y="0"/>
                </a:lnTo>
                <a:lnTo>
                  <a:pt x="190043" y="13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D74FA35C-BEBA-40AD-8E76-B980F19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8712" y="1352939"/>
            <a:ext cx="368342" cy="368343"/>
          </a:xfrm>
          <a:custGeom xmlns:a="http://schemas.openxmlformats.org/drawingml/2006/main">
            <a:pathLst>
              <a:path w="268775" h="268775">
                <a:moveTo>
                  <a:pt x="176" y="127476"/>
                </a:moveTo>
                <a:lnTo>
                  <a:pt x="692" y="120653"/>
                </a:lnTo>
                <a:lnTo>
                  <a:pt x="1548" y="113931"/>
                </a:lnTo>
                <a:lnTo>
                  <a:pt x="2730" y="107309"/>
                </a:lnTo>
                <a:lnTo>
                  <a:pt x="4229" y="100813"/>
                </a:lnTo>
                <a:lnTo>
                  <a:pt x="6041" y="94430"/>
                </a:lnTo>
                <a:lnTo>
                  <a:pt x="8157" y="88186"/>
                </a:lnTo>
                <a:lnTo>
                  <a:pt x="10561" y="82080"/>
                </a:lnTo>
                <a:lnTo>
                  <a:pt x="13256" y="76113"/>
                </a:lnTo>
                <a:lnTo>
                  <a:pt x="16226" y="70322"/>
                </a:lnTo>
                <a:lnTo>
                  <a:pt x="19462" y="64695"/>
                </a:lnTo>
                <a:lnTo>
                  <a:pt x="22948" y="59244"/>
                </a:lnTo>
                <a:lnTo>
                  <a:pt x="26699" y="53969"/>
                </a:lnTo>
                <a:lnTo>
                  <a:pt x="30690" y="48896"/>
                </a:lnTo>
                <a:lnTo>
                  <a:pt x="34908" y="44024"/>
                </a:lnTo>
                <a:lnTo>
                  <a:pt x="39351" y="39353"/>
                </a:lnTo>
                <a:lnTo>
                  <a:pt x="44024" y="34909"/>
                </a:lnTo>
                <a:lnTo>
                  <a:pt x="48895" y="30692"/>
                </a:lnTo>
                <a:lnTo>
                  <a:pt x="53969" y="26701"/>
                </a:lnTo>
                <a:lnTo>
                  <a:pt x="59243" y="22950"/>
                </a:lnTo>
                <a:lnTo>
                  <a:pt x="64695" y="19463"/>
                </a:lnTo>
                <a:lnTo>
                  <a:pt x="70322" y="16227"/>
                </a:lnTo>
                <a:lnTo>
                  <a:pt x="76125" y="13256"/>
                </a:lnTo>
                <a:lnTo>
                  <a:pt x="82079" y="10562"/>
                </a:lnTo>
                <a:lnTo>
                  <a:pt x="88184" y="8158"/>
                </a:lnTo>
                <a:lnTo>
                  <a:pt x="94430" y="6043"/>
                </a:lnTo>
                <a:lnTo>
                  <a:pt x="100812" y="4230"/>
                </a:lnTo>
                <a:lnTo>
                  <a:pt x="107307" y="2732"/>
                </a:lnTo>
                <a:lnTo>
                  <a:pt x="113929" y="1548"/>
                </a:lnTo>
                <a:lnTo>
                  <a:pt x="120652" y="692"/>
                </a:lnTo>
                <a:lnTo>
                  <a:pt x="127476" y="176"/>
                </a:lnTo>
                <a:lnTo>
                  <a:pt x="134386" y="0"/>
                </a:lnTo>
                <a:lnTo>
                  <a:pt x="141297" y="176"/>
                </a:lnTo>
                <a:lnTo>
                  <a:pt x="148121" y="692"/>
                </a:lnTo>
                <a:lnTo>
                  <a:pt x="154844" y="1548"/>
                </a:lnTo>
                <a:lnTo>
                  <a:pt x="161466" y="2732"/>
                </a:lnTo>
                <a:lnTo>
                  <a:pt x="167961" y="4230"/>
                </a:lnTo>
                <a:lnTo>
                  <a:pt x="174345" y="6043"/>
                </a:lnTo>
                <a:lnTo>
                  <a:pt x="180589" y="8158"/>
                </a:lnTo>
                <a:lnTo>
                  <a:pt x="186694" y="10562"/>
                </a:lnTo>
                <a:lnTo>
                  <a:pt x="192662" y="13256"/>
                </a:lnTo>
                <a:lnTo>
                  <a:pt x="198453" y="16227"/>
                </a:lnTo>
                <a:lnTo>
                  <a:pt x="204080" y="19463"/>
                </a:lnTo>
                <a:lnTo>
                  <a:pt x="209530" y="22950"/>
                </a:lnTo>
                <a:lnTo>
                  <a:pt x="214804" y="26701"/>
                </a:lnTo>
                <a:lnTo>
                  <a:pt x="219878" y="30692"/>
                </a:lnTo>
                <a:lnTo>
                  <a:pt x="224751" y="34909"/>
                </a:lnTo>
                <a:lnTo>
                  <a:pt x="229422" y="39353"/>
                </a:lnTo>
                <a:lnTo>
                  <a:pt x="233865" y="44024"/>
                </a:lnTo>
                <a:lnTo>
                  <a:pt x="238083" y="48896"/>
                </a:lnTo>
                <a:lnTo>
                  <a:pt x="242074" y="53969"/>
                </a:lnTo>
                <a:lnTo>
                  <a:pt x="245825" y="59244"/>
                </a:lnTo>
                <a:lnTo>
                  <a:pt x="249311" y="64695"/>
                </a:lnTo>
                <a:lnTo>
                  <a:pt x="252547" y="70322"/>
                </a:lnTo>
                <a:lnTo>
                  <a:pt x="255517" y="76113"/>
                </a:lnTo>
                <a:lnTo>
                  <a:pt x="258212" y="82080"/>
                </a:lnTo>
                <a:lnTo>
                  <a:pt x="260618" y="88186"/>
                </a:lnTo>
                <a:lnTo>
                  <a:pt x="262732" y="94430"/>
                </a:lnTo>
                <a:lnTo>
                  <a:pt x="264544" y="100813"/>
                </a:lnTo>
                <a:lnTo>
                  <a:pt x="266043" y="107309"/>
                </a:lnTo>
                <a:lnTo>
                  <a:pt x="267225" y="113931"/>
                </a:lnTo>
                <a:lnTo>
                  <a:pt x="268082" y="120653"/>
                </a:lnTo>
                <a:lnTo>
                  <a:pt x="268597" y="127476"/>
                </a:lnTo>
                <a:lnTo>
                  <a:pt x="268775" y="134388"/>
                </a:lnTo>
                <a:lnTo>
                  <a:pt x="268597" y="141299"/>
                </a:lnTo>
                <a:lnTo>
                  <a:pt x="268082" y="148122"/>
                </a:lnTo>
                <a:lnTo>
                  <a:pt x="267225" y="154845"/>
                </a:lnTo>
                <a:lnTo>
                  <a:pt x="266043" y="161466"/>
                </a:lnTo>
                <a:lnTo>
                  <a:pt x="264544" y="167962"/>
                </a:lnTo>
                <a:lnTo>
                  <a:pt x="262732" y="174345"/>
                </a:lnTo>
                <a:lnTo>
                  <a:pt x="260618" y="180589"/>
                </a:lnTo>
                <a:lnTo>
                  <a:pt x="258212" y="186695"/>
                </a:lnTo>
                <a:lnTo>
                  <a:pt x="255517" y="192662"/>
                </a:lnTo>
                <a:lnTo>
                  <a:pt x="252547" y="198453"/>
                </a:lnTo>
                <a:lnTo>
                  <a:pt x="249311" y="204080"/>
                </a:lnTo>
                <a:lnTo>
                  <a:pt x="245825" y="209531"/>
                </a:lnTo>
                <a:lnTo>
                  <a:pt x="242074" y="214806"/>
                </a:lnTo>
                <a:lnTo>
                  <a:pt x="238083" y="219879"/>
                </a:lnTo>
                <a:lnTo>
                  <a:pt x="233865" y="224752"/>
                </a:lnTo>
                <a:lnTo>
                  <a:pt x="229422" y="229422"/>
                </a:lnTo>
                <a:lnTo>
                  <a:pt x="224751" y="233866"/>
                </a:lnTo>
                <a:lnTo>
                  <a:pt x="219878" y="238083"/>
                </a:lnTo>
                <a:lnTo>
                  <a:pt x="214804" y="242074"/>
                </a:lnTo>
                <a:lnTo>
                  <a:pt x="209530" y="245825"/>
                </a:lnTo>
                <a:lnTo>
                  <a:pt x="204080" y="249313"/>
                </a:lnTo>
                <a:lnTo>
                  <a:pt x="198453" y="252548"/>
                </a:lnTo>
                <a:lnTo>
                  <a:pt x="192662" y="255519"/>
                </a:lnTo>
                <a:lnTo>
                  <a:pt x="186694" y="258213"/>
                </a:lnTo>
                <a:lnTo>
                  <a:pt x="180589" y="260618"/>
                </a:lnTo>
                <a:lnTo>
                  <a:pt x="174345" y="262733"/>
                </a:lnTo>
                <a:lnTo>
                  <a:pt x="167961" y="264545"/>
                </a:lnTo>
                <a:lnTo>
                  <a:pt x="161466" y="266043"/>
                </a:lnTo>
                <a:lnTo>
                  <a:pt x="154844" y="267227"/>
                </a:lnTo>
                <a:lnTo>
                  <a:pt x="148121" y="268083"/>
                </a:lnTo>
                <a:lnTo>
                  <a:pt x="141297" y="268599"/>
                </a:lnTo>
                <a:lnTo>
                  <a:pt x="134386" y="268775"/>
                </a:lnTo>
                <a:lnTo>
                  <a:pt x="127476" y="268599"/>
                </a:lnTo>
                <a:lnTo>
                  <a:pt x="120652" y="268083"/>
                </a:lnTo>
                <a:lnTo>
                  <a:pt x="113929" y="267227"/>
                </a:lnTo>
                <a:lnTo>
                  <a:pt x="107307" y="266043"/>
                </a:lnTo>
                <a:lnTo>
                  <a:pt x="100812" y="264545"/>
                </a:lnTo>
                <a:lnTo>
                  <a:pt x="94430" y="262733"/>
                </a:lnTo>
                <a:lnTo>
                  <a:pt x="88184" y="260618"/>
                </a:lnTo>
                <a:lnTo>
                  <a:pt x="82079" y="258213"/>
                </a:lnTo>
                <a:lnTo>
                  <a:pt x="76125" y="255519"/>
                </a:lnTo>
                <a:lnTo>
                  <a:pt x="70322" y="252548"/>
                </a:lnTo>
                <a:lnTo>
                  <a:pt x="64695" y="249313"/>
                </a:lnTo>
                <a:lnTo>
                  <a:pt x="59243" y="245825"/>
                </a:lnTo>
                <a:lnTo>
                  <a:pt x="53969" y="242074"/>
                </a:lnTo>
                <a:lnTo>
                  <a:pt x="48895" y="238083"/>
                </a:lnTo>
                <a:lnTo>
                  <a:pt x="44024" y="233866"/>
                </a:lnTo>
                <a:lnTo>
                  <a:pt x="39351" y="229422"/>
                </a:lnTo>
                <a:lnTo>
                  <a:pt x="34908" y="224752"/>
                </a:lnTo>
                <a:lnTo>
                  <a:pt x="30690" y="219879"/>
                </a:lnTo>
                <a:lnTo>
                  <a:pt x="26699" y="214806"/>
                </a:lnTo>
                <a:lnTo>
                  <a:pt x="22948" y="209531"/>
                </a:lnTo>
                <a:lnTo>
                  <a:pt x="19462" y="204080"/>
                </a:lnTo>
                <a:lnTo>
                  <a:pt x="16226" y="198453"/>
                </a:lnTo>
                <a:lnTo>
                  <a:pt x="13256" y="192662"/>
                </a:lnTo>
                <a:lnTo>
                  <a:pt x="10561" y="186695"/>
                </a:lnTo>
                <a:lnTo>
                  <a:pt x="8157" y="180589"/>
                </a:lnTo>
                <a:lnTo>
                  <a:pt x="6041" y="174345"/>
                </a:lnTo>
                <a:lnTo>
                  <a:pt x="4229" y="167962"/>
                </a:lnTo>
                <a:lnTo>
                  <a:pt x="2730" y="161466"/>
                </a:lnTo>
                <a:lnTo>
                  <a:pt x="1548" y="154845"/>
                </a:lnTo>
                <a:lnTo>
                  <a:pt x="692" y="148122"/>
                </a:lnTo>
                <a:lnTo>
                  <a:pt x="176" y="141299"/>
                </a:lnTo>
                <a:lnTo>
                  <a:pt x="0" y="134388"/>
                </a:lnTo>
                <a:lnTo>
                  <a:pt x="176" y="127476"/>
                </a:lnTo>
                <a:moveTo>
                  <a:pt x="18883" y="134627"/>
                </a:moveTo>
                <a:lnTo>
                  <a:pt x="18883" y="134148"/>
                </a:lnTo>
                <a:lnTo>
                  <a:pt x="19046" y="140581"/>
                </a:lnTo>
                <a:lnTo>
                  <a:pt x="19022" y="140103"/>
                </a:lnTo>
                <a:lnTo>
                  <a:pt x="19499" y="146448"/>
                </a:lnTo>
                <a:lnTo>
                  <a:pt x="19449" y="145970"/>
                </a:lnTo>
                <a:lnTo>
                  <a:pt x="20241" y="152226"/>
                </a:lnTo>
                <a:lnTo>
                  <a:pt x="20179" y="151760"/>
                </a:lnTo>
                <a:lnTo>
                  <a:pt x="21274" y="157904"/>
                </a:lnTo>
                <a:lnTo>
                  <a:pt x="21173" y="157451"/>
                </a:lnTo>
                <a:lnTo>
                  <a:pt x="22572" y="163493"/>
                </a:lnTo>
                <a:lnTo>
                  <a:pt x="22458" y="163040"/>
                </a:lnTo>
                <a:lnTo>
                  <a:pt x="24145" y="168970"/>
                </a:lnTo>
                <a:lnTo>
                  <a:pt x="24006" y="168516"/>
                </a:lnTo>
                <a:lnTo>
                  <a:pt x="25970" y="174320"/>
                </a:lnTo>
                <a:lnTo>
                  <a:pt x="25806" y="173879"/>
                </a:lnTo>
                <a:lnTo>
                  <a:pt x="28049" y="179557"/>
                </a:lnTo>
                <a:lnTo>
                  <a:pt x="27859" y="179129"/>
                </a:lnTo>
                <a:lnTo>
                  <a:pt x="30363" y="184668"/>
                </a:lnTo>
                <a:lnTo>
                  <a:pt x="30163" y="184253"/>
                </a:lnTo>
                <a:lnTo>
                  <a:pt x="32920" y="189641"/>
                </a:lnTo>
                <a:lnTo>
                  <a:pt x="32705" y="189238"/>
                </a:lnTo>
                <a:lnTo>
                  <a:pt x="35714" y="194475"/>
                </a:lnTo>
                <a:lnTo>
                  <a:pt x="35474" y="194085"/>
                </a:lnTo>
                <a:lnTo>
                  <a:pt x="38723" y="199145"/>
                </a:lnTo>
                <a:lnTo>
                  <a:pt x="38471" y="198780"/>
                </a:lnTo>
                <a:lnTo>
                  <a:pt x="41959" y="203677"/>
                </a:lnTo>
                <a:lnTo>
                  <a:pt x="41681" y="203312"/>
                </a:lnTo>
                <a:lnTo>
                  <a:pt x="45396" y="208033"/>
                </a:lnTo>
                <a:lnTo>
                  <a:pt x="45105" y="207681"/>
                </a:lnTo>
                <a:lnTo>
                  <a:pt x="49034" y="212213"/>
                </a:lnTo>
                <a:lnTo>
                  <a:pt x="48730" y="211886"/>
                </a:lnTo>
                <a:lnTo>
                  <a:pt x="52873" y="216216"/>
                </a:lnTo>
                <a:lnTo>
                  <a:pt x="52545" y="215901"/>
                </a:lnTo>
                <a:lnTo>
                  <a:pt x="56889" y="220043"/>
                </a:lnTo>
                <a:lnTo>
                  <a:pt x="56561" y="219741"/>
                </a:lnTo>
                <a:lnTo>
                  <a:pt x="61094" y="223669"/>
                </a:lnTo>
                <a:lnTo>
                  <a:pt x="60741" y="223379"/>
                </a:lnTo>
                <a:lnTo>
                  <a:pt x="65462" y="227093"/>
                </a:lnTo>
                <a:lnTo>
                  <a:pt x="65098" y="226816"/>
                </a:lnTo>
                <a:lnTo>
                  <a:pt x="69994" y="230303"/>
                </a:lnTo>
                <a:lnTo>
                  <a:pt x="69630" y="230051"/>
                </a:lnTo>
                <a:lnTo>
                  <a:pt x="74689" y="233299"/>
                </a:lnTo>
                <a:lnTo>
                  <a:pt x="74299" y="233060"/>
                </a:lnTo>
                <a:lnTo>
                  <a:pt x="79536" y="236069"/>
                </a:lnTo>
                <a:lnTo>
                  <a:pt x="79134" y="235855"/>
                </a:lnTo>
                <a:lnTo>
                  <a:pt x="84522" y="238612"/>
                </a:lnTo>
                <a:lnTo>
                  <a:pt x="84107" y="238411"/>
                </a:lnTo>
                <a:lnTo>
                  <a:pt x="89645" y="240916"/>
                </a:lnTo>
                <a:lnTo>
                  <a:pt x="89218" y="240727"/>
                </a:lnTo>
                <a:lnTo>
                  <a:pt x="94895" y="242968"/>
                </a:lnTo>
                <a:lnTo>
                  <a:pt x="94455" y="242804"/>
                </a:lnTo>
                <a:lnTo>
                  <a:pt x="100258" y="244768"/>
                </a:lnTo>
                <a:lnTo>
                  <a:pt x="99805" y="244629"/>
                </a:lnTo>
                <a:lnTo>
                  <a:pt x="105734" y="246317"/>
                </a:lnTo>
                <a:lnTo>
                  <a:pt x="105280" y="246203"/>
                </a:lnTo>
                <a:lnTo>
                  <a:pt x="111325" y="247601"/>
                </a:lnTo>
                <a:lnTo>
                  <a:pt x="110870" y="247500"/>
                </a:lnTo>
                <a:lnTo>
                  <a:pt x="117014" y="248595"/>
                </a:lnTo>
                <a:lnTo>
                  <a:pt x="116547" y="248532"/>
                </a:lnTo>
                <a:lnTo>
                  <a:pt x="122805" y="249325"/>
                </a:lnTo>
                <a:lnTo>
                  <a:pt x="122326" y="249275"/>
                </a:lnTo>
                <a:lnTo>
                  <a:pt x="128672" y="249753"/>
                </a:lnTo>
                <a:lnTo>
                  <a:pt x="128193" y="249728"/>
                </a:lnTo>
                <a:lnTo>
                  <a:pt x="134626" y="249892"/>
                </a:lnTo>
                <a:lnTo>
                  <a:pt x="134147" y="249892"/>
                </a:lnTo>
                <a:lnTo>
                  <a:pt x="140580" y="249728"/>
                </a:lnTo>
                <a:lnTo>
                  <a:pt x="140103" y="249753"/>
                </a:lnTo>
                <a:lnTo>
                  <a:pt x="146447" y="249275"/>
                </a:lnTo>
                <a:lnTo>
                  <a:pt x="145968" y="249325"/>
                </a:lnTo>
                <a:lnTo>
                  <a:pt x="152226" y="248532"/>
                </a:lnTo>
                <a:lnTo>
                  <a:pt x="151759" y="248595"/>
                </a:lnTo>
                <a:lnTo>
                  <a:pt x="157903" y="247500"/>
                </a:lnTo>
                <a:lnTo>
                  <a:pt x="157450" y="247601"/>
                </a:lnTo>
                <a:lnTo>
                  <a:pt x="163493" y="246203"/>
                </a:lnTo>
                <a:lnTo>
                  <a:pt x="163039" y="246317"/>
                </a:lnTo>
                <a:lnTo>
                  <a:pt x="168968" y="244629"/>
                </a:lnTo>
                <a:lnTo>
                  <a:pt x="168515" y="244768"/>
                </a:lnTo>
                <a:lnTo>
                  <a:pt x="174318" y="242804"/>
                </a:lnTo>
                <a:lnTo>
                  <a:pt x="173878" y="242968"/>
                </a:lnTo>
                <a:lnTo>
                  <a:pt x="179555" y="240727"/>
                </a:lnTo>
                <a:lnTo>
                  <a:pt x="179128" y="240916"/>
                </a:lnTo>
                <a:lnTo>
                  <a:pt x="184668" y="238411"/>
                </a:lnTo>
                <a:lnTo>
                  <a:pt x="184251" y="238612"/>
                </a:lnTo>
                <a:lnTo>
                  <a:pt x="189640" y="235855"/>
                </a:lnTo>
                <a:lnTo>
                  <a:pt x="189237" y="236069"/>
                </a:lnTo>
                <a:lnTo>
                  <a:pt x="194474" y="233060"/>
                </a:lnTo>
                <a:lnTo>
                  <a:pt x="194084" y="233299"/>
                </a:lnTo>
                <a:lnTo>
                  <a:pt x="199145" y="230051"/>
                </a:lnTo>
                <a:lnTo>
                  <a:pt x="198767" y="230303"/>
                </a:lnTo>
                <a:lnTo>
                  <a:pt x="203677" y="226816"/>
                </a:lnTo>
                <a:lnTo>
                  <a:pt x="203311" y="227093"/>
                </a:lnTo>
                <a:lnTo>
                  <a:pt x="208034" y="223379"/>
                </a:lnTo>
                <a:lnTo>
                  <a:pt x="207680" y="223669"/>
                </a:lnTo>
                <a:lnTo>
                  <a:pt x="212212" y="219741"/>
                </a:lnTo>
                <a:lnTo>
                  <a:pt x="211884" y="220043"/>
                </a:lnTo>
                <a:lnTo>
                  <a:pt x="216216" y="215901"/>
                </a:lnTo>
                <a:lnTo>
                  <a:pt x="215901" y="216216"/>
                </a:lnTo>
                <a:lnTo>
                  <a:pt x="220043" y="211886"/>
                </a:lnTo>
                <a:lnTo>
                  <a:pt x="219741" y="212213"/>
                </a:lnTo>
                <a:lnTo>
                  <a:pt x="223668" y="207681"/>
                </a:lnTo>
                <a:lnTo>
                  <a:pt x="223379" y="208033"/>
                </a:lnTo>
                <a:lnTo>
                  <a:pt x="227092" y="203312"/>
                </a:lnTo>
                <a:lnTo>
                  <a:pt x="226815" y="203677"/>
                </a:lnTo>
                <a:lnTo>
                  <a:pt x="230302" y="198780"/>
                </a:lnTo>
                <a:lnTo>
                  <a:pt x="230050" y="199145"/>
                </a:lnTo>
                <a:lnTo>
                  <a:pt x="233299" y="194085"/>
                </a:lnTo>
                <a:lnTo>
                  <a:pt x="233059" y="194475"/>
                </a:lnTo>
                <a:lnTo>
                  <a:pt x="236068" y="189238"/>
                </a:lnTo>
                <a:lnTo>
                  <a:pt x="235853" y="189641"/>
                </a:lnTo>
                <a:lnTo>
                  <a:pt x="238610" y="184253"/>
                </a:lnTo>
                <a:lnTo>
                  <a:pt x="238409" y="184668"/>
                </a:lnTo>
                <a:lnTo>
                  <a:pt x="240914" y="179129"/>
                </a:lnTo>
                <a:lnTo>
                  <a:pt x="240726" y="179557"/>
                </a:lnTo>
                <a:lnTo>
                  <a:pt x="242966" y="173879"/>
                </a:lnTo>
                <a:lnTo>
                  <a:pt x="242803" y="174320"/>
                </a:lnTo>
                <a:lnTo>
                  <a:pt x="244767" y="168516"/>
                </a:lnTo>
                <a:lnTo>
                  <a:pt x="244628" y="168970"/>
                </a:lnTo>
                <a:lnTo>
                  <a:pt x="246315" y="163040"/>
                </a:lnTo>
                <a:lnTo>
                  <a:pt x="246203" y="163493"/>
                </a:lnTo>
                <a:lnTo>
                  <a:pt x="247600" y="157451"/>
                </a:lnTo>
                <a:lnTo>
                  <a:pt x="247499" y="157904"/>
                </a:lnTo>
                <a:lnTo>
                  <a:pt x="248594" y="151760"/>
                </a:lnTo>
                <a:lnTo>
                  <a:pt x="248532" y="152226"/>
                </a:lnTo>
                <a:lnTo>
                  <a:pt x="249324" y="145970"/>
                </a:lnTo>
                <a:lnTo>
                  <a:pt x="249274" y="146448"/>
                </a:lnTo>
                <a:lnTo>
                  <a:pt x="249751" y="140103"/>
                </a:lnTo>
                <a:lnTo>
                  <a:pt x="249727" y="140581"/>
                </a:lnTo>
                <a:lnTo>
                  <a:pt x="249890" y="134148"/>
                </a:lnTo>
                <a:lnTo>
                  <a:pt x="249890" y="134627"/>
                </a:lnTo>
                <a:lnTo>
                  <a:pt x="249727" y="128194"/>
                </a:lnTo>
                <a:lnTo>
                  <a:pt x="249751" y="128672"/>
                </a:lnTo>
                <a:lnTo>
                  <a:pt x="249274" y="122327"/>
                </a:lnTo>
                <a:lnTo>
                  <a:pt x="249324" y="122806"/>
                </a:lnTo>
                <a:lnTo>
                  <a:pt x="248532" y="116549"/>
                </a:lnTo>
                <a:lnTo>
                  <a:pt x="248594" y="117015"/>
                </a:lnTo>
                <a:lnTo>
                  <a:pt x="247499" y="110871"/>
                </a:lnTo>
                <a:lnTo>
                  <a:pt x="247600" y="111325"/>
                </a:lnTo>
                <a:lnTo>
                  <a:pt x="246203" y="105282"/>
                </a:lnTo>
                <a:lnTo>
                  <a:pt x="246315" y="105735"/>
                </a:lnTo>
                <a:lnTo>
                  <a:pt x="244628" y="99806"/>
                </a:lnTo>
                <a:lnTo>
                  <a:pt x="244767" y="100259"/>
                </a:lnTo>
                <a:lnTo>
                  <a:pt x="242803" y="94455"/>
                </a:lnTo>
                <a:lnTo>
                  <a:pt x="242966" y="94896"/>
                </a:lnTo>
                <a:lnTo>
                  <a:pt x="240726" y="89218"/>
                </a:lnTo>
                <a:lnTo>
                  <a:pt x="240914" y="89646"/>
                </a:lnTo>
                <a:lnTo>
                  <a:pt x="238409" y="84107"/>
                </a:lnTo>
                <a:lnTo>
                  <a:pt x="238610" y="84523"/>
                </a:lnTo>
                <a:lnTo>
                  <a:pt x="235853" y="79135"/>
                </a:lnTo>
                <a:lnTo>
                  <a:pt x="236068" y="79537"/>
                </a:lnTo>
                <a:lnTo>
                  <a:pt x="233059" y="74300"/>
                </a:lnTo>
                <a:lnTo>
                  <a:pt x="233299" y="74691"/>
                </a:lnTo>
                <a:lnTo>
                  <a:pt x="230050" y="69630"/>
                </a:lnTo>
                <a:lnTo>
                  <a:pt x="230302" y="69995"/>
                </a:lnTo>
                <a:lnTo>
                  <a:pt x="226815" y="65098"/>
                </a:lnTo>
                <a:lnTo>
                  <a:pt x="227092" y="65463"/>
                </a:lnTo>
                <a:lnTo>
                  <a:pt x="223379" y="60742"/>
                </a:lnTo>
                <a:lnTo>
                  <a:pt x="223668" y="61094"/>
                </a:lnTo>
                <a:lnTo>
                  <a:pt x="219741" y="56563"/>
                </a:lnTo>
                <a:lnTo>
                  <a:pt x="220043" y="56890"/>
                </a:lnTo>
                <a:lnTo>
                  <a:pt x="215901" y="52547"/>
                </a:lnTo>
                <a:lnTo>
                  <a:pt x="216216" y="52874"/>
                </a:lnTo>
                <a:lnTo>
                  <a:pt x="211884" y="48732"/>
                </a:lnTo>
                <a:lnTo>
                  <a:pt x="212212" y="49034"/>
                </a:lnTo>
                <a:lnTo>
                  <a:pt x="207680" y="45107"/>
                </a:lnTo>
                <a:lnTo>
                  <a:pt x="208034" y="45396"/>
                </a:lnTo>
                <a:lnTo>
                  <a:pt x="203311" y="41682"/>
                </a:lnTo>
                <a:lnTo>
                  <a:pt x="203677" y="41959"/>
                </a:lnTo>
                <a:lnTo>
                  <a:pt x="198767" y="38472"/>
                </a:lnTo>
                <a:lnTo>
                  <a:pt x="199145" y="38724"/>
                </a:lnTo>
                <a:lnTo>
                  <a:pt x="194084" y="35476"/>
                </a:lnTo>
                <a:lnTo>
                  <a:pt x="194474" y="35715"/>
                </a:lnTo>
                <a:lnTo>
                  <a:pt x="189237" y="32706"/>
                </a:lnTo>
                <a:lnTo>
                  <a:pt x="189640" y="32920"/>
                </a:lnTo>
                <a:lnTo>
                  <a:pt x="184251" y="30163"/>
                </a:lnTo>
                <a:lnTo>
                  <a:pt x="184668" y="30365"/>
                </a:lnTo>
                <a:lnTo>
                  <a:pt x="179128" y="27860"/>
                </a:lnTo>
                <a:lnTo>
                  <a:pt x="179555" y="28048"/>
                </a:lnTo>
                <a:lnTo>
                  <a:pt x="173878" y="25808"/>
                </a:lnTo>
                <a:lnTo>
                  <a:pt x="174318" y="25971"/>
                </a:lnTo>
                <a:lnTo>
                  <a:pt x="168515" y="24007"/>
                </a:lnTo>
                <a:lnTo>
                  <a:pt x="168968" y="24146"/>
                </a:lnTo>
                <a:lnTo>
                  <a:pt x="163039" y="22459"/>
                </a:lnTo>
                <a:lnTo>
                  <a:pt x="163493" y="22572"/>
                </a:lnTo>
                <a:lnTo>
                  <a:pt x="157450" y="21175"/>
                </a:lnTo>
                <a:lnTo>
                  <a:pt x="157903" y="21275"/>
                </a:lnTo>
                <a:lnTo>
                  <a:pt x="151759" y="20180"/>
                </a:lnTo>
                <a:lnTo>
                  <a:pt x="152226" y="20243"/>
                </a:lnTo>
                <a:lnTo>
                  <a:pt x="145968" y="19450"/>
                </a:lnTo>
                <a:lnTo>
                  <a:pt x="146447" y="19500"/>
                </a:lnTo>
                <a:lnTo>
                  <a:pt x="140103" y="19022"/>
                </a:lnTo>
                <a:lnTo>
                  <a:pt x="140580" y="19047"/>
                </a:lnTo>
                <a:lnTo>
                  <a:pt x="134147" y="18884"/>
                </a:lnTo>
                <a:lnTo>
                  <a:pt x="134626" y="18884"/>
                </a:lnTo>
                <a:lnTo>
                  <a:pt x="128193" y="19047"/>
                </a:lnTo>
                <a:lnTo>
                  <a:pt x="128672" y="19022"/>
                </a:lnTo>
                <a:lnTo>
                  <a:pt x="122326" y="19500"/>
                </a:lnTo>
                <a:lnTo>
                  <a:pt x="122805" y="19450"/>
                </a:lnTo>
                <a:lnTo>
                  <a:pt x="116547" y="20243"/>
                </a:lnTo>
                <a:lnTo>
                  <a:pt x="117014" y="20180"/>
                </a:lnTo>
                <a:lnTo>
                  <a:pt x="110870" y="21275"/>
                </a:lnTo>
                <a:lnTo>
                  <a:pt x="111325" y="21175"/>
                </a:lnTo>
                <a:lnTo>
                  <a:pt x="105280" y="22572"/>
                </a:lnTo>
                <a:lnTo>
                  <a:pt x="105734" y="22459"/>
                </a:lnTo>
                <a:lnTo>
                  <a:pt x="99805" y="24146"/>
                </a:lnTo>
                <a:lnTo>
                  <a:pt x="100258" y="24007"/>
                </a:lnTo>
                <a:lnTo>
                  <a:pt x="94455" y="25971"/>
                </a:lnTo>
                <a:lnTo>
                  <a:pt x="94895" y="25808"/>
                </a:lnTo>
                <a:lnTo>
                  <a:pt x="89218" y="28048"/>
                </a:lnTo>
                <a:lnTo>
                  <a:pt x="89645" y="27860"/>
                </a:lnTo>
                <a:lnTo>
                  <a:pt x="84107" y="30365"/>
                </a:lnTo>
                <a:lnTo>
                  <a:pt x="84522" y="30163"/>
                </a:lnTo>
                <a:lnTo>
                  <a:pt x="79134" y="32920"/>
                </a:lnTo>
                <a:lnTo>
                  <a:pt x="79536" y="32706"/>
                </a:lnTo>
                <a:lnTo>
                  <a:pt x="74299" y="35715"/>
                </a:lnTo>
                <a:lnTo>
                  <a:pt x="74689" y="35476"/>
                </a:lnTo>
                <a:lnTo>
                  <a:pt x="69630" y="38724"/>
                </a:lnTo>
                <a:lnTo>
                  <a:pt x="69994" y="38472"/>
                </a:lnTo>
                <a:lnTo>
                  <a:pt x="65098" y="41959"/>
                </a:lnTo>
                <a:lnTo>
                  <a:pt x="65462" y="41682"/>
                </a:lnTo>
                <a:lnTo>
                  <a:pt x="60741" y="45396"/>
                </a:lnTo>
                <a:lnTo>
                  <a:pt x="61094" y="45107"/>
                </a:lnTo>
                <a:lnTo>
                  <a:pt x="56561" y="49034"/>
                </a:lnTo>
                <a:lnTo>
                  <a:pt x="56889" y="48732"/>
                </a:lnTo>
                <a:lnTo>
                  <a:pt x="52545" y="52874"/>
                </a:lnTo>
                <a:lnTo>
                  <a:pt x="52873" y="52547"/>
                </a:lnTo>
                <a:lnTo>
                  <a:pt x="48730" y="56890"/>
                </a:lnTo>
                <a:lnTo>
                  <a:pt x="49034" y="56563"/>
                </a:lnTo>
                <a:lnTo>
                  <a:pt x="45105" y="61094"/>
                </a:lnTo>
                <a:lnTo>
                  <a:pt x="45396" y="60742"/>
                </a:lnTo>
                <a:lnTo>
                  <a:pt x="41681" y="65463"/>
                </a:lnTo>
                <a:lnTo>
                  <a:pt x="41959" y="65098"/>
                </a:lnTo>
                <a:lnTo>
                  <a:pt x="38471" y="69995"/>
                </a:lnTo>
                <a:lnTo>
                  <a:pt x="38723" y="69630"/>
                </a:lnTo>
                <a:lnTo>
                  <a:pt x="35474" y="74691"/>
                </a:lnTo>
                <a:lnTo>
                  <a:pt x="35714" y="74300"/>
                </a:lnTo>
                <a:lnTo>
                  <a:pt x="32705" y="79537"/>
                </a:lnTo>
                <a:lnTo>
                  <a:pt x="32920" y="79135"/>
                </a:lnTo>
                <a:lnTo>
                  <a:pt x="30163" y="84523"/>
                </a:lnTo>
                <a:lnTo>
                  <a:pt x="30363" y="84107"/>
                </a:lnTo>
                <a:lnTo>
                  <a:pt x="27859" y="89646"/>
                </a:lnTo>
                <a:lnTo>
                  <a:pt x="28049" y="89218"/>
                </a:lnTo>
                <a:lnTo>
                  <a:pt x="25806" y="94896"/>
                </a:lnTo>
                <a:lnTo>
                  <a:pt x="25970" y="94455"/>
                </a:lnTo>
                <a:lnTo>
                  <a:pt x="24006" y="100259"/>
                </a:lnTo>
                <a:lnTo>
                  <a:pt x="24145" y="99806"/>
                </a:lnTo>
                <a:lnTo>
                  <a:pt x="22458" y="105735"/>
                </a:lnTo>
                <a:lnTo>
                  <a:pt x="22572" y="105282"/>
                </a:lnTo>
                <a:lnTo>
                  <a:pt x="21173" y="111325"/>
                </a:lnTo>
                <a:lnTo>
                  <a:pt x="21274" y="110871"/>
                </a:lnTo>
                <a:lnTo>
                  <a:pt x="20179" y="117015"/>
                </a:lnTo>
                <a:lnTo>
                  <a:pt x="20241" y="116549"/>
                </a:lnTo>
                <a:lnTo>
                  <a:pt x="19449" y="122806"/>
                </a:lnTo>
                <a:lnTo>
                  <a:pt x="19499" y="122327"/>
                </a:lnTo>
                <a:lnTo>
                  <a:pt x="19022" y="128672"/>
                </a:lnTo>
                <a:lnTo>
                  <a:pt x="19046" y="128194"/>
                </a:lnTo>
                <a:lnTo>
                  <a:pt x="18883" y="1346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78EC198-C846-4C26-A6A7-008A044B82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43c2fee874b08"/>
          <a:stretch xmlns:a="http://schemas.openxmlformats.org/drawingml/2006/main"/>
        </p:blipFill>
        <p:spPr>
          <a:xfrm xmlns:a="http://schemas.openxmlformats.org/drawingml/2006/main">
            <a:off x="12017564" y="653161"/>
            <a:ext cx="4470043" cy="638578"/>
          </a:xfrm>
          <a:prstGeom xmlns:a="http://schemas.openxmlformats.org/drawingml/2006/main" prst="rect">
            <a:avLst/>
          </a:prstGeom>
        </p:spPr>
      </p:pic>
      <p:sp>
        <p:nvSpPr>
          <p:cNvPr id="174" name="text-174 Prediction">
            <a:extLst xmlns:a="http://schemas.openxmlformats.org/drawingml/2006/main">
              <a:ext uri="{FF2B5EF4-FFF2-40B4-BE49-F238E27FC236}">
                <a16:creationId xmlns:a16="http://schemas.microsoft.com/office/drawing/2014/main" id="{14DE2CC3-3F3A-4E38-B574-4EB89015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6109" y="731710"/>
            <a:ext cx="1332619" cy="43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Prediction</a:t>
            </a:r>
          </a:p>
        </p:txBody>
      </p:sp>
      <p:sp>
        <p:nvSpPr>
          <p:cNvPr id="175" name="text-174 Layer">
            <a:extLst xmlns:a="http://schemas.openxmlformats.org/drawingml/2006/main">
              <a:ext uri="{FF2B5EF4-FFF2-40B4-BE49-F238E27FC236}">
                <a16:creationId xmlns:a16="http://schemas.microsoft.com/office/drawing/2014/main" id="{DBA0BBD3-CFE9-4730-94CF-913B707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0438" y="731560"/>
            <a:ext cx="780462" cy="435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</a:t>
            </a:r>
          </a:p>
        </p:txBody>
      </p:sp>
      <p:sp>
        <p:nvSpPr>
          <p:cNvPr id="176" name="path-175">
            <a:extLst xmlns:a="http://schemas.openxmlformats.org/drawingml/2006/main">
              <a:ext uri="{FF2B5EF4-FFF2-40B4-BE49-F238E27FC236}">
                <a16:creationId xmlns:a16="http://schemas.microsoft.com/office/drawing/2014/main" id="{A3E37A92-A9B2-45E5-B376-0522EF13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2931" y="1481471"/>
            <a:ext cx="5456994" cy="69010"/>
          </a:xfrm>
          <a:custGeom xmlns:a="http://schemas.openxmlformats.org/drawingml/2006/main">
            <a:pathLst>
              <a:path w="3981901" h="50356">
                <a:moveTo>
                  <a:pt x="3906367" y="50356"/>
                </a:moveTo>
                <a:lnTo>
                  <a:pt x="3906367" y="25178"/>
                </a:lnTo>
                <a:lnTo>
                  <a:pt x="3906367" y="0"/>
                </a:lnTo>
                <a:lnTo>
                  <a:pt x="3981901" y="25178"/>
                </a:lnTo>
                <a:lnTo>
                  <a:pt x="3906367" y="50356"/>
                </a:lnTo>
                <a:moveTo>
                  <a:pt x="0" y="15736"/>
                </a:moveTo>
                <a:lnTo>
                  <a:pt x="3944134" y="15736"/>
                </a:lnTo>
                <a:lnTo>
                  <a:pt x="3944134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6">
            <a:extLst xmlns:a="http://schemas.openxmlformats.org/drawingml/2006/main">
              <a:ext uri="{FF2B5EF4-FFF2-40B4-BE49-F238E27FC236}">
                <a16:creationId xmlns:a16="http://schemas.microsoft.com/office/drawing/2014/main" id="{E95724C1-D85C-4F47-BC70-E8DAC7CF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37" y="1673837"/>
            <a:ext cx="3347866" cy="69011"/>
          </a:xfrm>
          <a:custGeom xmlns:a="http://schemas.openxmlformats.org/drawingml/2006/main">
            <a:pathLst>
              <a:path w="2442896" h="50356">
                <a:moveTo>
                  <a:pt x="2367362" y="50356"/>
                </a:moveTo>
                <a:lnTo>
                  <a:pt x="2367362" y="25178"/>
                </a:lnTo>
                <a:lnTo>
                  <a:pt x="2367362" y="0"/>
                </a:lnTo>
                <a:lnTo>
                  <a:pt x="2442896" y="25178"/>
                </a:lnTo>
                <a:lnTo>
                  <a:pt x="2367362" y="50356"/>
                </a:lnTo>
                <a:moveTo>
                  <a:pt x="0" y="15736"/>
                </a:moveTo>
                <a:lnTo>
                  <a:pt x="2405130" y="15736"/>
                </a:lnTo>
                <a:lnTo>
                  <a:pt x="2405130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7">
            <a:extLst xmlns:a="http://schemas.openxmlformats.org/drawingml/2006/main">
              <a:ext uri="{FF2B5EF4-FFF2-40B4-BE49-F238E27FC236}">
                <a16:creationId xmlns:a16="http://schemas.microsoft.com/office/drawing/2014/main" id="{8C91EA51-CDD7-4887-8C1C-A295B87F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2325" y="1926588"/>
            <a:ext cx="1656247" cy="69010"/>
          </a:xfrm>
          <a:custGeom xmlns:a="http://schemas.openxmlformats.org/drawingml/2006/main">
            <a:pathLst>
              <a:path w="1208543" h="50356">
                <a:moveTo>
                  <a:pt x="1133010" y="50356"/>
                </a:moveTo>
                <a:lnTo>
                  <a:pt x="1133010" y="25178"/>
                </a:lnTo>
                <a:lnTo>
                  <a:pt x="1133010" y="0"/>
                </a:lnTo>
                <a:lnTo>
                  <a:pt x="1208543" y="25178"/>
                </a:lnTo>
                <a:lnTo>
                  <a:pt x="1133010" y="50356"/>
                </a:lnTo>
                <a:moveTo>
                  <a:pt x="0" y="15736"/>
                </a:moveTo>
                <a:lnTo>
                  <a:pt x="1170777" y="15736"/>
                </a:lnTo>
                <a:lnTo>
                  <a:pt x="1170777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8">
            <a:extLst xmlns:a="http://schemas.openxmlformats.org/drawingml/2006/main">
              <a:ext uri="{FF2B5EF4-FFF2-40B4-BE49-F238E27FC236}">
                <a16:creationId xmlns:a16="http://schemas.microsoft.com/office/drawing/2014/main" id="{EC128C47-D367-4122-867C-34A03F4D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746" y="8024517"/>
            <a:ext cx="69011" cy="538280"/>
          </a:xfrm>
          <a:custGeom xmlns:a="http://schemas.openxmlformats.org/drawingml/2006/main">
            <a:pathLst>
              <a:path w="50356" h="392776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392776"/>
                </a:moveTo>
                <a:lnTo>
                  <a:pt x="34620" y="37766"/>
                </a:lnTo>
                <a:lnTo>
                  <a:pt x="15736" y="37766"/>
                </a:lnTo>
                <a:lnTo>
                  <a:pt x="15736" y="392776"/>
                </a:lnTo>
                <a:lnTo>
                  <a:pt x="34620" y="3927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79">
            <a:extLst xmlns:a="http://schemas.openxmlformats.org/drawingml/2006/main">
              <a:ext uri="{FF2B5EF4-FFF2-40B4-BE49-F238E27FC236}">
                <a16:creationId xmlns:a16="http://schemas.microsoft.com/office/drawing/2014/main" id="{2BC9FC4F-A83B-4D63-A1C5-A029DFF6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65" y="7965858"/>
            <a:ext cx="69009" cy="538280"/>
          </a:xfrm>
          <a:custGeom xmlns:a="http://schemas.openxmlformats.org/drawingml/2006/main">
            <a:pathLst>
              <a:path w="50355" h="392776">
                <a:moveTo>
                  <a:pt x="0" y="75534"/>
                </a:moveTo>
                <a:lnTo>
                  <a:pt x="25178" y="75534"/>
                </a:lnTo>
                <a:lnTo>
                  <a:pt x="50355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392776"/>
                </a:moveTo>
                <a:lnTo>
                  <a:pt x="34620" y="37766"/>
                </a:lnTo>
                <a:lnTo>
                  <a:pt x="15737" y="37766"/>
                </a:lnTo>
                <a:lnTo>
                  <a:pt x="15737" y="392776"/>
                </a:lnTo>
                <a:lnTo>
                  <a:pt x="34620" y="3927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89EAD16-1136-40FD-856B-7FFC6FC15D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ff02b8d034715"/>
          <a:stretch xmlns:a="http://schemas.openxmlformats.org/drawingml/2006/main"/>
        </p:blipFill>
        <p:spPr>
          <a:xfrm xmlns:a="http://schemas.openxmlformats.org/drawingml/2006/main">
            <a:off x="2315568" y="7497482"/>
            <a:ext cx="1574195" cy="639871"/>
          </a:xfrm>
          <a:prstGeom xmlns:a="http://schemas.openxmlformats.org/drawingml/2006/main" prst="rect">
            <a:avLst/>
          </a:prstGeom>
        </p:spPr>
      </p:pic>
      <p:sp>
        <p:nvSpPr>
          <p:cNvPr id="182" name="text-181 Linea">
            <a:extLst xmlns:a="http://schemas.openxmlformats.org/drawingml/2006/main">
              <a:ext uri="{FF2B5EF4-FFF2-40B4-BE49-F238E27FC236}">
                <a16:creationId xmlns:a16="http://schemas.microsoft.com/office/drawing/2014/main" id="{C4C79944-DFF2-4195-A251-0B71910B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9792" y="7576646"/>
            <a:ext cx="763102" cy="435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</a:t>
            </a:r>
          </a:p>
        </p:txBody>
      </p:sp>
      <p:sp>
        <p:nvSpPr>
          <p:cNvPr id="183" name="text-182 r">
            <a:extLst xmlns:a="http://schemas.openxmlformats.org/drawingml/2006/main">
              <a:ext uri="{FF2B5EF4-FFF2-40B4-BE49-F238E27FC236}">
                <a16:creationId xmlns:a16="http://schemas.microsoft.com/office/drawing/2014/main" id="{29E11656-FCE7-4556-AC8B-C8DCD49B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7148" y="7576625"/>
            <a:ext cx="159349" cy="435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84" name="path-183">
            <a:extLst xmlns:a="http://schemas.openxmlformats.org/drawingml/2006/main">
              <a:ext uri="{FF2B5EF4-FFF2-40B4-BE49-F238E27FC236}">
                <a16:creationId xmlns:a16="http://schemas.microsoft.com/office/drawing/2014/main" id="{021EB7B1-B602-413D-809D-66A68B99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568" y="8010715"/>
            <a:ext cx="1376757" cy="551219"/>
          </a:xfrm>
          <a:custGeom xmlns:a="http://schemas.openxmlformats.org/drawingml/2006/main">
            <a:pathLst>
              <a:path w="1004602" h="402218">
                <a:moveTo>
                  <a:pt x="50356" y="75534"/>
                </a:moveTo>
                <a:lnTo>
                  <a:pt x="25178" y="75534"/>
                </a:lnTo>
                <a:lnTo>
                  <a:pt x="0" y="75534"/>
                </a:lnTo>
                <a:lnTo>
                  <a:pt x="25178" y="0"/>
                </a:lnTo>
                <a:lnTo>
                  <a:pt x="50356" y="75534"/>
                </a:lnTo>
                <a:moveTo>
                  <a:pt x="1004602" y="402218"/>
                </a:moveTo>
                <a:lnTo>
                  <a:pt x="15736" y="402218"/>
                </a:lnTo>
                <a:lnTo>
                  <a:pt x="15736" y="37766"/>
                </a:lnTo>
                <a:lnTo>
                  <a:pt x="34620" y="37766"/>
                </a:lnTo>
                <a:lnTo>
                  <a:pt x="34620" y="392776"/>
                </a:lnTo>
                <a:lnTo>
                  <a:pt x="25178" y="383335"/>
                </a:lnTo>
                <a:lnTo>
                  <a:pt x="1004602" y="383335"/>
                </a:lnTo>
                <a:lnTo>
                  <a:pt x="1004602" y="4022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E904A7C-F1B4-4052-B857-53CCB555C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cb304e1e645df"/>
          <a:stretch xmlns:a="http://schemas.openxmlformats.org/drawingml/2006/main"/>
        </p:blipFill>
        <p:spPr>
          <a:xfrm xmlns:a="http://schemas.openxmlformats.org/drawingml/2006/main">
            <a:off x="1816432" y="6268185"/>
            <a:ext cx="2719115" cy="570958"/>
          </a:xfrm>
          <a:prstGeom xmlns:a="http://schemas.openxmlformats.org/drawingml/2006/main" prst="rect">
            <a:avLst/>
          </a:prstGeom>
        </p:spPr>
      </p:pic>
      <p:sp>
        <p:nvSpPr>
          <p:cNvPr id="186" name="text-185 Cosine">
            <a:extLst xmlns:a="http://schemas.openxmlformats.org/drawingml/2006/main">
              <a:ext uri="{FF2B5EF4-FFF2-40B4-BE49-F238E27FC236}">
                <a16:creationId xmlns:a16="http://schemas.microsoft.com/office/drawing/2014/main" id="{6FFFF029-2BD5-4668-B455-E7707C08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101" y="6312972"/>
            <a:ext cx="918346" cy="4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Cosine</a:t>
            </a:r>
          </a:p>
        </p:txBody>
      </p:sp>
      <p:sp>
        <p:nvSpPr>
          <p:cNvPr id="187" name="text-185 Similarity">
            <a:extLst xmlns:a="http://schemas.openxmlformats.org/drawingml/2006/main">
              <a:ext uri="{FF2B5EF4-FFF2-40B4-BE49-F238E27FC236}">
                <a16:creationId xmlns:a16="http://schemas.microsoft.com/office/drawing/2014/main" id="{5E88E664-CAA6-42E2-9F76-AC3AFA9E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8368" y="6312911"/>
            <a:ext cx="1298099" cy="434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Similarity</a:t>
            </a:r>
          </a:p>
        </p:txBody>
      </p:sp>
      <p:sp>
        <p:nvSpPr>
          <p:cNvPr id="188" name="path-186">
            <a:extLst xmlns:a="http://schemas.openxmlformats.org/drawingml/2006/main">
              <a:ext uri="{FF2B5EF4-FFF2-40B4-BE49-F238E27FC236}">
                <a16:creationId xmlns:a16="http://schemas.microsoft.com/office/drawing/2014/main" id="{CDAFFEC7-9A01-4303-AE17-295B2D64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000" y="6719358"/>
            <a:ext cx="69011" cy="831575"/>
          </a:xfrm>
          <a:custGeom xmlns:a="http://schemas.openxmlformats.org/drawingml/2006/main">
            <a:pathLst>
              <a:path w="50356" h="606790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606790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606790"/>
                </a:lnTo>
                <a:lnTo>
                  <a:pt x="34620" y="606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7">
            <a:extLst xmlns:a="http://schemas.openxmlformats.org/drawingml/2006/main">
              <a:ext uri="{FF2B5EF4-FFF2-40B4-BE49-F238E27FC236}">
                <a16:creationId xmlns:a16="http://schemas.microsoft.com/office/drawing/2014/main" id="{0AF2C566-C3EB-4C61-9B5F-0AE1A038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812" y="6719358"/>
            <a:ext cx="69011" cy="831575"/>
          </a:xfrm>
          <a:custGeom xmlns:a="http://schemas.openxmlformats.org/drawingml/2006/main">
            <a:pathLst>
              <a:path w="50356" h="606790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606790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606790"/>
                </a:lnTo>
                <a:lnTo>
                  <a:pt x="34620" y="606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text-188 Head-wise">
            <a:extLst xmlns:a="http://schemas.openxmlformats.org/drawingml/2006/main">
              <a:ext uri="{FF2B5EF4-FFF2-40B4-BE49-F238E27FC236}">
                <a16:creationId xmlns:a16="http://schemas.microsoft.com/office/drawing/2014/main" id="{C0B00105-7BB2-42BE-9A56-F2AC150B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53" y="4870564"/>
            <a:ext cx="1384195" cy="435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Head-wise</a:t>
            </a:r>
          </a:p>
        </p:txBody>
      </p:sp>
      <p:sp>
        <p:nvSpPr>
          <p:cNvPr id="191" name="text-189 Fusion">
            <a:extLst xmlns:a="http://schemas.openxmlformats.org/drawingml/2006/main">
              <a:ext uri="{FF2B5EF4-FFF2-40B4-BE49-F238E27FC236}">
                <a16:creationId xmlns:a16="http://schemas.microsoft.com/office/drawing/2014/main" id="{B4054288-A123-41E3-B063-92CB2CF2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2989" y="5243421"/>
            <a:ext cx="901272" cy="434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192" name="text-190 Sequential">
            <a:extLst xmlns:a="http://schemas.openxmlformats.org/drawingml/2006/main">
              <a:ext uri="{FF2B5EF4-FFF2-40B4-BE49-F238E27FC236}">
                <a16:creationId xmlns:a16="http://schemas.microsoft.com/office/drawing/2014/main" id="{F07DC2A4-883F-4B3D-B19E-279E8C0C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7564" y="9206138"/>
            <a:ext cx="1367145" cy="435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Sequential</a:t>
            </a:r>
          </a:p>
        </p:txBody>
      </p:sp>
      <p:sp>
        <p:nvSpPr>
          <p:cNvPr id="193" name="text-190 Interactions">
            <a:extLst xmlns:a="http://schemas.openxmlformats.org/drawingml/2006/main">
              <a:ext uri="{FF2B5EF4-FFF2-40B4-BE49-F238E27FC236}">
                <a16:creationId xmlns:a16="http://schemas.microsoft.com/office/drawing/2014/main" id="{A60538F2-7011-4C4B-9C9A-3FBA7565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6398" y="9206079"/>
            <a:ext cx="1522496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Interactions</a:t>
            </a:r>
          </a:p>
        </p:txBody>
      </p:sp>
      <p:sp>
        <p:nvSpPr>
          <p:cNvPr id="194" name="path-191">
            <a:extLst xmlns:a="http://schemas.openxmlformats.org/drawingml/2006/main">
              <a:ext uri="{FF2B5EF4-FFF2-40B4-BE49-F238E27FC236}">
                <a16:creationId xmlns:a16="http://schemas.microsoft.com/office/drawing/2014/main" id="{119D391B-73C5-4435-A1AA-9CDAE34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749" y="5972321"/>
            <a:ext cx="69011" cy="342464"/>
          </a:xfrm>
          <a:custGeom xmlns:a="http://schemas.openxmlformats.org/drawingml/2006/main">
            <a:pathLst>
              <a:path w="50356" h="249892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49892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49892"/>
                </a:lnTo>
                <a:lnTo>
                  <a:pt x="34620" y="2498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2">
            <a:extLst xmlns:a="http://schemas.openxmlformats.org/drawingml/2006/main">
              <a:ext uri="{FF2B5EF4-FFF2-40B4-BE49-F238E27FC236}">
                <a16:creationId xmlns:a16="http://schemas.microsoft.com/office/drawing/2014/main" id="{87E7EE9B-6AA5-4203-B39E-04212C8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089" y="5223558"/>
            <a:ext cx="2693993" cy="69011"/>
          </a:xfrm>
          <a:custGeom xmlns:a="http://schemas.openxmlformats.org/drawingml/2006/main">
            <a:pathLst>
              <a:path w="1965773" h="50356">
                <a:moveTo>
                  <a:pt x="1890239" y="50356"/>
                </a:moveTo>
                <a:lnTo>
                  <a:pt x="1890239" y="25178"/>
                </a:lnTo>
                <a:lnTo>
                  <a:pt x="1890239" y="0"/>
                </a:lnTo>
                <a:lnTo>
                  <a:pt x="1965773" y="25178"/>
                </a:lnTo>
                <a:lnTo>
                  <a:pt x="1890239" y="50356"/>
                </a:lnTo>
                <a:moveTo>
                  <a:pt x="0" y="15736"/>
                </a:moveTo>
                <a:lnTo>
                  <a:pt x="1928006" y="15736"/>
                </a:lnTo>
                <a:lnTo>
                  <a:pt x="1928006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93">
            <a:extLst xmlns:a="http://schemas.openxmlformats.org/drawingml/2006/main">
              <a:ext uri="{FF2B5EF4-FFF2-40B4-BE49-F238E27FC236}">
                <a16:creationId xmlns:a16="http://schemas.microsoft.com/office/drawing/2014/main" id="{41726DE8-4CE4-4182-8DD1-7A861731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245" y="4827956"/>
            <a:ext cx="1076562" cy="1068281"/>
          </a:xfrm>
          <a:custGeom xmlns:a="http://schemas.openxmlformats.org/drawingml/2006/main">
            <a:pathLst>
              <a:path w="785554" h="779512">
                <a:moveTo>
                  <a:pt x="0" y="0"/>
                </a:moveTo>
                <a:lnTo>
                  <a:pt x="0" y="779512"/>
                </a:lnTo>
                <a:lnTo>
                  <a:pt x="785554" y="779512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94">
            <a:extLst xmlns:a="http://schemas.openxmlformats.org/drawingml/2006/main">
              <a:ext uri="{FF2B5EF4-FFF2-40B4-BE49-F238E27FC236}">
                <a16:creationId xmlns:a16="http://schemas.microsoft.com/office/drawing/2014/main" id="{D00A567A-BB76-4E1E-AAA6-3E85292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09" y="4818984"/>
            <a:ext cx="1093814" cy="1085189"/>
          </a:xfrm>
          <a:custGeom xmlns:a="http://schemas.openxmlformats.org/drawingml/2006/main">
            <a:pathLst>
              <a:path w="798142" h="791849">
                <a:moveTo>
                  <a:pt x="798142" y="0"/>
                </a:moveTo>
                <a:lnTo>
                  <a:pt x="798142" y="791849"/>
                </a:lnTo>
                <a:lnTo>
                  <a:pt x="0" y="791849"/>
                </a:lnTo>
                <a:lnTo>
                  <a:pt x="0" y="0"/>
                </a:lnTo>
                <a:lnTo>
                  <a:pt x="798142" y="0"/>
                </a:lnTo>
                <a:moveTo>
                  <a:pt x="6294" y="12589"/>
                </a:moveTo>
                <a:lnTo>
                  <a:pt x="12589" y="6295"/>
                </a:lnTo>
                <a:lnTo>
                  <a:pt x="12589" y="785554"/>
                </a:lnTo>
                <a:lnTo>
                  <a:pt x="6294" y="779260"/>
                </a:lnTo>
                <a:lnTo>
                  <a:pt x="791848" y="779260"/>
                </a:lnTo>
                <a:lnTo>
                  <a:pt x="785553" y="785554"/>
                </a:lnTo>
                <a:lnTo>
                  <a:pt x="785553" y="6295"/>
                </a:lnTo>
                <a:lnTo>
                  <a:pt x="791848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5">
            <a:extLst xmlns:a="http://schemas.openxmlformats.org/drawingml/2006/main">
              <a:ext uri="{FF2B5EF4-FFF2-40B4-BE49-F238E27FC236}">
                <a16:creationId xmlns:a16="http://schemas.microsoft.com/office/drawing/2014/main" id="{3D04E5F8-D5F7-4739-A51D-2A621CE4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245" y="4827956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6">
            <a:extLst xmlns:a="http://schemas.openxmlformats.org/drawingml/2006/main">
              <a:ext uri="{FF2B5EF4-FFF2-40B4-BE49-F238E27FC236}">
                <a16:creationId xmlns:a16="http://schemas.microsoft.com/office/drawing/2014/main" id="{21787197-5F99-4716-8CF1-EE6C52EC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09" y="4819847"/>
            <a:ext cx="286393" cy="285531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4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4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97">
            <a:extLst xmlns:a="http://schemas.openxmlformats.org/drawingml/2006/main">
              <a:ext uri="{FF2B5EF4-FFF2-40B4-BE49-F238E27FC236}">
                <a16:creationId xmlns:a16="http://schemas.microsoft.com/office/drawing/2014/main" id="{51BB2E8F-78D8-48C9-BFE3-703307D1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245" y="5099167"/>
            <a:ext cx="269140" cy="267070"/>
          </a:xfrm>
          <a:custGeom xmlns:a="http://schemas.openxmlformats.org/drawingml/2006/main">
            <a:pathLst>
              <a:path w="196388" h="194877">
                <a:moveTo>
                  <a:pt x="0" y="0"/>
                </a:moveTo>
                <a:lnTo>
                  <a:pt x="0" y="194877"/>
                </a:lnTo>
                <a:lnTo>
                  <a:pt x="196388" y="194877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98">
            <a:extLst xmlns:a="http://schemas.openxmlformats.org/drawingml/2006/main">
              <a:ext uri="{FF2B5EF4-FFF2-40B4-BE49-F238E27FC236}">
                <a16:creationId xmlns:a16="http://schemas.microsoft.com/office/drawing/2014/main" id="{699FDF7F-2508-4E78-8929-E2C400BC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09" y="5089851"/>
            <a:ext cx="286393" cy="285530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4" y="12589"/>
                </a:moveTo>
                <a:lnTo>
                  <a:pt x="12589" y="6294"/>
                </a:lnTo>
                <a:lnTo>
                  <a:pt x="12589" y="202054"/>
                </a:lnTo>
                <a:lnTo>
                  <a:pt x="6294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4"/>
                </a:lnTo>
                <a:lnTo>
                  <a:pt x="202683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99">
            <a:extLst xmlns:a="http://schemas.openxmlformats.org/drawingml/2006/main">
              <a:ext uri="{FF2B5EF4-FFF2-40B4-BE49-F238E27FC236}">
                <a16:creationId xmlns:a16="http://schemas.microsoft.com/office/drawing/2014/main" id="{2546EC37-17E9-44F3-8DC6-737D8425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245" y="5366237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200">
            <a:extLst xmlns:a="http://schemas.openxmlformats.org/drawingml/2006/main">
              <a:ext uri="{FF2B5EF4-FFF2-40B4-BE49-F238E27FC236}">
                <a16:creationId xmlns:a16="http://schemas.microsoft.com/office/drawing/2014/main" id="{2BC1E476-9232-48B3-9A7F-11939A7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09" y="5358128"/>
            <a:ext cx="286393" cy="285530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4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4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201">
            <a:extLst xmlns:a="http://schemas.openxmlformats.org/drawingml/2006/main">
              <a:ext uri="{FF2B5EF4-FFF2-40B4-BE49-F238E27FC236}">
                <a16:creationId xmlns:a16="http://schemas.microsoft.com/office/drawing/2014/main" id="{6E9EA0A3-FD6D-42EC-B4FB-CD65596F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245" y="5635377"/>
            <a:ext cx="269140" cy="267071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02">
            <a:extLst xmlns:a="http://schemas.openxmlformats.org/drawingml/2006/main">
              <a:ext uri="{FF2B5EF4-FFF2-40B4-BE49-F238E27FC236}">
                <a16:creationId xmlns:a16="http://schemas.microsoft.com/office/drawing/2014/main" id="{40B72AF7-D4FF-455B-A271-0EF1BA89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09" y="5626406"/>
            <a:ext cx="286393" cy="285531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4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4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203">
            <a:extLst xmlns:a="http://schemas.openxmlformats.org/drawingml/2006/main">
              <a:ext uri="{FF2B5EF4-FFF2-40B4-BE49-F238E27FC236}">
                <a16:creationId xmlns:a16="http://schemas.microsoft.com/office/drawing/2014/main" id="{DFA3067D-3BF3-4DB9-8C66-1274F55E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385" y="4827956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4">
            <a:extLst xmlns:a="http://schemas.openxmlformats.org/drawingml/2006/main">
              <a:ext uri="{FF2B5EF4-FFF2-40B4-BE49-F238E27FC236}">
                <a16:creationId xmlns:a16="http://schemas.microsoft.com/office/drawing/2014/main" id="{A6DD2886-C937-49AC-A8D1-04C1CAC8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449" y="4819847"/>
            <a:ext cx="286393" cy="285531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05">
            <a:extLst xmlns:a="http://schemas.openxmlformats.org/drawingml/2006/main">
              <a:ext uri="{FF2B5EF4-FFF2-40B4-BE49-F238E27FC236}">
                <a16:creationId xmlns:a16="http://schemas.microsoft.com/office/drawing/2014/main" id="{A37EE33E-D6EB-466D-A9FB-0B9BC457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385" y="5099167"/>
            <a:ext cx="269141" cy="267070"/>
          </a:xfrm>
          <a:custGeom xmlns:a="http://schemas.openxmlformats.org/drawingml/2006/main">
            <a:pathLst>
              <a:path w="196389" h="194877">
                <a:moveTo>
                  <a:pt x="0" y="0"/>
                </a:moveTo>
                <a:lnTo>
                  <a:pt x="0" y="194877"/>
                </a:lnTo>
                <a:lnTo>
                  <a:pt x="196389" y="194877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6">
            <a:extLst xmlns:a="http://schemas.openxmlformats.org/drawingml/2006/main">
              <a:ext uri="{FF2B5EF4-FFF2-40B4-BE49-F238E27FC236}">
                <a16:creationId xmlns:a16="http://schemas.microsoft.com/office/drawing/2014/main" id="{ACBEF25A-275D-4133-B0BB-DA61948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449" y="5089851"/>
            <a:ext cx="286393" cy="285530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4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4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07">
            <a:extLst xmlns:a="http://schemas.openxmlformats.org/drawingml/2006/main">
              <a:ext uri="{FF2B5EF4-FFF2-40B4-BE49-F238E27FC236}">
                <a16:creationId xmlns:a16="http://schemas.microsoft.com/office/drawing/2014/main" id="{A377BA92-DC68-4933-8FDB-E137C2BF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385" y="5366237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8">
            <a:extLst xmlns:a="http://schemas.openxmlformats.org/drawingml/2006/main">
              <a:ext uri="{FF2B5EF4-FFF2-40B4-BE49-F238E27FC236}">
                <a16:creationId xmlns:a16="http://schemas.microsoft.com/office/drawing/2014/main" id="{D172F8B6-0B92-438E-B24E-4126DE80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449" y="5358128"/>
            <a:ext cx="286393" cy="285530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09">
            <a:extLst xmlns:a="http://schemas.openxmlformats.org/drawingml/2006/main">
              <a:ext uri="{FF2B5EF4-FFF2-40B4-BE49-F238E27FC236}">
                <a16:creationId xmlns:a16="http://schemas.microsoft.com/office/drawing/2014/main" id="{3067D9B6-C111-46A7-A9C5-68EF14EA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385" y="5635377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0">
            <a:extLst xmlns:a="http://schemas.openxmlformats.org/drawingml/2006/main">
              <a:ext uri="{FF2B5EF4-FFF2-40B4-BE49-F238E27FC236}">
                <a16:creationId xmlns:a16="http://schemas.microsoft.com/office/drawing/2014/main" id="{2263F6AD-5F61-43B7-A854-41E74A53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449" y="5626406"/>
            <a:ext cx="286393" cy="285531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11">
            <a:extLst xmlns:a="http://schemas.openxmlformats.org/drawingml/2006/main">
              <a:ext uri="{FF2B5EF4-FFF2-40B4-BE49-F238E27FC236}">
                <a16:creationId xmlns:a16="http://schemas.microsoft.com/office/drawing/2014/main" id="{234C600A-EE58-479C-B78E-75E95339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526" y="4827956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12">
            <a:extLst xmlns:a="http://schemas.openxmlformats.org/drawingml/2006/main">
              <a:ext uri="{FF2B5EF4-FFF2-40B4-BE49-F238E27FC236}">
                <a16:creationId xmlns:a16="http://schemas.microsoft.com/office/drawing/2014/main" id="{D63459C4-26C6-443C-89A2-022719CB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590" y="4819847"/>
            <a:ext cx="286393" cy="285531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13">
            <a:extLst xmlns:a="http://schemas.openxmlformats.org/drawingml/2006/main">
              <a:ext uri="{FF2B5EF4-FFF2-40B4-BE49-F238E27FC236}">
                <a16:creationId xmlns:a16="http://schemas.microsoft.com/office/drawing/2014/main" id="{8F9E1B25-178E-4BA4-B7F6-BB291097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526" y="5099167"/>
            <a:ext cx="269140" cy="267070"/>
          </a:xfrm>
          <a:custGeom xmlns:a="http://schemas.openxmlformats.org/drawingml/2006/main">
            <a:pathLst>
              <a:path w="196388" h="194877">
                <a:moveTo>
                  <a:pt x="0" y="0"/>
                </a:moveTo>
                <a:lnTo>
                  <a:pt x="0" y="194877"/>
                </a:lnTo>
                <a:lnTo>
                  <a:pt x="196388" y="194877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4">
            <a:extLst xmlns:a="http://schemas.openxmlformats.org/drawingml/2006/main">
              <a:ext uri="{FF2B5EF4-FFF2-40B4-BE49-F238E27FC236}">
                <a16:creationId xmlns:a16="http://schemas.microsoft.com/office/drawing/2014/main" id="{EAC1DEBD-0E17-41C5-89F1-388AE4E0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590" y="5089851"/>
            <a:ext cx="286393" cy="285530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4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4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15">
            <a:extLst xmlns:a="http://schemas.openxmlformats.org/drawingml/2006/main">
              <a:ext uri="{FF2B5EF4-FFF2-40B4-BE49-F238E27FC236}">
                <a16:creationId xmlns:a16="http://schemas.microsoft.com/office/drawing/2014/main" id="{F55DD4F7-13E9-49C7-AEFC-23BC48F5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526" y="5366237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6">
            <a:extLst xmlns:a="http://schemas.openxmlformats.org/drawingml/2006/main">
              <a:ext uri="{FF2B5EF4-FFF2-40B4-BE49-F238E27FC236}">
                <a16:creationId xmlns:a16="http://schemas.microsoft.com/office/drawing/2014/main" id="{2DA71CF6-BEC1-44D5-A33A-2CEF4917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590" y="5358128"/>
            <a:ext cx="286393" cy="285530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17">
            <a:extLst xmlns:a="http://schemas.openxmlformats.org/drawingml/2006/main">
              <a:ext uri="{FF2B5EF4-FFF2-40B4-BE49-F238E27FC236}">
                <a16:creationId xmlns:a16="http://schemas.microsoft.com/office/drawing/2014/main" id="{B0BED180-8CA3-4953-95CC-F0DBF75D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526" y="5635377"/>
            <a:ext cx="269140" cy="267071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18">
            <a:extLst xmlns:a="http://schemas.openxmlformats.org/drawingml/2006/main">
              <a:ext uri="{FF2B5EF4-FFF2-40B4-BE49-F238E27FC236}">
                <a16:creationId xmlns:a16="http://schemas.microsoft.com/office/drawing/2014/main" id="{5C01F2B9-290F-4C02-8CCE-D18E2B63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590" y="5626406"/>
            <a:ext cx="286393" cy="285531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219">
            <a:extLst xmlns:a="http://schemas.openxmlformats.org/drawingml/2006/main">
              <a:ext uri="{FF2B5EF4-FFF2-40B4-BE49-F238E27FC236}">
                <a16:creationId xmlns:a16="http://schemas.microsoft.com/office/drawing/2014/main" id="{32BA0D78-1D56-4361-883B-6C93B60F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666" y="4827956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0">
            <a:extLst xmlns:a="http://schemas.openxmlformats.org/drawingml/2006/main">
              <a:ext uri="{FF2B5EF4-FFF2-40B4-BE49-F238E27FC236}">
                <a16:creationId xmlns:a16="http://schemas.microsoft.com/office/drawing/2014/main" id="{4EDEE150-A3BD-4192-B806-5C2FF888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730" y="4819847"/>
            <a:ext cx="286393" cy="285531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1">
            <a:extLst xmlns:a="http://schemas.openxmlformats.org/drawingml/2006/main">
              <a:ext uri="{FF2B5EF4-FFF2-40B4-BE49-F238E27FC236}">
                <a16:creationId xmlns:a16="http://schemas.microsoft.com/office/drawing/2014/main" id="{51A4B2DF-E24B-43E3-B607-46424150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666" y="5099167"/>
            <a:ext cx="269141" cy="267070"/>
          </a:xfrm>
          <a:custGeom xmlns:a="http://schemas.openxmlformats.org/drawingml/2006/main">
            <a:pathLst>
              <a:path w="196389" h="194877">
                <a:moveTo>
                  <a:pt x="0" y="0"/>
                </a:moveTo>
                <a:lnTo>
                  <a:pt x="0" y="194877"/>
                </a:lnTo>
                <a:lnTo>
                  <a:pt x="196389" y="194877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22">
            <a:extLst xmlns:a="http://schemas.openxmlformats.org/drawingml/2006/main">
              <a:ext uri="{FF2B5EF4-FFF2-40B4-BE49-F238E27FC236}">
                <a16:creationId xmlns:a16="http://schemas.microsoft.com/office/drawing/2014/main" id="{8C5CEAAD-FA21-488E-A526-64150FC6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730" y="5089851"/>
            <a:ext cx="286393" cy="285530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5" y="12589"/>
                </a:moveTo>
                <a:lnTo>
                  <a:pt x="12589" y="6294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4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3">
            <a:extLst xmlns:a="http://schemas.openxmlformats.org/drawingml/2006/main">
              <a:ext uri="{FF2B5EF4-FFF2-40B4-BE49-F238E27FC236}">
                <a16:creationId xmlns:a16="http://schemas.microsoft.com/office/drawing/2014/main" id="{23A8F98C-5C76-4E94-A9AB-35FC28F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666" y="5366237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24">
            <a:extLst xmlns:a="http://schemas.openxmlformats.org/drawingml/2006/main">
              <a:ext uri="{FF2B5EF4-FFF2-40B4-BE49-F238E27FC236}">
                <a16:creationId xmlns:a16="http://schemas.microsoft.com/office/drawing/2014/main" id="{E1B2884E-80BC-4A3F-B0E3-1B6EB4B6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730" y="5358128"/>
            <a:ext cx="286393" cy="285530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25">
            <a:extLst xmlns:a="http://schemas.openxmlformats.org/drawingml/2006/main">
              <a:ext uri="{FF2B5EF4-FFF2-40B4-BE49-F238E27FC236}">
                <a16:creationId xmlns:a16="http://schemas.microsoft.com/office/drawing/2014/main" id="{C58AC099-E033-46B7-A059-BE63514B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666" y="5635377"/>
            <a:ext cx="269141" cy="267071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26">
            <a:extLst xmlns:a="http://schemas.openxmlformats.org/drawingml/2006/main">
              <a:ext uri="{FF2B5EF4-FFF2-40B4-BE49-F238E27FC236}">
                <a16:creationId xmlns:a16="http://schemas.microsoft.com/office/drawing/2014/main" id="{3EAD5A1F-C25C-4111-9A71-3C73647D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730" y="5626406"/>
            <a:ext cx="286393" cy="285531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236D162-A205-443E-8FE4-3591F122C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f86a1c38f4407"/>
          <a:stretch xmlns:a="http://schemas.openxmlformats.org/drawingml/2006/main"/>
        </p:blipFill>
        <p:spPr>
          <a:xfrm xmlns:a="http://schemas.openxmlformats.org/drawingml/2006/main">
            <a:off x="4353340" y="8297090"/>
            <a:ext cx="7003968" cy="576133"/>
          </a:xfrm>
          <a:prstGeom xmlns:a="http://schemas.openxmlformats.org/drawingml/2006/main" prst="rect">
            <a:avLst/>
          </a:prstGeom>
        </p:spPr>
      </p:pic>
      <p:sp>
        <p:nvSpPr>
          <p:cNvPr id="231" name="text-228 Item">
            <a:extLst xmlns:a="http://schemas.openxmlformats.org/drawingml/2006/main">
              <a:ext uri="{FF2B5EF4-FFF2-40B4-BE49-F238E27FC236}">
                <a16:creationId xmlns:a16="http://schemas.microsoft.com/office/drawing/2014/main" id="{C18838F5-F99F-49EC-B555-B4B48E4A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7898" y="8344511"/>
            <a:ext cx="625293" cy="435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</a:t>
            </a:r>
          </a:p>
        </p:txBody>
      </p:sp>
      <p:sp>
        <p:nvSpPr>
          <p:cNvPr id="232" name="text-228 Embedding">
            <a:extLst xmlns:a="http://schemas.openxmlformats.org/drawingml/2006/main">
              <a:ext uri="{FF2B5EF4-FFF2-40B4-BE49-F238E27FC236}">
                <a16:creationId xmlns:a16="http://schemas.microsoft.com/office/drawing/2014/main" id="{18026822-7A04-41C7-861D-8D5F7E75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4870" y="8344603"/>
            <a:ext cx="1487889" cy="434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233" name="text-228 Layer">
            <a:extLst xmlns:a="http://schemas.openxmlformats.org/drawingml/2006/main">
              <a:ext uri="{FF2B5EF4-FFF2-40B4-BE49-F238E27FC236}">
                <a16:creationId xmlns:a16="http://schemas.microsoft.com/office/drawing/2014/main" id="{73C7361D-4CAA-4D32-A1D7-A36C334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73" y="8344441"/>
            <a:ext cx="780461" cy="43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</a:t>
            </a:r>
          </a:p>
        </p:txBody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4395ABC-5CBF-4D59-8C84-9DF7C888E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2d5303f294fd3"/>
          <a:stretch xmlns:a="http://schemas.openxmlformats.org/drawingml/2006/main"/>
        </p:blipFill>
        <p:spPr>
          <a:xfrm xmlns:a="http://schemas.openxmlformats.org/drawingml/2006/main">
            <a:off x="9190987" y="920744"/>
            <a:ext cx="1480510" cy="1938225"/>
          </a:xfrm>
          <a:prstGeom xmlns:a="http://schemas.openxmlformats.org/drawingml/2006/main" prst="rect">
            <a:avLst/>
          </a:prstGeom>
        </p:spPr>
      </p:pic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E4D9973-28A5-434F-B537-05E9B58BD3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511424f3f43ee"/>
          <a:stretch xmlns:a="http://schemas.openxmlformats.org/drawingml/2006/main"/>
        </p:blipFill>
        <p:spPr>
          <a:xfrm xmlns:a="http://schemas.openxmlformats.org/drawingml/2006/main">
            <a:off x="9497840" y="1892945"/>
            <a:ext cx="774641" cy="774641"/>
          </a:xfrm>
          <a:prstGeom xmlns:a="http://schemas.openxmlformats.org/drawingml/2006/main" prst="rect">
            <a:avLst/>
          </a:prstGeom>
        </p:spPr>
      </p:pic>
      <p:sp>
        <p:nvSpPr>
          <p:cNvPr id="236" name="text-231 Gating">
            <a:extLst xmlns:a="http://schemas.openxmlformats.org/drawingml/2006/main">
              <a:ext uri="{FF2B5EF4-FFF2-40B4-BE49-F238E27FC236}">
                <a16:creationId xmlns:a16="http://schemas.microsoft.com/office/drawing/2014/main" id="{5A6C49E9-39CB-4CB7-A6A5-F6A1116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114" y="1081058"/>
            <a:ext cx="901302" cy="434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Gating</a:t>
            </a:r>
          </a:p>
        </p:txBody>
      </p:sp>
      <p:sp>
        <p:nvSpPr>
          <p:cNvPr id="237" name="text-232 Network">
            <a:extLst xmlns:a="http://schemas.openxmlformats.org/drawingml/2006/main">
              <a:ext uri="{FF2B5EF4-FFF2-40B4-BE49-F238E27FC236}">
                <a16:creationId xmlns:a16="http://schemas.microsoft.com/office/drawing/2014/main" id="{A629F7A1-BBEE-4E3F-BE1A-8A6B946C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5346" y="1453698"/>
            <a:ext cx="1142843" cy="435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Network</a:t>
            </a:r>
          </a:p>
        </p:txBody>
      </p:sp>
      <p:sp>
        <p:nvSpPr>
          <p:cNvPr id="238" name="path-233">
            <a:extLst xmlns:a="http://schemas.openxmlformats.org/drawingml/2006/main">
              <a:ext uri="{FF2B5EF4-FFF2-40B4-BE49-F238E27FC236}">
                <a16:creationId xmlns:a16="http://schemas.microsoft.com/office/drawing/2014/main" id="{F61583A2-4DCA-4D72-AC1C-2F0D0C5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152" y="4907836"/>
            <a:ext cx="1503563" cy="69011"/>
          </a:xfrm>
          <a:custGeom xmlns:a="http://schemas.openxmlformats.org/drawingml/2006/main">
            <a:pathLst>
              <a:path w="1097131" h="50356">
                <a:moveTo>
                  <a:pt x="1021597" y="50356"/>
                </a:moveTo>
                <a:lnTo>
                  <a:pt x="1021597" y="25178"/>
                </a:lnTo>
                <a:lnTo>
                  <a:pt x="1021597" y="0"/>
                </a:lnTo>
                <a:lnTo>
                  <a:pt x="1097131" y="25178"/>
                </a:lnTo>
                <a:lnTo>
                  <a:pt x="1021597" y="50356"/>
                </a:lnTo>
                <a:moveTo>
                  <a:pt x="0" y="15736"/>
                </a:moveTo>
                <a:lnTo>
                  <a:pt x="1059363" y="15736"/>
                </a:lnTo>
                <a:lnTo>
                  <a:pt x="1059363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4">
            <a:extLst xmlns:a="http://schemas.openxmlformats.org/drawingml/2006/main">
              <a:ext uri="{FF2B5EF4-FFF2-40B4-BE49-F238E27FC236}">
                <a16:creationId xmlns:a16="http://schemas.microsoft.com/office/drawing/2014/main" id="{405EDAA6-5137-4710-9B90-6DF73B5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3104" y="3976196"/>
            <a:ext cx="3624769" cy="3216745"/>
          </a:xfrm>
          <a:custGeom xmlns:a="http://schemas.openxmlformats.org/drawingml/2006/main">
            <a:pathLst>
              <a:path w="2644949" h="2347219">
                <a:moveTo>
                  <a:pt x="0" y="1947619"/>
                </a:moveTo>
                <a:lnTo>
                  <a:pt x="0" y="1846907"/>
                </a:lnTo>
                <a:lnTo>
                  <a:pt x="25178" y="1846907"/>
                </a:lnTo>
                <a:lnTo>
                  <a:pt x="25178" y="1947619"/>
                </a:lnTo>
                <a:lnTo>
                  <a:pt x="0" y="1947619"/>
                </a:lnTo>
                <a:moveTo>
                  <a:pt x="0" y="1771373"/>
                </a:moveTo>
                <a:lnTo>
                  <a:pt x="0" y="1670661"/>
                </a:lnTo>
                <a:lnTo>
                  <a:pt x="25178" y="1670661"/>
                </a:lnTo>
                <a:lnTo>
                  <a:pt x="25178" y="1771373"/>
                </a:lnTo>
                <a:lnTo>
                  <a:pt x="0" y="1771373"/>
                </a:lnTo>
                <a:moveTo>
                  <a:pt x="0" y="1595127"/>
                </a:moveTo>
                <a:lnTo>
                  <a:pt x="0" y="1494415"/>
                </a:lnTo>
                <a:lnTo>
                  <a:pt x="25178" y="1494415"/>
                </a:lnTo>
                <a:lnTo>
                  <a:pt x="25178" y="1595127"/>
                </a:lnTo>
                <a:lnTo>
                  <a:pt x="0" y="1595127"/>
                </a:lnTo>
                <a:moveTo>
                  <a:pt x="0" y="1418881"/>
                </a:moveTo>
                <a:lnTo>
                  <a:pt x="0" y="1318169"/>
                </a:lnTo>
                <a:lnTo>
                  <a:pt x="25178" y="1318169"/>
                </a:lnTo>
                <a:lnTo>
                  <a:pt x="25178" y="1418881"/>
                </a:lnTo>
                <a:lnTo>
                  <a:pt x="0" y="1418881"/>
                </a:lnTo>
                <a:moveTo>
                  <a:pt x="0" y="1242635"/>
                </a:moveTo>
                <a:lnTo>
                  <a:pt x="0" y="1141923"/>
                </a:lnTo>
                <a:lnTo>
                  <a:pt x="25178" y="1141923"/>
                </a:lnTo>
                <a:lnTo>
                  <a:pt x="25178" y="1242635"/>
                </a:lnTo>
                <a:lnTo>
                  <a:pt x="0" y="1242635"/>
                </a:lnTo>
                <a:moveTo>
                  <a:pt x="0" y="1066389"/>
                </a:moveTo>
                <a:lnTo>
                  <a:pt x="0" y="965678"/>
                </a:lnTo>
                <a:lnTo>
                  <a:pt x="25178" y="965678"/>
                </a:lnTo>
                <a:lnTo>
                  <a:pt x="25178" y="1066389"/>
                </a:lnTo>
                <a:lnTo>
                  <a:pt x="0" y="1066389"/>
                </a:lnTo>
                <a:moveTo>
                  <a:pt x="0" y="890143"/>
                </a:moveTo>
                <a:lnTo>
                  <a:pt x="0" y="789431"/>
                </a:lnTo>
                <a:lnTo>
                  <a:pt x="25178" y="789431"/>
                </a:lnTo>
                <a:lnTo>
                  <a:pt x="25178" y="890143"/>
                </a:lnTo>
                <a:lnTo>
                  <a:pt x="0" y="890143"/>
                </a:lnTo>
                <a:moveTo>
                  <a:pt x="0" y="713897"/>
                </a:moveTo>
                <a:lnTo>
                  <a:pt x="0" y="613185"/>
                </a:lnTo>
                <a:lnTo>
                  <a:pt x="25178" y="613185"/>
                </a:lnTo>
                <a:lnTo>
                  <a:pt x="25178" y="713897"/>
                </a:lnTo>
                <a:lnTo>
                  <a:pt x="0" y="713897"/>
                </a:lnTo>
                <a:moveTo>
                  <a:pt x="0" y="537651"/>
                </a:moveTo>
                <a:lnTo>
                  <a:pt x="0" y="436939"/>
                </a:lnTo>
                <a:lnTo>
                  <a:pt x="25178" y="436939"/>
                </a:lnTo>
                <a:lnTo>
                  <a:pt x="25178" y="537651"/>
                </a:lnTo>
                <a:lnTo>
                  <a:pt x="0" y="537651"/>
                </a:lnTo>
                <a:moveTo>
                  <a:pt x="1926" y="360347"/>
                </a:moveTo>
                <a:lnTo>
                  <a:pt x="2065" y="358761"/>
                </a:lnTo>
                <a:lnTo>
                  <a:pt x="3210" y="348728"/>
                </a:lnTo>
                <a:lnTo>
                  <a:pt x="4607" y="338757"/>
                </a:lnTo>
                <a:lnTo>
                  <a:pt x="6243" y="328887"/>
                </a:lnTo>
                <a:lnTo>
                  <a:pt x="8120" y="319081"/>
                </a:lnTo>
                <a:lnTo>
                  <a:pt x="10234" y="309375"/>
                </a:lnTo>
                <a:lnTo>
                  <a:pt x="12576" y="299744"/>
                </a:lnTo>
                <a:lnTo>
                  <a:pt x="15157" y="290214"/>
                </a:lnTo>
                <a:lnTo>
                  <a:pt x="17964" y="280773"/>
                </a:lnTo>
                <a:lnTo>
                  <a:pt x="20997" y="271444"/>
                </a:lnTo>
                <a:lnTo>
                  <a:pt x="24246" y="262204"/>
                </a:lnTo>
                <a:lnTo>
                  <a:pt x="25404" y="259170"/>
                </a:lnTo>
                <a:lnTo>
                  <a:pt x="48945" y="268121"/>
                </a:lnTo>
                <a:lnTo>
                  <a:pt x="47837" y="271004"/>
                </a:lnTo>
                <a:lnTo>
                  <a:pt x="47951" y="270714"/>
                </a:lnTo>
                <a:lnTo>
                  <a:pt x="44791" y="279665"/>
                </a:lnTo>
                <a:lnTo>
                  <a:pt x="44892" y="279362"/>
                </a:lnTo>
                <a:lnTo>
                  <a:pt x="41959" y="288402"/>
                </a:lnTo>
                <a:lnTo>
                  <a:pt x="42059" y="288111"/>
                </a:lnTo>
                <a:lnTo>
                  <a:pt x="39341" y="297239"/>
                </a:lnTo>
                <a:lnTo>
                  <a:pt x="39428" y="296937"/>
                </a:lnTo>
                <a:lnTo>
                  <a:pt x="36923" y="306177"/>
                </a:lnTo>
                <a:lnTo>
                  <a:pt x="36999" y="305862"/>
                </a:lnTo>
                <a:lnTo>
                  <a:pt x="34732" y="315191"/>
                </a:lnTo>
                <a:lnTo>
                  <a:pt x="34796" y="314876"/>
                </a:lnTo>
                <a:lnTo>
                  <a:pt x="32756" y="324280"/>
                </a:lnTo>
                <a:lnTo>
                  <a:pt x="32819" y="323978"/>
                </a:lnTo>
                <a:lnTo>
                  <a:pt x="30994" y="333470"/>
                </a:lnTo>
                <a:lnTo>
                  <a:pt x="31058" y="333155"/>
                </a:lnTo>
                <a:lnTo>
                  <a:pt x="29471" y="342723"/>
                </a:lnTo>
                <a:lnTo>
                  <a:pt x="29520" y="342408"/>
                </a:lnTo>
                <a:lnTo>
                  <a:pt x="28160" y="352052"/>
                </a:lnTo>
                <a:lnTo>
                  <a:pt x="28212" y="351736"/>
                </a:lnTo>
                <a:lnTo>
                  <a:pt x="27092" y="361468"/>
                </a:lnTo>
                <a:lnTo>
                  <a:pt x="27129" y="361153"/>
                </a:lnTo>
                <a:lnTo>
                  <a:pt x="27003" y="362576"/>
                </a:lnTo>
                <a:lnTo>
                  <a:pt x="1926" y="360347"/>
                </a:lnTo>
                <a:moveTo>
                  <a:pt x="59772" y="189313"/>
                </a:moveTo>
                <a:lnTo>
                  <a:pt x="62957" y="184215"/>
                </a:lnTo>
                <a:lnTo>
                  <a:pt x="68257" y="176170"/>
                </a:lnTo>
                <a:lnTo>
                  <a:pt x="73732" y="168264"/>
                </a:lnTo>
                <a:lnTo>
                  <a:pt x="79399" y="160510"/>
                </a:lnTo>
                <a:lnTo>
                  <a:pt x="85239" y="152881"/>
                </a:lnTo>
                <a:lnTo>
                  <a:pt x="91257" y="145416"/>
                </a:lnTo>
                <a:lnTo>
                  <a:pt x="97451" y="138089"/>
                </a:lnTo>
                <a:lnTo>
                  <a:pt x="103808" y="130913"/>
                </a:lnTo>
                <a:lnTo>
                  <a:pt x="110343" y="123901"/>
                </a:lnTo>
                <a:lnTo>
                  <a:pt x="117039" y="117040"/>
                </a:lnTo>
                <a:lnTo>
                  <a:pt x="123900" y="110343"/>
                </a:lnTo>
                <a:lnTo>
                  <a:pt x="125386" y="108958"/>
                </a:lnTo>
                <a:lnTo>
                  <a:pt x="142545" y="127388"/>
                </a:lnTo>
                <a:lnTo>
                  <a:pt x="141161" y="128672"/>
                </a:lnTo>
                <a:lnTo>
                  <a:pt x="141386" y="128458"/>
                </a:lnTo>
                <a:lnTo>
                  <a:pt x="134740" y="134954"/>
                </a:lnTo>
                <a:lnTo>
                  <a:pt x="134955" y="134740"/>
                </a:lnTo>
                <a:lnTo>
                  <a:pt x="128457" y="141387"/>
                </a:lnTo>
                <a:lnTo>
                  <a:pt x="128672" y="141161"/>
                </a:lnTo>
                <a:lnTo>
                  <a:pt x="122340" y="147958"/>
                </a:lnTo>
                <a:lnTo>
                  <a:pt x="122540" y="147744"/>
                </a:lnTo>
                <a:lnTo>
                  <a:pt x="116384" y="154681"/>
                </a:lnTo>
                <a:lnTo>
                  <a:pt x="116574" y="154455"/>
                </a:lnTo>
                <a:lnTo>
                  <a:pt x="110581" y="161555"/>
                </a:lnTo>
                <a:lnTo>
                  <a:pt x="110771" y="161328"/>
                </a:lnTo>
                <a:lnTo>
                  <a:pt x="104941" y="168567"/>
                </a:lnTo>
                <a:lnTo>
                  <a:pt x="105131" y="168327"/>
                </a:lnTo>
                <a:lnTo>
                  <a:pt x="99464" y="175705"/>
                </a:lnTo>
                <a:lnTo>
                  <a:pt x="99642" y="175465"/>
                </a:lnTo>
                <a:lnTo>
                  <a:pt x="94165" y="182981"/>
                </a:lnTo>
                <a:lnTo>
                  <a:pt x="94341" y="182742"/>
                </a:lnTo>
                <a:lnTo>
                  <a:pt x="89029" y="190396"/>
                </a:lnTo>
                <a:lnTo>
                  <a:pt x="89205" y="190144"/>
                </a:lnTo>
                <a:lnTo>
                  <a:pt x="84069" y="197925"/>
                </a:lnTo>
                <a:lnTo>
                  <a:pt x="84233" y="197672"/>
                </a:lnTo>
                <a:lnTo>
                  <a:pt x="81135" y="202645"/>
                </a:lnTo>
                <a:lnTo>
                  <a:pt x="59772" y="189313"/>
                </a:lnTo>
                <a:moveTo>
                  <a:pt x="186896" y="61284"/>
                </a:moveTo>
                <a:lnTo>
                  <a:pt x="192385" y="57859"/>
                </a:lnTo>
                <a:lnTo>
                  <a:pt x="200693" y="52949"/>
                </a:lnTo>
                <a:lnTo>
                  <a:pt x="209115" y="48241"/>
                </a:lnTo>
                <a:lnTo>
                  <a:pt x="217677" y="43721"/>
                </a:lnTo>
                <a:lnTo>
                  <a:pt x="226350" y="39416"/>
                </a:lnTo>
                <a:lnTo>
                  <a:pt x="235150" y="35300"/>
                </a:lnTo>
                <a:lnTo>
                  <a:pt x="244049" y="31410"/>
                </a:lnTo>
                <a:lnTo>
                  <a:pt x="253076" y="27721"/>
                </a:lnTo>
                <a:lnTo>
                  <a:pt x="262203" y="24246"/>
                </a:lnTo>
                <a:lnTo>
                  <a:pt x="271443" y="20998"/>
                </a:lnTo>
                <a:lnTo>
                  <a:pt x="280772" y="17964"/>
                </a:lnTo>
                <a:lnTo>
                  <a:pt x="281162" y="17851"/>
                </a:lnTo>
                <a:lnTo>
                  <a:pt x="288350" y="41984"/>
                </a:lnTo>
                <a:lnTo>
                  <a:pt x="288111" y="42060"/>
                </a:lnTo>
                <a:lnTo>
                  <a:pt x="288400" y="41959"/>
                </a:lnTo>
                <a:lnTo>
                  <a:pt x="279362" y="44892"/>
                </a:lnTo>
                <a:lnTo>
                  <a:pt x="279664" y="44792"/>
                </a:lnTo>
                <a:lnTo>
                  <a:pt x="270713" y="47952"/>
                </a:lnTo>
                <a:lnTo>
                  <a:pt x="271003" y="47838"/>
                </a:lnTo>
                <a:lnTo>
                  <a:pt x="262166" y="51199"/>
                </a:lnTo>
                <a:lnTo>
                  <a:pt x="262455" y="51086"/>
                </a:lnTo>
                <a:lnTo>
                  <a:pt x="253717" y="54661"/>
                </a:lnTo>
                <a:lnTo>
                  <a:pt x="254008" y="54536"/>
                </a:lnTo>
                <a:lnTo>
                  <a:pt x="245384" y="58312"/>
                </a:lnTo>
                <a:lnTo>
                  <a:pt x="245661" y="58187"/>
                </a:lnTo>
                <a:lnTo>
                  <a:pt x="237138" y="62164"/>
                </a:lnTo>
                <a:lnTo>
                  <a:pt x="237415" y="62026"/>
                </a:lnTo>
                <a:lnTo>
                  <a:pt x="229019" y="66205"/>
                </a:lnTo>
                <a:lnTo>
                  <a:pt x="229283" y="66067"/>
                </a:lnTo>
                <a:lnTo>
                  <a:pt x="221000" y="70436"/>
                </a:lnTo>
                <a:lnTo>
                  <a:pt x="221277" y="70284"/>
                </a:lnTo>
                <a:lnTo>
                  <a:pt x="213107" y="74854"/>
                </a:lnTo>
                <a:lnTo>
                  <a:pt x="213372" y="74703"/>
                </a:lnTo>
                <a:lnTo>
                  <a:pt x="205326" y="79449"/>
                </a:lnTo>
                <a:lnTo>
                  <a:pt x="205591" y="79298"/>
                </a:lnTo>
                <a:lnTo>
                  <a:pt x="200228" y="82647"/>
                </a:lnTo>
                <a:lnTo>
                  <a:pt x="186896" y="61284"/>
                </a:lnTo>
                <a:moveTo>
                  <a:pt x="357201" y="2241"/>
                </a:moveTo>
                <a:lnTo>
                  <a:pt x="358761" y="2065"/>
                </a:lnTo>
                <a:lnTo>
                  <a:pt x="368869" y="1158"/>
                </a:lnTo>
                <a:lnTo>
                  <a:pt x="379054" y="516"/>
                </a:lnTo>
                <a:lnTo>
                  <a:pt x="389302" y="126"/>
                </a:lnTo>
                <a:lnTo>
                  <a:pt x="399524" y="0"/>
                </a:lnTo>
                <a:lnTo>
                  <a:pt x="459258" y="0"/>
                </a:lnTo>
                <a:lnTo>
                  <a:pt x="459258" y="25178"/>
                </a:lnTo>
                <a:lnTo>
                  <a:pt x="399600" y="25178"/>
                </a:lnTo>
                <a:lnTo>
                  <a:pt x="399763" y="25178"/>
                </a:lnTo>
                <a:lnTo>
                  <a:pt x="389767" y="25304"/>
                </a:lnTo>
                <a:lnTo>
                  <a:pt x="390096" y="25291"/>
                </a:lnTo>
                <a:lnTo>
                  <a:pt x="380161" y="25669"/>
                </a:lnTo>
                <a:lnTo>
                  <a:pt x="380477" y="25656"/>
                </a:lnTo>
                <a:lnTo>
                  <a:pt x="370620" y="26286"/>
                </a:lnTo>
                <a:lnTo>
                  <a:pt x="370934" y="26261"/>
                </a:lnTo>
                <a:lnTo>
                  <a:pt x="361140" y="27129"/>
                </a:lnTo>
                <a:lnTo>
                  <a:pt x="361468" y="27092"/>
                </a:lnTo>
                <a:lnTo>
                  <a:pt x="360057" y="27255"/>
                </a:lnTo>
                <a:lnTo>
                  <a:pt x="357201" y="2241"/>
                </a:lnTo>
                <a:moveTo>
                  <a:pt x="534793" y="0"/>
                </a:moveTo>
                <a:lnTo>
                  <a:pt x="635505" y="0"/>
                </a:lnTo>
                <a:lnTo>
                  <a:pt x="635505" y="25178"/>
                </a:lnTo>
                <a:lnTo>
                  <a:pt x="534793" y="25178"/>
                </a:lnTo>
                <a:lnTo>
                  <a:pt x="534793" y="0"/>
                </a:lnTo>
                <a:moveTo>
                  <a:pt x="711039" y="0"/>
                </a:moveTo>
                <a:lnTo>
                  <a:pt x="811751" y="0"/>
                </a:lnTo>
                <a:lnTo>
                  <a:pt x="811751" y="25178"/>
                </a:lnTo>
                <a:lnTo>
                  <a:pt x="711039" y="25178"/>
                </a:lnTo>
                <a:lnTo>
                  <a:pt x="711039" y="0"/>
                </a:lnTo>
                <a:moveTo>
                  <a:pt x="887285" y="0"/>
                </a:moveTo>
                <a:lnTo>
                  <a:pt x="987997" y="0"/>
                </a:lnTo>
                <a:lnTo>
                  <a:pt x="987997" y="25178"/>
                </a:lnTo>
                <a:lnTo>
                  <a:pt x="887285" y="25178"/>
                </a:lnTo>
                <a:lnTo>
                  <a:pt x="887285" y="0"/>
                </a:lnTo>
                <a:moveTo>
                  <a:pt x="1063532" y="0"/>
                </a:moveTo>
                <a:lnTo>
                  <a:pt x="1164244" y="0"/>
                </a:lnTo>
                <a:lnTo>
                  <a:pt x="1164244" y="25178"/>
                </a:lnTo>
                <a:lnTo>
                  <a:pt x="1063532" y="25178"/>
                </a:lnTo>
                <a:lnTo>
                  <a:pt x="1063532" y="0"/>
                </a:lnTo>
                <a:moveTo>
                  <a:pt x="1239776" y="0"/>
                </a:moveTo>
                <a:lnTo>
                  <a:pt x="1340488" y="0"/>
                </a:lnTo>
                <a:lnTo>
                  <a:pt x="1340488" y="25178"/>
                </a:lnTo>
                <a:lnTo>
                  <a:pt x="1239776" y="25178"/>
                </a:lnTo>
                <a:lnTo>
                  <a:pt x="1239776" y="0"/>
                </a:lnTo>
                <a:moveTo>
                  <a:pt x="1416023" y="0"/>
                </a:moveTo>
                <a:lnTo>
                  <a:pt x="1516735" y="0"/>
                </a:lnTo>
                <a:lnTo>
                  <a:pt x="1516735" y="25178"/>
                </a:lnTo>
                <a:lnTo>
                  <a:pt x="1416023" y="25178"/>
                </a:lnTo>
                <a:lnTo>
                  <a:pt x="1416023" y="0"/>
                </a:lnTo>
                <a:moveTo>
                  <a:pt x="1592269" y="0"/>
                </a:moveTo>
                <a:lnTo>
                  <a:pt x="1692981" y="0"/>
                </a:lnTo>
                <a:lnTo>
                  <a:pt x="1692981" y="25178"/>
                </a:lnTo>
                <a:lnTo>
                  <a:pt x="1592269" y="25178"/>
                </a:lnTo>
                <a:lnTo>
                  <a:pt x="1592269" y="0"/>
                </a:lnTo>
                <a:moveTo>
                  <a:pt x="1768515" y="0"/>
                </a:moveTo>
                <a:lnTo>
                  <a:pt x="1869227" y="0"/>
                </a:lnTo>
                <a:lnTo>
                  <a:pt x="1869227" y="25178"/>
                </a:lnTo>
                <a:lnTo>
                  <a:pt x="1768515" y="25178"/>
                </a:lnTo>
                <a:lnTo>
                  <a:pt x="1768515" y="0"/>
                </a:lnTo>
                <a:moveTo>
                  <a:pt x="1944762" y="0"/>
                </a:moveTo>
                <a:lnTo>
                  <a:pt x="2045474" y="0"/>
                </a:lnTo>
                <a:lnTo>
                  <a:pt x="2045474" y="25178"/>
                </a:lnTo>
                <a:lnTo>
                  <a:pt x="1944762" y="25178"/>
                </a:lnTo>
                <a:lnTo>
                  <a:pt x="1944762" y="0"/>
                </a:lnTo>
                <a:moveTo>
                  <a:pt x="2121008" y="0"/>
                </a:moveTo>
                <a:lnTo>
                  <a:pt x="2221718" y="0"/>
                </a:lnTo>
                <a:lnTo>
                  <a:pt x="2221718" y="25178"/>
                </a:lnTo>
                <a:lnTo>
                  <a:pt x="2121008" y="25178"/>
                </a:lnTo>
                <a:lnTo>
                  <a:pt x="2121008" y="0"/>
                </a:lnTo>
                <a:moveTo>
                  <a:pt x="2298852" y="3575"/>
                </a:moveTo>
                <a:lnTo>
                  <a:pt x="2306178" y="4608"/>
                </a:lnTo>
                <a:lnTo>
                  <a:pt x="2316061" y="6244"/>
                </a:lnTo>
                <a:lnTo>
                  <a:pt x="2325867" y="8120"/>
                </a:lnTo>
                <a:lnTo>
                  <a:pt x="2335574" y="10235"/>
                </a:lnTo>
                <a:lnTo>
                  <a:pt x="2345205" y="12577"/>
                </a:lnTo>
                <a:lnTo>
                  <a:pt x="2354734" y="15157"/>
                </a:lnTo>
                <a:lnTo>
                  <a:pt x="2364164" y="17964"/>
                </a:lnTo>
                <a:lnTo>
                  <a:pt x="2373506" y="20998"/>
                </a:lnTo>
                <a:lnTo>
                  <a:pt x="2382746" y="24246"/>
                </a:lnTo>
                <a:lnTo>
                  <a:pt x="2391872" y="27721"/>
                </a:lnTo>
                <a:lnTo>
                  <a:pt x="2398820" y="30553"/>
                </a:lnTo>
                <a:lnTo>
                  <a:pt x="2389291" y="53868"/>
                </a:lnTo>
                <a:lnTo>
                  <a:pt x="2382494" y="51086"/>
                </a:lnTo>
                <a:lnTo>
                  <a:pt x="2382783" y="51199"/>
                </a:lnTo>
                <a:lnTo>
                  <a:pt x="2373946" y="47838"/>
                </a:lnTo>
                <a:lnTo>
                  <a:pt x="2374235" y="47952"/>
                </a:lnTo>
                <a:lnTo>
                  <a:pt x="2365285" y="44792"/>
                </a:lnTo>
                <a:lnTo>
                  <a:pt x="2365586" y="44892"/>
                </a:lnTo>
                <a:lnTo>
                  <a:pt x="2356547" y="41959"/>
                </a:lnTo>
                <a:lnTo>
                  <a:pt x="2356836" y="42060"/>
                </a:lnTo>
                <a:lnTo>
                  <a:pt x="2347710" y="39341"/>
                </a:lnTo>
                <a:lnTo>
                  <a:pt x="2348012" y="39429"/>
                </a:lnTo>
                <a:lnTo>
                  <a:pt x="2338772" y="36924"/>
                </a:lnTo>
                <a:lnTo>
                  <a:pt x="2339086" y="36999"/>
                </a:lnTo>
                <a:lnTo>
                  <a:pt x="2329757" y="34733"/>
                </a:lnTo>
                <a:lnTo>
                  <a:pt x="2330073" y="34796"/>
                </a:lnTo>
                <a:lnTo>
                  <a:pt x="2320668" y="32756"/>
                </a:lnTo>
                <a:lnTo>
                  <a:pt x="2320971" y="32820"/>
                </a:lnTo>
                <a:lnTo>
                  <a:pt x="2311479" y="30994"/>
                </a:lnTo>
                <a:lnTo>
                  <a:pt x="2311793" y="31057"/>
                </a:lnTo>
                <a:lnTo>
                  <a:pt x="2302227" y="29471"/>
                </a:lnTo>
                <a:lnTo>
                  <a:pt x="2302541" y="29521"/>
                </a:lnTo>
                <a:lnTo>
                  <a:pt x="2295364" y="28514"/>
                </a:lnTo>
                <a:lnTo>
                  <a:pt x="2298852" y="3575"/>
                </a:lnTo>
                <a:moveTo>
                  <a:pt x="2467419" y="67364"/>
                </a:moveTo>
                <a:lnTo>
                  <a:pt x="2468779" y="68257"/>
                </a:lnTo>
                <a:lnTo>
                  <a:pt x="2476685" y="73734"/>
                </a:lnTo>
                <a:lnTo>
                  <a:pt x="2484440" y="79399"/>
                </a:lnTo>
                <a:lnTo>
                  <a:pt x="2492055" y="85240"/>
                </a:lnTo>
                <a:lnTo>
                  <a:pt x="2499533" y="91257"/>
                </a:lnTo>
                <a:lnTo>
                  <a:pt x="2506861" y="97451"/>
                </a:lnTo>
                <a:lnTo>
                  <a:pt x="2514036" y="103809"/>
                </a:lnTo>
                <a:lnTo>
                  <a:pt x="2521048" y="110343"/>
                </a:lnTo>
                <a:lnTo>
                  <a:pt x="2527910" y="117040"/>
                </a:lnTo>
                <a:lnTo>
                  <a:pt x="2534606" y="123901"/>
                </a:lnTo>
                <a:lnTo>
                  <a:pt x="2541140" y="130913"/>
                </a:lnTo>
                <a:lnTo>
                  <a:pt x="2545420" y="135747"/>
                </a:lnTo>
                <a:lnTo>
                  <a:pt x="2526587" y="152453"/>
                </a:lnTo>
                <a:lnTo>
                  <a:pt x="2522408" y="147744"/>
                </a:lnTo>
                <a:lnTo>
                  <a:pt x="2522609" y="147958"/>
                </a:lnTo>
                <a:lnTo>
                  <a:pt x="2516276" y="141161"/>
                </a:lnTo>
                <a:lnTo>
                  <a:pt x="2516491" y="141387"/>
                </a:lnTo>
                <a:lnTo>
                  <a:pt x="2509996" y="134740"/>
                </a:lnTo>
                <a:lnTo>
                  <a:pt x="2510209" y="134954"/>
                </a:lnTo>
                <a:lnTo>
                  <a:pt x="2503561" y="128458"/>
                </a:lnTo>
                <a:lnTo>
                  <a:pt x="2503788" y="128672"/>
                </a:lnTo>
                <a:lnTo>
                  <a:pt x="2496990" y="122340"/>
                </a:lnTo>
                <a:lnTo>
                  <a:pt x="2497203" y="122541"/>
                </a:lnTo>
                <a:lnTo>
                  <a:pt x="2490268" y="116385"/>
                </a:lnTo>
                <a:lnTo>
                  <a:pt x="2490495" y="116574"/>
                </a:lnTo>
                <a:lnTo>
                  <a:pt x="2483394" y="110582"/>
                </a:lnTo>
                <a:lnTo>
                  <a:pt x="2483619" y="110771"/>
                </a:lnTo>
                <a:lnTo>
                  <a:pt x="2476382" y="104942"/>
                </a:lnTo>
                <a:lnTo>
                  <a:pt x="2476621" y="105118"/>
                </a:lnTo>
                <a:lnTo>
                  <a:pt x="2469244" y="99466"/>
                </a:lnTo>
                <a:lnTo>
                  <a:pt x="2469483" y="99642"/>
                </a:lnTo>
                <a:lnTo>
                  <a:pt x="2461967" y="94166"/>
                </a:lnTo>
                <a:lnTo>
                  <a:pt x="2462207" y="94342"/>
                </a:lnTo>
                <a:lnTo>
                  <a:pt x="2454552" y="89029"/>
                </a:lnTo>
                <a:lnTo>
                  <a:pt x="2454804" y="89206"/>
                </a:lnTo>
                <a:lnTo>
                  <a:pt x="2453583" y="88387"/>
                </a:lnTo>
                <a:lnTo>
                  <a:pt x="2467419" y="67364"/>
                </a:lnTo>
                <a:moveTo>
                  <a:pt x="2590930" y="198881"/>
                </a:moveTo>
                <a:lnTo>
                  <a:pt x="2591999" y="200694"/>
                </a:lnTo>
                <a:lnTo>
                  <a:pt x="2596707" y="209116"/>
                </a:lnTo>
                <a:lnTo>
                  <a:pt x="2601226" y="217677"/>
                </a:lnTo>
                <a:lnTo>
                  <a:pt x="2605533" y="226350"/>
                </a:lnTo>
                <a:lnTo>
                  <a:pt x="2609648" y="235150"/>
                </a:lnTo>
                <a:lnTo>
                  <a:pt x="2613539" y="244050"/>
                </a:lnTo>
                <a:lnTo>
                  <a:pt x="2617228" y="253076"/>
                </a:lnTo>
                <a:lnTo>
                  <a:pt x="2620702" y="262204"/>
                </a:lnTo>
                <a:lnTo>
                  <a:pt x="2623951" y="271444"/>
                </a:lnTo>
                <a:lnTo>
                  <a:pt x="2626985" y="280773"/>
                </a:lnTo>
                <a:lnTo>
                  <a:pt x="2629792" y="290214"/>
                </a:lnTo>
                <a:lnTo>
                  <a:pt x="2630988" y="294646"/>
                </a:lnTo>
                <a:lnTo>
                  <a:pt x="2606678" y="301217"/>
                </a:lnTo>
                <a:lnTo>
                  <a:pt x="2605519" y="296937"/>
                </a:lnTo>
                <a:lnTo>
                  <a:pt x="2605608" y="297239"/>
                </a:lnTo>
                <a:lnTo>
                  <a:pt x="2602888" y="288111"/>
                </a:lnTo>
                <a:lnTo>
                  <a:pt x="2602989" y="288402"/>
                </a:lnTo>
                <a:lnTo>
                  <a:pt x="2600057" y="279362"/>
                </a:lnTo>
                <a:lnTo>
                  <a:pt x="2600158" y="279665"/>
                </a:lnTo>
                <a:lnTo>
                  <a:pt x="2596996" y="270714"/>
                </a:lnTo>
                <a:lnTo>
                  <a:pt x="2597110" y="271004"/>
                </a:lnTo>
                <a:lnTo>
                  <a:pt x="2593749" y="262166"/>
                </a:lnTo>
                <a:lnTo>
                  <a:pt x="2593863" y="262455"/>
                </a:lnTo>
                <a:lnTo>
                  <a:pt x="2590288" y="253719"/>
                </a:lnTo>
                <a:lnTo>
                  <a:pt x="2590414" y="254008"/>
                </a:lnTo>
                <a:lnTo>
                  <a:pt x="2586636" y="245372"/>
                </a:lnTo>
                <a:lnTo>
                  <a:pt x="2586762" y="245662"/>
                </a:lnTo>
                <a:lnTo>
                  <a:pt x="2582785" y="237139"/>
                </a:lnTo>
                <a:lnTo>
                  <a:pt x="2582924" y="237416"/>
                </a:lnTo>
                <a:lnTo>
                  <a:pt x="2578743" y="229019"/>
                </a:lnTo>
                <a:lnTo>
                  <a:pt x="2578882" y="229283"/>
                </a:lnTo>
                <a:lnTo>
                  <a:pt x="2574515" y="221000"/>
                </a:lnTo>
                <a:lnTo>
                  <a:pt x="2574664" y="221277"/>
                </a:lnTo>
                <a:lnTo>
                  <a:pt x="2570094" y="213106"/>
                </a:lnTo>
                <a:lnTo>
                  <a:pt x="2570245" y="213371"/>
                </a:lnTo>
                <a:lnTo>
                  <a:pt x="2569251" y="211684"/>
                </a:lnTo>
                <a:lnTo>
                  <a:pt x="2590930" y="198881"/>
                </a:lnTo>
                <a:moveTo>
                  <a:pt x="2643954" y="371489"/>
                </a:moveTo>
                <a:lnTo>
                  <a:pt x="2644432" y="379055"/>
                </a:lnTo>
                <a:lnTo>
                  <a:pt x="2644822" y="389290"/>
                </a:lnTo>
                <a:lnTo>
                  <a:pt x="2644949" y="399525"/>
                </a:lnTo>
                <a:lnTo>
                  <a:pt x="2644949" y="472981"/>
                </a:lnTo>
                <a:lnTo>
                  <a:pt x="2619770" y="472981"/>
                </a:lnTo>
                <a:lnTo>
                  <a:pt x="2619770" y="399600"/>
                </a:lnTo>
                <a:lnTo>
                  <a:pt x="2619770" y="399763"/>
                </a:lnTo>
                <a:lnTo>
                  <a:pt x="2619644" y="389768"/>
                </a:lnTo>
                <a:lnTo>
                  <a:pt x="2619657" y="390096"/>
                </a:lnTo>
                <a:lnTo>
                  <a:pt x="2619279" y="380163"/>
                </a:lnTo>
                <a:lnTo>
                  <a:pt x="2619293" y="380490"/>
                </a:lnTo>
                <a:lnTo>
                  <a:pt x="2618826" y="373088"/>
                </a:lnTo>
                <a:lnTo>
                  <a:pt x="2643954" y="371489"/>
                </a:lnTo>
                <a:moveTo>
                  <a:pt x="2644949" y="548515"/>
                </a:moveTo>
                <a:lnTo>
                  <a:pt x="2644949" y="649227"/>
                </a:lnTo>
                <a:lnTo>
                  <a:pt x="2619770" y="649227"/>
                </a:lnTo>
                <a:lnTo>
                  <a:pt x="2619770" y="548515"/>
                </a:lnTo>
                <a:lnTo>
                  <a:pt x="2644949" y="548515"/>
                </a:lnTo>
                <a:moveTo>
                  <a:pt x="2644949" y="724761"/>
                </a:moveTo>
                <a:lnTo>
                  <a:pt x="2644949" y="825473"/>
                </a:lnTo>
                <a:lnTo>
                  <a:pt x="2619770" y="825473"/>
                </a:lnTo>
                <a:lnTo>
                  <a:pt x="2619770" y="724761"/>
                </a:lnTo>
                <a:lnTo>
                  <a:pt x="2644949" y="724761"/>
                </a:lnTo>
                <a:moveTo>
                  <a:pt x="2644949" y="901007"/>
                </a:moveTo>
                <a:lnTo>
                  <a:pt x="2644949" y="1001719"/>
                </a:lnTo>
                <a:lnTo>
                  <a:pt x="2619770" y="1001719"/>
                </a:lnTo>
                <a:lnTo>
                  <a:pt x="2619770" y="901007"/>
                </a:lnTo>
                <a:lnTo>
                  <a:pt x="2644949" y="901007"/>
                </a:lnTo>
                <a:moveTo>
                  <a:pt x="2644949" y="1077253"/>
                </a:moveTo>
                <a:lnTo>
                  <a:pt x="2644949" y="1177965"/>
                </a:lnTo>
                <a:lnTo>
                  <a:pt x="2619770" y="1177965"/>
                </a:lnTo>
                <a:lnTo>
                  <a:pt x="2619770" y="1077253"/>
                </a:lnTo>
                <a:lnTo>
                  <a:pt x="2644949" y="1077253"/>
                </a:lnTo>
                <a:moveTo>
                  <a:pt x="2644949" y="1253500"/>
                </a:moveTo>
                <a:lnTo>
                  <a:pt x="2644949" y="1354211"/>
                </a:lnTo>
                <a:lnTo>
                  <a:pt x="2619770" y="1354211"/>
                </a:lnTo>
                <a:lnTo>
                  <a:pt x="2619770" y="1253500"/>
                </a:lnTo>
                <a:lnTo>
                  <a:pt x="2644949" y="1253500"/>
                </a:lnTo>
                <a:moveTo>
                  <a:pt x="2644949" y="1429745"/>
                </a:moveTo>
                <a:lnTo>
                  <a:pt x="2644949" y="1530457"/>
                </a:lnTo>
                <a:lnTo>
                  <a:pt x="2619770" y="1530457"/>
                </a:lnTo>
                <a:lnTo>
                  <a:pt x="2619770" y="1429745"/>
                </a:lnTo>
                <a:lnTo>
                  <a:pt x="2644949" y="1429745"/>
                </a:lnTo>
                <a:moveTo>
                  <a:pt x="2644949" y="1605991"/>
                </a:moveTo>
                <a:lnTo>
                  <a:pt x="2644949" y="1706703"/>
                </a:lnTo>
                <a:lnTo>
                  <a:pt x="2619770" y="1706703"/>
                </a:lnTo>
                <a:lnTo>
                  <a:pt x="2619770" y="1605991"/>
                </a:lnTo>
                <a:lnTo>
                  <a:pt x="2644949" y="1605991"/>
                </a:lnTo>
                <a:moveTo>
                  <a:pt x="2644949" y="1782237"/>
                </a:moveTo>
                <a:lnTo>
                  <a:pt x="2644949" y="1882949"/>
                </a:lnTo>
                <a:lnTo>
                  <a:pt x="2619770" y="1882949"/>
                </a:lnTo>
                <a:lnTo>
                  <a:pt x="2619770" y="1782237"/>
                </a:lnTo>
                <a:lnTo>
                  <a:pt x="2644949" y="1782237"/>
                </a:lnTo>
                <a:moveTo>
                  <a:pt x="2644785" y="1958949"/>
                </a:moveTo>
                <a:lnTo>
                  <a:pt x="2644432" y="1968164"/>
                </a:lnTo>
                <a:lnTo>
                  <a:pt x="2643779" y="1978349"/>
                </a:lnTo>
                <a:lnTo>
                  <a:pt x="2642884" y="1988458"/>
                </a:lnTo>
                <a:lnTo>
                  <a:pt x="2641739" y="1998491"/>
                </a:lnTo>
                <a:lnTo>
                  <a:pt x="2640342" y="2008449"/>
                </a:lnTo>
                <a:lnTo>
                  <a:pt x="2638705" y="2018331"/>
                </a:lnTo>
                <a:lnTo>
                  <a:pt x="2636829" y="2028139"/>
                </a:lnTo>
                <a:lnTo>
                  <a:pt x="2634714" y="2037845"/>
                </a:lnTo>
                <a:lnTo>
                  <a:pt x="2632373" y="2047475"/>
                </a:lnTo>
                <a:lnTo>
                  <a:pt x="2629792" y="2057005"/>
                </a:lnTo>
                <a:lnTo>
                  <a:pt x="2628521" y="2061248"/>
                </a:lnTo>
                <a:lnTo>
                  <a:pt x="2604386" y="2054072"/>
                </a:lnTo>
                <a:lnTo>
                  <a:pt x="2605608" y="2049980"/>
                </a:lnTo>
                <a:lnTo>
                  <a:pt x="2605519" y="2050282"/>
                </a:lnTo>
                <a:lnTo>
                  <a:pt x="2608026" y="2041042"/>
                </a:lnTo>
                <a:lnTo>
                  <a:pt x="2607951" y="2041357"/>
                </a:lnTo>
                <a:lnTo>
                  <a:pt x="2610216" y="2032029"/>
                </a:lnTo>
                <a:lnTo>
                  <a:pt x="2610152" y="2032343"/>
                </a:lnTo>
                <a:lnTo>
                  <a:pt x="2612192" y="2022939"/>
                </a:lnTo>
                <a:lnTo>
                  <a:pt x="2612128" y="2023241"/>
                </a:lnTo>
                <a:lnTo>
                  <a:pt x="2613955" y="2013749"/>
                </a:lnTo>
                <a:lnTo>
                  <a:pt x="2613891" y="2014064"/>
                </a:lnTo>
                <a:lnTo>
                  <a:pt x="2615478" y="2004496"/>
                </a:lnTo>
                <a:lnTo>
                  <a:pt x="2615428" y="2004811"/>
                </a:lnTo>
                <a:lnTo>
                  <a:pt x="2616786" y="1995168"/>
                </a:lnTo>
                <a:lnTo>
                  <a:pt x="2616737" y="1995482"/>
                </a:lnTo>
                <a:lnTo>
                  <a:pt x="2617859" y="1985751"/>
                </a:lnTo>
                <a:lnTo>
                  <a:pt x="2617820" y="1986066"/>
                </a:lnTo>
                <a:lnTo>
                  <a:pt x="2618688" y="1976284"/>
                </a:lnTo>
                <a:lnTo>
                  <a:pt x="2618663" y="1976599"/>
                </a:lnTo>
                <a:lnTo>
                  <a:pt x="2619293" y="1966729"/>
                </a:lnTo>
                <a:lnTo>
                  <a:pt x="2619279" y="1967057"/>
                </a:lnTo>
                <a:lnTo>
                  <a:pt x="2619620" y="1957992"/>
                </a:lnTo>
                <a:lnTo>
                  <a:pt x="2644785" y="1958949"/>
                </a:lnTo>
                <a:moveTo>
                  <a:pt x="2599201" y="2133395"/>
                </a:moveTo>
                <a:lnTo>
                  <a:pt x="2596707" y="2138103"/>
                </a:lnTo>
                <a:lnTo>
                  <a:pt x="2591999" y="2146525"/>
                </a:lnTo>
                <a:lnTo>
                  <a:pt x="2587089" y="2154834"/>
                </a:lnTo>
                <a:lnTo>
                  <a:pt x="2581992" y="2163004"/>
                </a:lnTo>
                <a:lnTo>
                  <a:pt x="2576691" y="2171049"/>
                </a:lnTo>
                <a:lnTo>
                  <a:pt x="2571214" y="2178954"/>
                </a:lnTo>
                <a:lnTo>
                  <a:pt x="2565562" y="2186710"/>
                </a:lnTo>
                <a:lnTo>
                  <a:pt x="2559709" y="2194339"/>
                </a:lnTo>
                <a:lnTo>
                  <a:pt x="2553691" y="2201803"/>
                </a:lnTo>
                <a:lnTo>
                  <a:pt x="2547497" y="2209130"/>
                </a:lnTo>
                <a:lnTo>
                  <a:pt x="2541140" y="2216306"/>
                </a:lnTo>
                <a:lnTo>
                  <a:pt x="2539402" y="2218170"/>
                </a:lnTo>
                <a:lnTo>
                  <a:pt x="2520972" y="2201011"/>
                </a:lnTo>
                <a:lnTo>
                  <a:pt x="2522609" y="2199261"/>
                </a:lnTo>
                <a:lnTo>
                  <a:pt x="2522408" y="2199475"/>
                </a:lnTo>
                <a:lnTo>
                  <a:pt x="2528565" y="2192538"/>
                </a:lnTo>
                <a:lnTo>
                  <a:pt x="2528375" y="2192765"/>
                </a:lnTo>
                <a:lnTo>
                  <a:pt x="2534366" y="2185665"/>
                </a:lnTo>
                <a:lnTo>
                  <a:pt x="2534178" y="2185891"/>
                </a:lnTo>
                <a:lnTo>
                  <a:pt x="2540006" y="2178653"/>
                </a:lnTo>
                <a:lnTo>
                  <a:pt x="2539818" y="2178891"/>
                </a:lnTo>
                <a:lnTo>
                  <a:pt x="2545483" y="2171514"/>
                </a:lnTo>
                <a:lnTo>
                  <a:pt x="2545307" y="2171754"/>
                </a:lnTo>
                <a:lnTo>
                  <a:pt x="2550783" y="2164238"/>
                </a:lnTo>
                <a:lnTo>
                  <a:pt x="2550608" y="2164477"/>
                </a:lnTo>
                <a:lnTo>
                  <a:pt x="2555919" y="2156823"/>
                </a:lnTo>
                <a:lnTo>
                  <a:pt x="2555743" y="2157075"/>
                </a:lnTo>
                <a:lnTo>
                  <a:pt x="2560879" y="2149295"/>
                </a:lnTo>
                <a:lnTo>
                  <a:pt x="2560703" y="2149546"/>
                </a:lnTo>
                <a:lnTo>
                  <a:pt x="2565649" y="2141628"/>
                </a:lnTo>
                <a:lnTo>
                  <a:pt x="2565500" y="2141893"/>
                </a:lnTo>
                <a:lnTo>
                  <a:pt x="2570245" y="2133849"/>
                </a:lnTo>
                <a:lnTo>
                  <a:pt x="2570094" y="2134113"/>
                </a:lnTo>
                <a:lnTo>
                  <a:pt x="2574664" y="2125942"/>
                </a:lnTo>
                <a:lnTo>
                  <a:pt x="2574515" y="2126219"/>
                </a:lnTo>
                <a:lnTo>
                  <a:pt x="2576929" y="2121637"/>
                </a:lnTo>
                <a:lnTo>
                  <a:pt x="2599201" y="2133395"/>
                </a:lnTo>
                <a:moveTo>
                  <a:pt x="2481406" y="2270049"/>
                </a:moveTo>
                <a:lnTo>
                  <a:pt x="2476685" y="2273485"/>
                </a:lnTo>
                <a:lnTo>
                  <a:pt x="2468779" y="2278961"/>
                </a:lnTo>
                <a:lnTo>
                  <a:pt x="2460733" y="2284262"/>
                </a:lnTo>
                <a:lnTo>
                  <a:pt x="2452564" y="2289360"/>
                </a:lnTo>
                <a:lnTo>
                  <a:pt x="2444256" y="2294270"/>
                </a:lnTo>
                <a:lnTo>
                  <a:pt x="2435832" y="2298978"/>
                </a:lnTo>
                <a:lnTo>
                  <a:pt x="2427272" y="2303498"/>
                </a:lnTo>
                <a:lnTo>
                  <a:pt x="2418598" y="2307803"/>
                </a:lnTo>
                <a:lnTo>
                  <a:pt x="2409798" y="2311920"/>
                </a:lnTo>
                <a:lnTo>
                  <a:pt x="2400897" y="2315809"/>
                </a:lnTo>
                <a:lnTo>
                  <a:pt x="2391872" y="2319498"/>
                </a:lnTo>
                <a:lnTo>
                  <a:pt x="2390463" y="2320027"/>
                </a:lnTo>
                <a:lnTo>
                  <a:pt x="2381512" y="2296498"/>
                </a:lnTo>
                <a:lnTo>
                  <a:pt x="2382783" y="2296020"/>
                </a:lnTo>
                <a:lnTo>
                  <a:pt x="2382494" y="2296133"/>
                </a:lnTo>
                <a:lnTo>
                  <a:pt x="2391229" y="2292558"/>
                </a:lnTo>
                <a:lnTo>
                  <a:pt x="2390940" y="2292684"/>
                </a:lnTo>
                <a:lnTo>
                  <a:pt x="2399564" y="2288907"/>
                </a:lnTo>
                <a:lnTo>
                  <a:pt x="2399287" y="2289033"/>
                </a:lnTo>
                <a:lnTo>
                  <a:pt x="2407810" y="2285055"/>
                </a:lnTo>
                <a:lnTo>
                  <a:pt x="2407533" y="2285193"/>
                </a:lnTo>
                <a:lnTo>
                  <a:pt x="2415930" y="2281014"/>
                </a:lnTo>
                <a:lnTo>
                  <a:pt x="2415665" y="2281152"/>
                </a:lnTo>
                <a:lnTo>
                  <a:pt x="2423949" y="2276784"/>
                </a:lnTo>
                <a:lnTo>
                  <a:pt x="2423672" y="2276935"/>
                </a:lnTo>
                <a:lnTo>
                  <a:pt x="2431843" y="2272365"/>
                </a:lnTo>
                <a:lnTo>
                  <a:pt x="2431579" y="2272516"/>
                </a:lnTo>
                <a:lnTo>
                  <a:pt x="2439622" y="2267758"/>
                </a:lnTo>
                <a:lnTo>
                  <a:pt x="2439358" y="2267921"/>
                </a:lnTo>
                <a:lnTo>
                  <a:pt x="2447277" y="2262986"/>
                </a:lnTo>
                <a:lnTo>
                  <a:pt x="2447025" y="2263150"/>
                </a:lnTo>
                <a:lnTo>
                  <a:pt x="2454804" y="2258013"/>
                </a:lnTo>
                <a:lnTo>
                  <a:pt x="2454552" y="2258190"/>
                </a:lnTo>
                <a:lnTo>
                  <a:pt x="2462207" y="2252877"/>
                </a:lnTo>
                <a:lnTo>
                  <a:pt x="2461967" y="2253054"/>
                </a:lnTo>
                <a:lnTo>
                  <a:pt x="2466563" y="2249705"/>
                </a:lnTo>
                <a:lnTo>
                  <a:pt x="2481406" y="2270049"/>
                </a:lnTo>
                <a:moveTo>
                  <a:pt x="2315445" y="2341076"/>
                </a:moveTo>
                <a:lnTo>
                  <a:pt x="2306178" y="2342612"/>
                </a:lnTo>
                <a:lnTo>
                  <a:pt x="2296221" y="2344009"/>
                </a:lnTo>
                <a:lnTo>
                  <a:pt x="2286188" y="2345154"/>
                </a:lnTo>
                <a:lnTo>
                  <a:pt x="2276078" y="2346061"/>
                </a:lnTo>
                <a:lnTo>
                  <a:pt x="2265893" y="2346703"/>
                </a:lnTo>
                <a:lnTo>
                  <a:pt x="2255659" y="2347093"/>
                </a:lnTo>
                <a:lnTo>
                  <a:pt x="2245425" y="2347219"/>
                </a:lnTo>
                <a:lnTo>
                  <a:pt x="2213020" y="2347219"/>
                </a:lnTo>
                <a:lnTo>
                  <a:pt x="2213020" y="2322041"/>
                </a:lnTo>
                <a:lnTo>
                  <a:pt x="2245348" y="2322041"/>
                </a:lnTo>
                <a:lnTo>
                  <a:pt x="2245185" y="2322041"/>
                </a:lnTo>
                <a:lnTo>
                  <a:pt x="2255181" y="2321915"/>
                </a:lnTo>
                <a:lnTo>
                  <a:pt x="2254853" y="2321928"/>
                </a:lnTo>
                <a:lnTo>
                  <a:pt x="2264787" y="2321550"/>
                </a:lnTo>
                <a:lnTo>
                  <a:pt x="2264459" y="2321563"/>
                </a:lnTo>
                <a:lnTo>
                  <a:pt x="2274329" y="2320934"/>
                </a:lnTo>
                <a:lnTo>
                  <a:pt x="2274013" y="2320958"/>
                </a:lnTo>
                <a:lnTo>
                  <a:pt x="2283794" y="2320090"/>
                </a:lnTo>
                <a:lnTo>
                  <a:pt x="2283480" y="2320128"/>
                </a:lnTo>
                <a:lnTo>
                  <a:pt x="2293212" y="2319007"/>
                </a:lnTo>
                <a:lnTo>
                  <a:pt x="2292898" y="2319058"/>
                </a:lnTo>
                <a:lnTo>
                  <a:pt x="2302541" y="2317698"/>
                </a:lnTo>
                <a:lnTo>
                  <a:pt x="2302227" y="2317748"/>
                </a:lnTo>
                <a:lnTo>
                  <a:pt x="2311328" y="2316238"/>
                </a:lnTo>
                <a:lnTo>
                  <a:pt x="2315445" y="2341076"/>
                </a:lnTo>
                <a:moveTo>
                  <a:pt x="2137486" y="2347219"/>
                </a:moveTo>
                <a:lnTo>
                  <a:pt x="2036775" y="2347219"/>
                </a:lnTo>
                <a:lnTo>
                  <a:pt x="2036775" y="2322041"/>
                </a:lnTo>
                <a:lnTo>
                  <a:pt x="2137486" y="2322041"/>
                </a:lnTo>
                <a:lnTo>
                  <a:pt x="2137486" y="2347219"/>
                </a:lnTo>
                <a:moveTo>
                  <a:pt x="1961241" y="2347219"/>
                </a:moveTo>
                <a:lnTo>
                  <a:pt x="1860529" y="2347219"/>
                </a:lnTo>
                <a:lnTo>
                  <a:pt x="1860529" y="2322041"/>
                </a:lnTo>
                <a:lnTo>
                  <a:pt x="1961241" y="2322041"/>
                </a:lnTo>
                <a:lnTo>
                  <a:pt x="1961241" y="2347219"/>
                </a:lnTo>
                <a:moveTo>
                  <a:pt x="1784995" y="2347219"/>
                </a:moveTo>
                <a:lnTo>
                  <a:pt x="1684282" y="2347219"/>
                </a:lnTo>
                <a:lnTo>
                  <a:pt x="1684282" y="2322041"/>
                </a:lnTo>
                <a:lnTo>
                  <a:pt x="1784995" y="2322041"/>
                </a:lnTo>
                <a:lnTo>
                  <a:pt x="1784995" y="2347219"/>
                </a:lnTo>
                <a:moveTo>
                  <a:pt x="1608748" y="2347219"/>
                </a:moveTo>
                <a:lnTo>
                  <a:pt x="1508036" y="2347219"/>
                </a:lnTo>
                <a:lnTo>
                  <a:pt x="1508036" y="2322041"/>
                </a:lnTo>
                <a:lnTo>
                  <a:pt x="1608748" y="2322041"/>
                </a:lnTo>
                <a:lnTo>
                  <a:pt x="1608748" y="2347219"/>
                </a:lnTo>
                <a:moveTo>
                  <a:pt x="1432502" y="2347219"/>
                </a:moveTo>
                <a:lnTo>
                  <a:pt x="1331790" y="2347219"/>
                </a:lnTo>
                <a:lnTo>
                  <a:pt x="1331790" y="2322041"/>
                </a:lnTo>
                <a:lnTo>
                  <a:pt x="1432502" y="2322041"/>
                </a:lnTo>
                <a:lnTo>
                  <a:pt x="1432502" y="2347219"/>
                </a:lnTo>
                <a:moveTo>
                  <a:pt x="1256256" y="2347219"/>
                </a:moveTo>
                <a:lnTo>
                  <a:pt x="1155543" y="2347219"/>
                </a:lnTo>
                <a:lnTo>
                  <a:pt x="1155543" y="2322041"/>
                </a:lnTo>
                <a:lnTo>
                  <a:pt x="1256256" y="2322041"/>
                </a:lnTo>
                <a:lnTo>
                  <a:pt x="1256256" y="2347219"/>
                </a:lnTo>
                <a:moveTo>
                  <a:pt x="1080011" y="2347219"/>
                </a:moveTo>
                <a:lnTo>
                  <a:pt x="979299" y="2347219"/>
                </a:lnTo>
                <a:lnTo>
                  <a:pt x="979299" y="2322041"/>
                </a:lnTo>
                <a:lnTo>
                  <a:pt x="1080011" y="2322041"/>
                </a:lnTo>
                <a:lnTo>
                  <a:pt x="1080011" y="2347219"/>
                </a:lnTo>
                <a:moveTo>
                  <a:pt x="903765" y="2347219"/>
                </a:moveTo>
                <a:lnTo>
                  <a:pt x="803053" y="2347219"/>
                </a:lnTo>
                <a:lnTo>
                  <a:pt x="803053" y="2322041"/>
                </a:lnTo>
                <a:lnTo>
                  <a:pt x="903765" y="2322041"/>
                </a:lnTo>
                <a:lnTo>
                  <a:pt x="903765" y="2347219"/>
                </a:lnTo>
                <a:moveTo>
                  <a:pt x="727518" y="2347219"/>
                </a:moveTo>
                <a:lnTo>
                  <a:pt x="626806" y="2347219"/>
                </a:lnTo>
                <a:lnTo>
                  <a:pt x="626806" y="2322041"/>
                </a:lnTo>
                <a:lnTo>
                  <a:pt x="727518" y="2322041"/>
                </a:lnTo>
                <a:lnTo>
                  <a:pt x="727518" y="2347219"/>
                </a:lnTo>
                <a:moveTo>
                  <a:pt x="551272" y="2347219"/>
                </a:moveTo>
                <a:lnTo>
                  <a:pt x="450560" y="2347219"/>
                </a:lnTo>
                <a:lnTo>
                  <a:pt x="450560" y="2322041"/>
                </a:lnTo>
                <a:lnTo>
                  <a:pt x="551272" y="2322041"/>
                </a:lnTo>
                <a:lnTo>
                  <a:pt x="551272" y="2347219"/>
                </a:lnTo>
                <a:moveTo>
                  <a:pt x="374246" y="2346401"/>
                </a:moveTo>
                <a:lnTo>
                  <a:pt x="368869" y="2346061"/>
                </a:lnTo>
                <a:lnTo>
                  <a:pt x="358761" y="2345154"/>
                </a:lnTo>
                <a:lnTo>
                  <a:pt x="348727" y="2344009"/>
                </a:lnTo>
                <a:lnTo>
                  <a:pt x="338756" y="2342612"/>
                </a:lnTo>
                <a:lnTo>
                  <a:pt x="328887" y="2340975"/>
                </a:lnTo>
                <a:lnTo>
                  <a:pt x="319081" y="2339099"/>
                </a:lnTo>
                <a:lnTo>
                  <a:pt x="309374" y="2336984"/>
                </a:lnTo>
                <a:lnTo>
                  <a:pt x="299744" y="2334643"/>
                </a:lnTo>
                <a:lnTo>
                  <a:pt x="290214" y="2332062"/>
                </a:lnTo>
                <a:lnTo>
                  <a:pt x="280772" y="2329255"/>
                </a:lnTo>
                <a:lnTo>
                  <a:pt x="272590" y="2326598"/>
                </a:lnTo>
                <a:lnTo>
                  <a:pt x="280369" y="2302642"/>
                </a:lnTo>
                <a:lnTo>
                  <a:pt x="288400" y="2305260"/>
                </a:lnTo>
                <a:lnTo>
                  <a:pt x="288111" y="2305160"/>
                </a:lnTo>
                <a:lnTo>
                  <a:pt x="297239" y="2307879"/>
                </a:lnTo>
                <a:lnTo>
                  <a:pt x="296937" y="2307791"/>
                </a:lnTo>
                <a:lnTo>
                  <a:pt x="306165" y="2310296"/>
                </a:lnTo>
                <a:lnTo>
                  <a:pt x="305863" y="2310220"/>
                </a:lnTo>
                <a:lnTo>
                  <a:pt x="315190" y="2312486"/>
                </a:lnTo>
                <a:lnTo>
                  <a:pt x="314876" y="2312424"/>
                </a:lnTo>
                <a:lnTo>
                  <a:pt x="324279" y="2314462"/>
                </a:lnTo>
                <a:lnTo>
                  <a:pt x="323977" y="2314400"/>
                </a:lnTo>
                <a:lnTo>
                  <a:pt x="333469" y="2316225"/>
                </a:lnTo>
                <a:lnTo>
                  <a:pt x="333155" y="2316162"/>
                </a:lnTo>
                <a:lnTo>
                  <a:pt x="342722" y="2317748"/>
                </a:lnTo>
                <a:lnTo>
                  <a:pt x="342408" y="2317698"/>
                </a:lnTo>
                <a:lnTo>
                  <a:pt x="352051" y="2319058"/>
                </a:lnTo>
                <a:lnTo>
                  <a:pt x="351736" y="2319007"/>
                </a:lnTo>
                <a:lnTo>
                  <a:pt x="361468" y="2320128"/>
                </a:lnTo>
                <a:lnTo>
                  <a:pt x="361140" y="2320090"/>
                </a:lnTo>
                <a:lnTo>
                  <a:pt x="370934" y="2320958"/>
                </a:lnTo>
                <a:lnTo>
                  <a:pt x="370620" y="2320934"/>
                </a:lnTo>
                <a:lnTo>
                  <a:pt x="375844" y="2321274"/>
                </a:lnTo>
                <a:lnTo>
                  <a:pt x="374246" y="2346401"/>
                </a:lnTo>
                <a:moveTo>
                  <a:pt x="201524" y="2294736"/>
                </a:moveTo>
                <a:lnTo>
                  <a:pt x="200693" y="2294270"/>
                </a:lnTo>
                <a:lnTo>
                  <a:pt x="192385" y="2289360"/>
                </a:lnTo>
                <a:lnTo>
                  <a:pt x="184214" y="2284262"/>
                </a:lnTo>
                <a:lnTo>
                  <a:pt x="176170" y="2278961"/>
                </a:lnTo>
                <a:lnTo>
                  <a:pt x="168265" y="2273485"/>
                </a:lnTo>
                <a:lnTo>
                  <a:pt x="160509" y="2267821"/>
                </a:lnTo>
                <a:lnTo>
                  <a:pt x="152881" y="2261979"/>
                </a:lnTo>
                <a:lnTo>
                  <a:pt x="145416" y="2255962"/>
                </a:lnTo>
                <a:lnTo>
                  <a:pt x="138088" y="2249768"/>
                </a:lnTo>
                <a:lnTo>
                  <a:pt x="130912" y="2243410"/>
                </a:lnTo>
                <a:lnTo>
                  <a:pt x="123900" y="2236877"/>
                </a:lnTo>
                <a:lnTo>
                  <a:pt x="118915" y="2232005"/>
                </a:lnTo>
                <a:lnTo>
                  <a:pt x="136503" y="2213990"/>
                </a:lnTo>
                <a:lnTo>
                  <a:pt x="141386" y="2218761"/>
                </a:lnTo>
                <a:lnTo>
                  <a:pt x="141161" y="2218547"/>
                </a:lnTo>
                <a:lnTo>
                  <a:pt x="147958" y="2224879"/>
                </a:lnTo>
                <a:lnTo>
                  <a:pt x="147743" y="2224678"/>
                </a:lnTo>
                <a:lnTo>
                  <a:pt x="154681" y="2230834"/>
                </a:lnTo>
                <a:lnTo>
                  <a:pt x="154454" y="2230645"/>
                </a:lnTo>
                <a:lnTo>
                  <a:pt x="161555" y="2236637"/>
                </a:lnTo>
                <a:lnTo>
                  <a:pt x="161327" y="2236449"/>
                </a:lnTo>
                <a:lnTo>
                  <a:pt x="168567" y="2242277"/>
                </a:lnTo>
                <a:lnTo>
                  <a:pt x="168327" y="2242089"/>
                </a:lnTo>
                <a:lnTo>
                  <a:pt x="175705" y="2247753"/>
                </a:lnTo>
                <a:lnTo>
                  <a:pt x="175465" y="2247578"/>
                </a:lnTo>
                <a:lnTo>
                  <a:pt x="182982" y="2253054"/>
                </a:lnTo>
                <a:lnTo>
                  <a:pt x="182742" y="2252877"/>
                </a:lnTo>
                <a:lnTo>
                  <a:pt x="190395" y="2258190"/>
                </a:lnTo>
                <a:lnTo>
                  <a:pt x="190143" y="2258013"/>
                </a:lnTo>
                <a:lnTo>
                  <a:pt x="197924" y="2263150"/>
                </a:lnTo>
                <a:lnTo>
                  <a:pt x="197672" y="2262986"/>
                </a:lnTo>
                <a:lnTo>
                  <a:pt x="205591" y="2267921"/>
                </a:lnTo>
                <a:lnTo>
                  <a:pt x="205326" y="2267758"/>
                </a:lnTo>
                <a:lnTo>
                  <a:pt x="213372" y="2272516"/>
                </a:lnTo>
                <a:lnTo>
                  <a:pt x="213107" y="2272365"/>
                </a:lnTo>
                <a:lnTo>
                  <a:pt x="213812" y="2272768"/>
                </a:lnTo>
                <a:lnTo>
                  <a:pt x="201524" y="2294736"/>
                </a:lnTo>
                <a:moveTo>
                  <a:pt x="69076" y="2172232"/>
                </a:moveTo>
                <a:lnTo>
                  <a:pt x="68257" y="2171049"/>
                </a:lnTo>
                <a:lnTo>
                  <a:pt x="62957" y="2163004"/>
                </a:lnTo>
                <a:lnTo>
                  <a:pt x="57858" y="2154834"/>
                </a:lnTo>
                <a:lnTo>
                  <a:pt x="52948" y="2146525"/>
                </a:lnTo>
                <a:lnTo>
                  <a:pt x="48240" y="2138103"/>
                </a:lnTo>
                <a:lnTo>
                  <a:pt x="43722" y="2129543"/>
                </a:lnTo>
                <a:lnTo>
                  <a:pt x="39415" y="2120869"/>
                </a:lnTo>
                <a:lnTo>
                  <a:pt x="35299" y="2112069"/>
                </a:lnTo>
                <a:lnTo>
                  <a:pt x="31409" y="2103169"/>
                </a:lnTo>
                <a:lnTo>
                  <a:pt x="27720" y="2094143"/>
                </a:lnTo>
                <a:lnTo>
                  <a:pt x="24246" y="2085015"/>
                </a:lnTo>
                <a:lnTo>
                  <a:pt x="22332" y="2079577"/>
                </a:lnTo>
                <a:lnTo>
                  <a:pt x="46088" y="2071218"/>
                </a:lnTo>
                <a:lnTo>
                  <a:pt x="47951" y="2076505"/>
                </a:lnTo>
                <a:lnTo>
                  <a:pt x="47837" y="2076216"/>
                </a:lnTo>
                <a:lnTo>
                  <a:pt x="51199" y="2085053"/>
                </a:lnTo>
                <a:lnTo>
                  <a:pt x="51086" y="2084764"/>
                </a:lnTo>
                <a:lnTo>
                  <a:pt x="54661" y="2093500"/>
                </a:lnTo>
                <a:lnTo>
                  <a:pt x="54535" y="2093211"/>
                </a:lnTo>
                <a:lnTo>
                  <a:pt x="58313" y="2101835"/>
                </a:lnTo>
                <a:lnTo>
                  <a:pt x="58187" y="2101558"/>
                </a:lnTo>
                <a:lnTo>
                  <a:pt x="62163" y="2110081"/>
                </a:lnTo>
                <a:lnTo>
                  <a:pt x="62025" y="2109804"/>
                </a:lnTo>
                <a:lnTo>
                  <a:pt x="66205" y="2118200"/>
                </a:lnTo>
                <a:lnTo>
                  <a:pt x="66067" y="2117936"/>
                </a:lnTo>
                <a:lnTo>
                  <a:pt x="70436" y="2126219"/>
                </a:lnTo>
                <a:lnTo>
                  <a:pt x="70283" y="2125942"/>
                </a:lnTo>
                <a:lnTo>
                  <a:pt x="74854" y="2134113"/>
                </a:lnTo>
                <a:lnTo>
                  <a:pt x="74703" y="2133849"/>
                </a:lnTo>
                <a:lnTo>
                  <a:pt x="79449" y="2141893"/>
                </a:lnTo>
                <a:lnTo>
                  <a:pt x="79298" y="2141628"/>
                </a:lnTo>
                <a:lnTo>
                  <a:pt x="84233" y="2149546"/>
                </a:lnTo>
                <a:lnTo>
                  <a:pt x="84069" y="2149295"/>
                </a:lnTo>
                <a:lnTo>
                  <a:pt x="89205" y="2157075"/>
                </a:lnTo>
                <a:lnTo>
                  <a:pt x="89029" y="2156823"/>
                </a:lnTo>
                <a:lnTo>
                  <a:pt x="89771" y="2157893"/>
                </a:lnTo>
                <a:lnTo>
                  <a:pt x="69076" y="2172232"/>
                </a:lnTo>
                <a:moveTo>
                  <a:pt x="3964" y="2003854"/>
                </a:moveTo>
                <a:lnTo>
                  <a:pt x="3210" y="1998491"/>
                </a:lnTo>
                <a:lnTo>
                  <a:pt x="2065" y="1988458"/>
                </a:lnTo>
                <a:lnTo>
                  <a:pt x="1157" y="1978349"/>
                </a:lnTo>
                <a:lnTo>
                  <a:pt x="517" y="1968164"/>
                </a:lnTo>
                <a:lnTo>
                  <a:pt x="126" y="1957917"/>
                </a:lnTo>
                <a:lnTo>
                  <a:pt x="0" y="1947770"/>
                </a:lnTo>
                <a:lnTo>
                  <a:pt x="25178" y="1947455"/>
                </a:lnTo>
                <a:lnTo>
                  <a:pt x="25304" y="1957451"/>
                </a:lnTo>
                <a:lnTo>
                  <a:pt x="25292" y="1957124"/>
                </a:lnTo>
                <a:lnTo>
                  <a:pt x="25668" y="1967057"/>
                </a:lnTo>
                <a:lnTo>
                  <a:pt x="25656" y="1966729"/>
                </a:lnTo>
                <a:lnTo>
                  <a:pt x="26286" y="1976599"/>
                </a:lnTo>
                <a:lnTo>
                  <a:pt x="26259" y="1976284"/>
                </a:lnTo>
                <a:lnTo>
                  <a:pt x="27129" y="1986066"/>
                </a:lnTo>
                <a:lnTo>
                  <a:pt x="27092" y="1985751"/>
                </a:lnTo>
                <a:lnTo>
                  <a:pt x="28212" y="1995482"/>
                </a:lnTo>
                <a:lnTo>
                  <a:pt x="28160" y="1995168"/>
                </a:lnTo>
                <a:lnTo>
                  <a:pt x="28890" y="2000367"/>
                </a:lnTo>
                <a:lnTo>
                  <a:pt x="3964" y="20038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text-235 FFN">
            <a:extLst xmlns:a="http://schemas.openxmlformats.org/drawingml/2006/main">
              <a:ext uri="{FF2B5EF4-FFF2-40B4-BE49-F238E27FC236}">
                <a16:creationId xmlns:a16="http://schemas.microsoft.com/office/drawing/2014/main" id="{BA06F155-F44D-4B72-B2FD-869F45CD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8732" y="4037542"/>
            <a:ext cx="625198" cy="434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FFN</a:t>
            </a:r>
          </a:p>
        </p:txBody>
      </p:sp>
      <p:sp>
        <p:nvSpPr>
          <p:cNvPr id="241" name="text-235 Expert">
            <a:extLst xmlns:a="http://schemas.openxmlformats.org/drawingml/2006/main">
              <a:ext uri="{FF2B5EF4-FFF2-40B4-BE49-F238E27FC236}">
                <a16:creationId xmlns:a16="http://schemas.microsoft.com/office/drawing/2014/main" id="{7447CD1D-E7A7-4F20-AE3D-FE2B6178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5702" y="4037213"/>
            <a:ext cx="884081" cy="435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B1DAECE-6283-418E-816F-29AE182D03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b5b6d63054caf"/>
          <a:stretch xmlns:a="http://schemas.openxmlformats.org/drawingml/2006/main"/>
        </p:blipFill>
        <p:spPr>
          <a:xfrm xmlns:a="http://schemas.openxmlformats.org/drawingml/2006/main">
            <a:off x="15688051" y="6124658"/>
            <a:ext cx="1650970" cy="638903"/>
          </a:xfrm>
          <a:prstGeom xmlns:a="http://schemas.openxmlformats.org/drawingml/2006/main" prst="rect">
            <a:avLst/>
          </a:prstGeom>
        </p:spPr>
      </p:pic>
      <p:sp>
        <p:nvSpPr>
          <p:cNvPr id="243" name="text-237 Linear">
            <a:extLst xmlns:a="http://schemas.openxmlformats.org/drawingml/2006/main">
              <a:ext uri="{FF2B5EF4-FFF2-40B4-BE49-F238E27FC236}">
                <a16:creationId xmlns:a16="http://schemas.microsoft.com/office/drawing/2014/main" id="{29374846-F583-4103-9FFF-58B458FC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1095" y="6203266"/>
            <a:ext cx="866716" cy="4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88B3BE1-9D03-4303-96AA-3FF453C0D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3bd7e42a44858"/>
          <a:stretch xmlns:a="http://schemas.openxmlformats.org/drawingml/2006/main"/>
        </p:blipFill>
        <p:spPr>
          <a:xfrm xmlns:a="http://schemas.openxmlformats.org/drawingml/2006/main">
            <a:off x="15688051" y="5205958"/>
            <a:ext cx="1650970" cy="638903"/>
          </a:xfrm>
          <a:prstGeom xmlns:a="http://schemas.openxmlformats.org/drawingml/2006/main" prst="rect">
            <a:avLst/>
          </a:prstGeom>
        </p:spPr>
      </p:pic>
      <p:sp>
        <p:nvSpPr>
          <p:cNvPr id="245" name="text-239 Linear">
            <a:extLst xmlns:a="http://schemas.openxmlformats.org/drawingml/2006/main">
              <a:ext uri="{FF2B5EF4-FFF2-40B4-BE49-F238E27FC236}">
                <a16:creationId xmlns:a16="http://schemas.microsoft.com/office/drawing/2014/main" id="{92642F34-FE48-4DE8-987B-FBEBB9B7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1095" y="5284565"/>
            <a:ext cx="866716" cy="4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3D3BFE6A-D90E-43CB-808B-54EF1DB2B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562b373894e36"/>
          <a:stretch xmlns:a="http://schemas.openxmlformats.org/drawingml/2006/main"/>
        </p:blipFill>
        <p:spPr>
          <a:xfrm xmlns:a="http://schemas.openxmlformats.org/drawingml/2006/main">
            <a:off x="14984147" y="4440949"/>
            <a:ext cx="3063095" cy="638616"/>
          </a:xfrm>
          <a:prstGeom xmlns:a="http://schemas.openxmlformats.org/drawingml/2006/main" prst="rect">
            <a:avLst/>
          </a:prstGeom>
        </p:spPr>
      </p:pic>
      <p:sp>
        <p:nvSpPr>
          <p:cNvPr id="247" name="text-241 Add">
            <a:extLst xmlns:a="http://schemas.openxmlformats.org/drawingml/2006/main">
              <a:ext uri="{FF2B5EF4-FFF2-40B4-BE49-F238E27FC236}">
                <a16:creationId xmlns:a16="http://schemas.microsoft.com/office/drawing/2014/main" id="{E2B076D7-B68A-491E-A11C-41D2B0BB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87827" y="4519557"/>
            <a:ext cx="590750" cy="434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</a:t>
            </a:r>
          </a:p>
        </p:txBody>
      </p:sp>
      <p:sp>
        <p:nvSpPr>
          <p:cNvPr id="248" name="text-241 &amp;">
            <a:extLst xmlns:a="http://schemas.openxmlformats.org/drawingml/2006/main">
              <a:ext uri="{FF2B5EF4-FFF2-40B4-BE49-F238E27FC236}">
                <a16:creationId xmlns:a16="http://schemas.microsoft.com/office/drawing/2014/main" id="{986FD7F9-9028-4CC8-9137-EEF05B3B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0294" y="4519548"/>
            <a:ext cx="297473" cy="434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&amp;</a:t>
            </a:r>
          </a:p>
        </p:txBody>
      </p:sp>
      <p:sp>
        <p:nvSpPr>
          <p:cNvPr id="249" name="text-241 LayerNorm">
            <a:extLst xmlns:a="http://schemas.openxmlformats.org/drawingml/2006/main">
              <a:ext uri="{FF2B5EF4-FFF2-40B4-BE49-F238E27FC236}">
                <a16:creationId xmlns:a16="http://schemas.microsoft.com/office/drawing/2014/main" id="{737CD27F-C57B-4DE2-8338-F8D727B6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9466" y="4519443"/>
            <a:ext cx="1505174" cy="435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250" name="path-242">
            <a:extLst xmlns:a="http://schemas.openxmlformats.org/drawingml/2006/main">
              <a:ext uri="{FF2B5EF4-FFF2-40B4-BE49-F238E27FC236}">
                <a16:creationId xmlns:a16="http://schemas.microsoft.com/office/drawing/2014/main" id="{1C6A382B-07E5-4EFD-BA2A-23565F5A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8397" y="6637408"/>
            <a:ext cx="69011" cy="538281"/>
          </a:xfrm>
          <a:custGeom xmlns:a="http://schemas.openxmlformats.org/drawingml/2006/main">
            <a:pathLst>
              <a:path w="50356" h="392777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392777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392777"/>
                </a:lnTo>
                <a:lnTo>
                  <a:pt x="34620" y="3927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43">
            <a:extLst xmlns:a="http://schemas.openxmlformats.org/drawingml/2006/main">
              <a:ext uri="{FF2B5EF4-FFF2-40B4-BE49-F238E27FC236}">
                <a16:creationId xmlns:a16="http://schemas.microsoft.com/office/drawing/2014/main" id="{DED9A692-CC58-4B43-AA2B-15AEBCCF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8397" y="5737685"/>
            <a:ext cx="69011" cy="439941"/>
          </a:xfrm>
          <a:custGeom xmlns:a="http://schemas.openxmlformats.org/drawingml/2006/main">
            <a:pathLst>
              <a:path w="50356" h="321020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321020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321020"/>
                </a:lnTo>
                <a:lnTo>
                  <a:pt x="34620" y="3210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44">
            <a:extLst xmlns:a="http://schemas.openxmlformats.org/drawingml/2006/main">
              <a:ext uri="{FF2B5EF4-FFF2-40B4-BE49-F238E27FC236}">
                <a16:creationId xmlns:a16="http://schemas.microsoft.com/office/drawing/2014/main" id="{1F5E6FF8-8796-4629-AEB5-AA9A9393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8397" y="4967357"/>
            <a:ext cx="69011" cy="293293"/>
          </a:xfrm>
          <a:custGeom xmlns:a="http://schemas.openxmlformats.org/drawingml/2006/main">
            <a:pathLst>
              <a:path w="50356" h="214013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45">
            <a:extLst xmlns:a="http://schemas.openxmlformats.org/drawingml/2006/main">
              <a:ext uri="{FF2B5EF4-FFF2-40B4-BE49-F238E27FC236}">
                <a16:creationId xmlns:a16="http://schemas.microsoft.com/office/drawing/2014/main" id="{E809346F-F3C5-48BB-A6AA-9C423AA1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996" y="4689159"/>
            <a:ext cx="1726552" cy="2523192"/>
          </a:xfrm>
          <a:custGeom xmlns:a="http://schemas.openxmlformats.org/drawingml/2006/main">
            <a:pathLst>
              <a:path w="1259843" h="1841142">
                <a:moveTo>
                  <a:pt x="114875" y="0"/>
                </a:moveTo>
                <a:lnTo>
                  <a:pt x="114875" y="25178"/>
                </a:lnTo>
                <a:lnTo>
                  <a:pt x="114875" y="50356"/>
                </a:lnTo>
                <a:lnTo>
                  <a:pt x="190407" y="25178"/>
                </a:lnTo>
                <a:lnTo>
                  <a:pt x="114875" y="0"/>
                </a:lnTo>
                <a:moveTo>
                  <a:pt x="1259843" y="1841142"/>
                </a:moveTo>
                <a:lnTo>
                  <a:pt x="1259843" y="1573323"/>
                </a:lnTo>
                <a:lnTo>
                  <a:pt x="9441" y="1573323"/>
                </a:lnTo>
                <a:lnTo>
                  <a:pt x="18883" y="1582765"/>
                </a:lnTo>
                <a:lnTo>
                  <a:pt x="18883" y="25178"/>
                </a:lnTo>
                <a:lnTo>
                  <a:pt x="9441" y="34620"/>
                </a:lnTo>
                <a:lnTo>
                  <a:pt x="152641" y="34620"/>
                </a:lnTo>
                <a:lnTo>
                  <a:pt x="152641" y="15737"/>
                </a:lnTo>
                <a:lnTo>
                  <a:pt x="0" y="15737"/>
                </a:lnTo>
                <a:lnTo>
                  <a:pt x="0" y="1592207"/>
                </a:lnTo>
                <a:lnTo>
                  <a:pt x="1250403" y="1592207"/>
                </a:lnTo>
                <a:lnTo>
                  <a:pt x="1240960" y="1582765"/>
                </a:lnTo>
                <a:lnTo>
                  <a:pt x="1240960" y="1841142"/>
                </a:lnTo>
                <a:lnTo>
                  <a:pt x="1259843" y="1841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6">
            <a:extLst xmlns:a="http://schemas.openxmlformats.org/drawingml/2006/main">
              <a:ext uri="{FF2B5EF4-FFF2-40B4-BE49-F238E27FC236}">
                <a16:creationId xmlns:a16="http://schemas.microsoft.com/office/drawing/2014/main" id="{C9606E1C-9FBC-4AAB-B15D-783009EB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0986" y="4164248"/>
            <a:ext cx="69011" cy="293295"/>
          </a:xfrm>
          <a:custGeom xmlns:a="http://schemas.openxmlformats.org/drawingml/2006/main">
            <a:pathLst>
              <a:path w="50356" h="214013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text-247 GELU">
            <a:extLst xmlns:a="http://schemas.openxmlformats.org/drawingml/2006/main">
              <a:ext uri="{FF2B5EF4-FFF2-40B4-BE49-F238E27FC236}">
                <a16:creationId xmlns:a16="http://schemas.microsoft.com/office/drawing/2014/main" id="{5F88CD62-68E9-4A92-95F0-C8EEC6E1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18994" y="5747029"/>
            <a:ext cx="884032" cy="43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GELU</a:t>
            </a:r>
          </a:p>
        </p:txBody>
      </p:sp>
      <p:sp>
        <p:nvSpPr>
          <p:cNvPr id="256" name="path-248">
            <a:extLst xmlns:a="http://schemas.openxmlformats.org/drawingml/2006/main">
              <a:ext uri="{FF2B5EF4-FFF2-40B4-BE49-F238E27FC236}">
                <a16:creationId xmlns:a16="http://schemas.microsoft.com/office/drawing/2014/main" id="{8EE8C8A3-9BBD-4DC7-9A78-6EB9129C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404" y="2483794"/>
            <a:ext cx="754457" cy="1657215"/>
          </a:xfrm>
          <a:custGeom xmlns:a="http://schemas.openxmlformats.org/drawingml/2006/main">
            <a:pathLst>
              <a:path w="550518" h="1209249">
                <a:moveTo>
                  <a:pt x="527479" y="0"/>
                </a:moveTo>
                <a:lnTo>
                  <a:pt x="486918" y="92189"/>
                </a:lnTo>
                <a:lnTo>
                  <a:pt x="509968" y="102324"/>
                </a:lnTo>
                <a:lnTo>
                  <a:pt x="550518" y="10147"/>
                </a:lnTo>
                <a:lnTo>
                  <a:pt x="527479" y="0"/>
                </a:lnTo>
                <a:moveTo>
                  <a:pt x="456501" y="161328"/>
                </a:moveTo>
                <a:lnTo>
                  <a:pt x="415954" y="253518"/>
                </a:lnTo>
                <a:lnTo>
                  <a:pt x="439003" y="263651"/>
                </a:lnTo>
                <a:lnTo>
                  <a:pt x="479553" y="171475"/>
                </a:lnTo>
                <a:lnTo>
                  <a:pt x="456501" y="161328"/>
                </a:lnTo>
                <a:moveTo>
                  <a:pt x="385539" y="322656"/>
                </a:moveTo>
                <a:lnTo>
                  <a:pt x="344989" y="414846"/>
                </a:lnTo>
                <a:lnTo>
                  <a:pt x="368040" y="424980"/>
                </a:lnTo>
                <a:lnTo>
                  <a:pt x="408588" y="332790"/>
                </a:lnTo>
                <a:lnTo>
                  <a:pt x="385539" y="322656"/>
                </a:lnTo>
                <a:moveTo>
                  <a:pt x="314574" y="483984"/>
                </a:moveTo>
                <a:lnTo>
                  <a:pt x="274024" y="576174"/>
                </a:lnTo>
                <a:lnTo>
                  <a:pt x="297063" y="586308"/>
                </a:lnTo>
                <a:lnTo>
                  <a:pt x="337625" y="494119"/>
                </a:lnTo>
                <a:lnTo>
                  <a:pt x="314574" y="483984"/>
                </a:lnTo>
                <a:moveTo>
                  <a:pt x="243609" y="645312"/>
                </a:moveTo>
                <a:lnTo>
                  <a:pt x="203049" y="737501"/>
                </a:lnTo>
                <a:lnTo>
                  <a:pt x="226098" y="747636"/>
                </a:lnTo>
                <a:lnTo>
                  <a:pt x="266648" y="655447"/>
                </a:lnTo>
                <a:lnTo>
                  <a:pt x="243609" y="645312"/>
                </a:lnTo>
                <a:moveTo>
                  <a:pt x="172646" y="806640"/>
                </a:moveTo>
                <a:lnTo>
                  <a:pt x="132084" y="898830"/>
                </a:lnTo>
                <a:lnTo>
                  <a:pt x="155135" y="908964"/>
                </a:lnTo>
                <a:lnTo>
                  <a:pt x="195683" y="816775"/>
                </a:lnTo>
                <a:lnTo>
                  <a:pt x="172646" y="806640"/>
                </a:lnTo>
                <a:moveTo>
                  <a:pt x="101669" y="967968"/>
                </a:moveTo>
                <a:lnTo>
                  <a:pt x="61119" y="1060158"/>
                </a:lnTo>
                <a:lnTo>
                  <a:pt x="84171" y="1070292"/>
                </a:lnTo>
                <a:lnTo>
                  <a:pt x="124719" y="978103"/>
                </a:lnTo>
                <a:lnTo>
                  <a:pt x="101669" y="967968"/>
                </a:lnTo>
                <a:moveTo>
                  <a:pt x="30704" y="1129297"/>
                </a:moveTo>
                <a:lnTo>
                  <a:pt x="0" y="1199103"/>
                </a:lnTo>
                <a:lnTo>
                  <a:pt x="23037" y="1209249"/>
                </a:lnTo>
                <a:lnTo>
                  <a:pt x="53756" y="1139431"/>
                </a:lnTo>
                <a:lnTo>
                  <a:pt x="30704" y="11292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49">
            <a:extLst xmlns:a="http://schemas.openxmlformats.org/drawingml/2006/main">
              <a:ext uri="{FF2B5EF4-FFF2-40B4-BE49-F238E27FC236}">
                <a16:creationId xmlns:a16="http://schemas.microsoft.com/office/drawing/2014/main" id="{BD4F807A-C8D1-4E9B-9384-261DB847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6319" y="2481845"/>
            <a:ext cx="1041400" cy="1695619"/>
          </a:xfrm>
          <a:custGeom xmlns:a="http://schemas.openxmlformats.org/drawingml/2006/main">
            <a:pathLst>
              <a:path w="759897" h="1237272">
                <a:moveTo>
                  <a:pt x="21551" y="0"/>
                </a:moveTo>
                <a:lnTo>
                  <a:pt x="73569" y="86235"/>
                </a:lnTo>
                <a:lnTo>
                  <a:pt x="52005" y="99239"/>
                </a:lnTo>
                <a:lnTo>
                  <a:pt x="0" y="12992"/>
                </a:lnTo>
                <a:lnTo>
                  <a:pt x="21551" y="0"/>
                </a:lnTo>
                <a:moveTo>
                  <a:pt x="112569" y="150917"/>
                </a:moveTo>
                <a:lnTo>
                  <a:pt x="164588" y="237164"/>
                </a:lnTo>
                <a:lnTo>
                  <a:pt x="143023" y="250169"/>
                </a:lnTo>
                <a:lnTo>
                  <a:pt x="91018" y="163921"/>
                </a:lnTo>
                <a:lnTo>
                  <a:pt x="112569" y="150917"/>
                </a:lnTo>
                <a:moveTo>
                  <a:pt x="203601" y="301846"/>
                </a:moveTo>
                <a:lnTo>
                  <a:pt x="255606" y="388081"/>
                </a:lnTo>
                <a:lnTo>
                  <a:pt x="234042" y="401086"/>
                </a:lnTo>
                <a:lnTo>
                  <a:pt x="182035" y="314851"/>
                </a:lnTo>
                <a:lnTo>
                  <a:pt x="203601" y="301846"/>
                </a:lnTo>
                <a:moveTo>
                  <a:pt x="294619" y="452763"/>
                </a:moveTo>
                <a:lnTo>
                  <a:pt x="346626" y="539011"/>
                </a:lnTo>
                <a:lnTo>
                  <a:pt x="325060" y="552015"/>
                </a:lnTo>
                <a:lnTo>
                  <a:pt x="273055" y="465768"/>
                </a:lnTo>
                <a:lnTo>
                  <a:pt x="294619" y="452763"/>
                </a:lnTo>
                <a:moveTo>
                  <a:pt x="385638" y="603693"/>
                </a:moveTo>
                <a:lnTo>
                  <a:pt x="437643" y="689927"/>
                </a:lnTo>
                <a:lnTo>
                  <a:pt x="416092" y="702932"/>
                </a:lnTo>
                <a:lnTo>
                  <a:pt x="364073" y="616698"/>
                </a:lnTo>
                <a:lnTo>
                  <a:pt x="385638" y="603693"/>
                </a:lnTo>
                <a:moveTo>
                  <a:pt x="476657" y="754610"/>
                </a:moveTo>
                <a:lnTo>
                  <a:pt x="528661" y="840857"/>
                </a:lnTo>
                <a:lnTo>
                  <a:pt x="507110" y="853862"/>
                </a:lnTo>
                <a:lnTo>
                  <a:pt x="455092" y="767614"/>
                </a:lnTo>
                <a:lnTo>
                  <a:pt x="476657" y="754610"/>
                </a:lnTo>
                <a:moveTo>
                  <a:pt x="567675" y="905539"/>
                </a:moveTo>
                <a:lnTo>
                  <a:pt x="619693" y="991774"/>
                </a:lnTo>
                <a:lnTo>
                  <a:pt x="598127" y="1004779"/>
                </a:lnTo>
                <a:lnTo>
                  <a:pt x="546110" y="918544"/>
                </a:lnTo>
                <a:lnTo>
                  <a:pt x="567675" y="905539"/>
                </a:lnTo>
                <a:moveTo>
                  <a:pt x="658695" y="1056456"/>
                </a:moveTo>
                <a:lnTo>
                  <a:pt x="710710" y="1142704"/>
                </a:lnTo>
                <a:lnTo>
                  <a:pt x="689147" y="1155708"/>
                </a:lnTo>
                <a:lnTo>
                  <a:pt x="637129" y="1069461"/>
                </a:lnTo>
                <a:lnTo>
                  <a:pt x="658695" y="1056456"/>
                </a:lnTo>
                <a:moveTo>
                  <a:pt x="749712" y="1207386"/>
                </a:moveTo>
                <a:lnTo>
                  <a:pt x="759897" y="1224280"/>
                </a:lnTo>
                <a:lnTo>
                  <a:pt x="738345" y="1237272"/>
                </a:lnTo>
                <a:lnTo>
                  <a:pt x="728159" y="1220390"/>
                </a:lnTo>
                <a:lnTo>
                  <a:pt x="749712" y="12073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50">
            <a:extLst xmlns:a="http://schemas.openxmlformats.org/drawingml/2006/main">
              <a:ext uri="{FF2B5EF4-FFF2-40B4-BE49-F238E27FC236}">
                <a16:creationId xmlns:a16="http://schemas.microsoft.com/office/drawing/2014/main" id="{ED26EF0C-6CF1-443A-92EE-75A70C9D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" y="1414013"/>
            <a:ext cx="196680" cy="196680"/>
          </a:xfrm>
          <a:custGeom xmlns:a="http://schemas.openxmlformats.org/drawingml/2006/main">
            <a:pathLst>
              <a:path w="143515" h="143515">
                <a:moveTo>
                  <a:pt x="0" y="143515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51">
            <a:extLst xmlns:a="http://schemas.openxmlformats.org/drawingml/2006/main">
              <a:ext uri="{FF2B5EF4-FFF2-40B4-BE49-F238E27FC236}">
                <a16:creationId xmlns:a16="http://schemas.microsoft.com/office/drawing/2014/main" id="{970D8B09-F632-44C9-AD26-1E1B1B92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33" y="139693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52">
            <a:extLst xmlns:a="http://schemas.openxmlformats.org/drawingml/2006/main">
              <a:ext uri="{FF2B5EF4-FFF2-40B4-BE49-F238E27FC236}">
                <a16:creationId xmlns:a16="http://schemas.microsoft.com/office/drawing/2014/main" id="{D0ABB8C7-2576-4852-94FB-18D76F55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65" y="1414013"/>
            <a:ext cx="194609" cy="196680"/>
          </a:xfrm>
          <a:custGeom xmlns:a="http://schemas.openxmlformats.org/drawingml/2006/main">
            <a:pathLst>
              <a:path w="142004" h="143515">
                <a:moveTo>
                  <a:pt x="0" y="143515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53">
            <a:extLst xmlns:a="http://schemas.openxmlformats.org/drawingml/2006/main">
              <a:ext uri="{FF2B5EF4-FFF2-40B4-BE49-F238E27FC236}">
                <a16:creationId xmlns:a16="http://schemas.microsoft.com/office/drawing/2014/main" id="{F3B78E88-0B57-47FE-ADDB-3D8EC1F6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50" y="139693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54">
            <a:extLst xmlns:a="http://schemas.openxmlformats.org/drawingml/2006/main">
              <a:ext uri="{FF2B5EF4-FFF2-40B4-BE49-F238E27FC236}">
                <a16:creationId xmlns:a16="http://schemas.microsoft.com/office/drawing/2014/main" id="{39D79606-F65A-4C8F-95EF-AF48E44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74" y="1414013"/>
            <a:ext cx="196680" cy="196680"/>
          </a:xfrm>
          <a:custGeom xmlns:a="http://schemas.openxmlformats.org/drawingml/2006/main">
            <a:pathLst>
              <a:path w="143515" h="143515">
                <a:moveTo>
                  <a:pt x="0" y="143515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55">
            <a:extLst xmlns:a="http://schemas.openxmlformats.org/drawingml/2006/main">
              <a:ext uri="{FF2B5EF4-FFF2-40B4-BE49-F238E27FC236}">
                <a16:creationId xmlns:a16="http://schemas.microsoft.com/office/drawing/2014/main" id="{F0396AFA-41E0-4C52-B366-CC306E19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66" y="139693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56">
            <a:extLst xmlns:a="http://schemas.openxmlformats.org/drawingml/2006/main">
              <a:ext uri="{FF2B5EF4-FFF2-40B4-BE49-F238E27FC236}">
                <a16:creationId xmlns:a16="http://schemas.microsoft.com/office/drawing/2014/main" id="{61B5D6F3-4459-4CB7-96CE-5415795B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54" y="1414013"/>
            <a:ext cx="194609" cy="196680"/>
          </a:xfrm>
          <a:custGeom xmlns:a="http://schemas.openxmlformats.org/drawingml/2006/main">
            <a:pathLst>
              <a:path w="142004" h="143515">
                <a:moveTo>
                  <a:pt x="0" y="143515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>
              <a:alpha val="4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57">
            <a:extLst xmlns:a="http://schemas.openxmlformats.org/drawingml/2006/main">
              <a:ext uri="{FF2B5EF4-FFF2-40B4-BE49-F238E27FC236}">
                <a16:creationId xmlns:a16="http://schemas.microsoft.com/office/drawing/2014/main" id="{64A38C04-7293-4AB2-8C0D-6DBF4480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83" y="139693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58">
            <a:extLst xmlns:a="http://schemas.openxmlformats.org/drawingml/2006/main">
              <a:ext uri="{FF2B5EF4-FFF2-40B4-BE49-F238E27FC236}">
                <a16:creationId xmlns:a16="http://schemas.microsoft.com/office/drawing/2014/main" id="{DC44FE3B-7A38-43D2-A1D4-F14D820B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363" y="1414013"/>
            <a:ext cx="196679" cy="196680"/>
          </a:xfrm>
          <a:custGeom xmlns:a="http://schemas.openxmlformats.org/drawingml/2006/main">
            <a:pathLst>
              <a:path w="143514" h="143515">
                <a:moveTo>
                  <a:pt x="0" y="143515"/>
                </a:moveTo>
                <a:lnTo>
                  <a:pt x="0" y="0"/>
                </a:lnTo>
                <a:lnTo>
                  <a:pt x="143514" y="0"/>
                </a:lnTo>
                <a:lnTo>
                  <a:pt x="14351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59">
            <a:extLst xmlns:a="http://schemas.openxmlformats.org/drawingml/2006/main">
              <a:ext uri="{FF2B5EF4-FFF2-40B4-BE49-F238E27FC236}">
                <a16:creationId xmlns:a16="http://schemas.microsoft.com/office/drawing/2014/main" id="{21A5AA21-EBAD-4899-8669-2A401AD8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800" y="139693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60">
            <a:extLst xmlns:a="http://schemas.openxmlformats.org/drawingml/2006/main">
              <a:ext uri="{FF2B5EF4-FFF2-40B4-BE49-F238E27FC236}">
                <a16:creationId xmlns:a16="http://schemas.microsoft.com/office/drawing/2014/main" id="{82CAC8F9-68BD-41EB-8F1B-E3079972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" y="2380848"/>
            <a:ext cx="196680" cy="194609"/>
          </a:xfrm>
          <a:custGeom xmlns:a="http://schemas.openxmlformats.org/drawingml/2006/main">
            <a:pathLst>
              <a:path w="143515" h="142004">
                <a:moveTo>
                  <a:pt x="0" y="142004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61">
            <a:extLst xmlns:a="http://schemas.openxmlformats.org/drawingml/2006/main">
              <a:ext uri="{FF2B5EF4-FFF2-40B4-BE49-F238E27FC236}">
                <a16:creationId xmlns:a16="http://schemas.microsoft.com/office/drawing/2014/main" id="{F7BEC395-2B79-494C-A013-50AD897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33" y="2363078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62">
            <a:extLst xmlns:a="http://schemas.openxmlformats.org/drawingml/2006/main">
              <a:ext uri="{FF2B5EF4-FFF2-40B4-BE49-F238E27FC236}">
                <a16:creationId xmlns:a16="http://schemas.microsoft.com/office/drawing/2014/main" id="{39D00FC2-F2E6-47BD-97E9-BB0F8F13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65" y="2380848"/>
            <a:ext cx="194609" cy="194609"/>
          </a:xfrm>
          <a:custGeom xmlns:a="http://schemas.openxmlformats.org/drawingml/2006/main">
            <a:pathLst>
              <a:path w="142004" h="142004">
                <a:moveTo>
                  <a:pt x="0" y="142004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63">
            <a:extLst xmlns:a="http://schemas.openxmlformats.org/drawingml/2006/main">
              <a:ext uri="{FF2B5EF4-FFF2-40B4-BE49-F238E27FC236}">
                <a16:creationId xmlns:a16="http://schemas.microsoft.com/office/drawing/2014/main" id="{9BC96283-1EB6-4C76-8A9E-4AE7CBC9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50" y="2363078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64">
            <a:extLst xmlns:a="http://schemas.openxmlformats.org/drawingml/2006/main">
              <a:ext uri="{FF2B5EF4-FFF2-40B4-BE49-F238E27FC236}">
                <a16:creationId xmlns:a16="http://schemas.microsoft.com/office/drawing/2014/main" id="{4E218DC4-C02A-4F07-BE4F-5C03AC01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74" y="2380848"/>
            <a:ext cx="196680" cy="194609"/>
          </a:xfrm>
          <a:custGeom xmlns:a="http://schemas.openxmlformats.org/drawingml/2006/main">
            <a:pathLst>
              <a:path w="143515" h="142004">
                <a:moveTo>
                  <a:pt x="0" y="142004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65">
            <a:extLst xmlns:a="http://schemas.openxmlformats.org/drawingml/2006/main">
              <a:ext uri="{FF2B5EF4-FFF2-40B4-BE49-F238E27FC236}">
                <a16:creationId xmlns:a16="http://schemas.microsoft.com/office/drawing/2014/main" id="{DD58E97A-3BEA-4424-9164-F0A4F976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66" y="2363078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66">
            <a:extLst xmlns:a="http://schemas.openxmlformats.org/drawingml/2006/main">
              <a:ext uri="{FF2B5EF4-FFF2-40B4-BE49-F238E27FC236}">
                <a16:creationId xmlns:a16="http://schemas.microsoft.com/office/drawing/2014/main" id="{6A70CF15-279F-40A9-967B-D868D23D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54" y="2380848"/>
            <a:ext cx="194609" cy="194609"/>
          </a:xfrm>
          <a:custGeom xmlns:a="http://schemas.openxmlformats.org/drawingml/2006/main">
            <a:pathLst>
              <a:path w="142004" h="142004">
                <a:moveTo>
                  <a:pt x="0" y="142004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>
              <a:alpha val="4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67">
            <a:extLst xmlns:a="http://schemas.openxmlformats.org/drawingml/2006/main">
              <a:ext uri="{FF2B5EF4-FFF2-40B4-BE49-F238E27FC236}">
                <a16:creationId xmlns:a16="http://schemas.microsoft.com/office/drawing/2014/main" id="{5431CBF9-FB7F-4581-B0A1-B1EC399E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83" y="2363078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68">
            <a:extLst xmlns:a="http://schemas.openxmlformats.org/drawingml/2006/main">
              <a:ext uri="{FF2B5EF4-FFF2-40B4-BE49-F238E27FC236}">
                <a16:creationId xmlns:a16="http://schemas.microsoft.com/office/drawing/2014/main" id="{F0F346FC-8A84-461A-8022-DA3D8F7B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363" y="2380848"/>
            <a:ext cx="196679" cy="194609"/>
          </a:xfrm>
          <a:custGeom xmlns:a="http://schemas.openxmlformats.org/drawingml/2006/main">
            <a:pathLst>
              <a:path w="143514" h="142004">
                <a:moveTo>
                  <a:pt x="0" y="142004"/>
                </a:moveTo>
                <a:lnTo>
                  <a:pt x="0" y="0"/>
                </a:lnTo>
                <a:lnTo>
                  <a:pt x="143514" y="0"/>
                </a:lnTo>
                <a:lnTo>
                  <a:pt x="143514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69">
            <a:extLst xmlns:a="http://schemas.openxmlformats.org/drawingml/2006/main">
              <a:ext uri="{FF2B5EF4-FFF2-40B4-BE49-F238E27FC236}">
                <a16:creationId xmlns:a16="http://schemas.microsoft.com/office/drawing/2014/main" id="{DE5AE602-4E41-4F3D-8251-C744E0CD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800" y="2363078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B0AEC42-9043-4DAE-9306-E802377C2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8b10904494f55"/>
          <a:stretch xmlns:a="http://schemas.openxmlformats.org/drawingml/2006/main"/>
        </p:blipFill>
        <p:spPr>
          <a:xfrm xmlns:a="http://schemas.openxmlformats.org/drawingml/2006/main">
            <a:off x="203868" y="1217898"/>
            <a:ext cx="556396" cy="528009"/>
          </a:xfrm>
          <a:prstGeom xmlns:a="http://schemas.openxmlformats.org/drawingml/2006/main" prst="rect">
            <a:avLst/>
          </a:prstGeom>
        </p:spPr>
      </p:pic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4B7EE8F-54E1-477D-89D3-870FF032F7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0ca7862974824"/>
          <a:stretch xmlns:a="http://schemas.openxmlformats.org/drawingml/2006/main"/>
        </p:blipFill>
        <p:spPr>
          <a:xfrm xmlns:a="http://schemas.openxmlformats.org/drawingml/2006/main">
            <a:off x="203868" y="2215916"/>
            <a:ext cx="554671" cy="526372"/>
          </a:xfrm>
          <a:prstGeom xmlns:a="http://schemas.openxmlformats.org/drawingml/2006/main" prst="rect">
            <a:avLst/>
          </a:prstGeom>
        </p:spPr>
      </p:pic>
      <p:pic>
        <p:nvPic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80315F6-1CF8-4ADB-8B69-C85BF0584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3573220cf41fe"/>
          <a:stretch xmlns:a="http://schemas.openxmlformats.org/drawingml/2006/main"/>
        </p:blipFill>
        <p:spPr>
          <a:xfrm xmlns:a="http://schemas.openxmlformats.org/drawingml/2006/main">
            <a:off x="233197" y="3073884"/>
            <a:ext cx="481347" cy="481347"/>
          </a:xfrm>
          <a:prstGeom xmlns:a="http://schemas.openxmlformats.org/drawingml/2006/main" prst="rect">
            <a:avLst/>
          </a:prstGeom>
        </p:spPr>
      </p:pic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9921C24-96DB-4917-A62A-B6592F6D2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8a771e2374924"/>
          <a:stretch xmlns:a="http://schemas.openxmlformats.org/drawingml/2006/main"/>
        </p:blipFill>
        <p:spPr>
          <a:xfrm xmlns:a="http://schemas.openxmlformats.org/drawingml/2006/main">
            <a:off x="2238811" y="1821347"/>
            <a:ext cx="433040" cy="433040"/>
          </a:xfrm>
          <a:prstGeom xmlns:a="http://schemas.openxmlformats.org/drawingml/2006/main" prst="rect">
            <a:avLst/>
          </a:prstGeom>
        </p:spPr>
      </p:pic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B7179F4-C435-4031-AD34-1B348A0C59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184887c764f48"/>
          <a:stretch xmlns:a="http://schemas.openxmlformats.org/drawingml/2006/main"/>
        </p:blipFill>
        <p:spPr>
          <a:xfrm xmlns:a="http://schemas.openxmlformats.org/drawingml/2006/main">
            <a:off x="2238811" y="2736597"/>
            <a:ext cx="433040" cy="433040"/>
          </a:xfrm>
          <a:prstGeom xmlns:a="http://schemas.openxmlformats.org/drawingml/2006/main" prst="rect">
            <a:avLst/>
          </a:prstGeom>
        </p:spPr>
      </p:pic>
      <p:sp>
        <p:nvSpPr>
          <p:cNvPr id="283" name="path-275">
            <a:extLst xmlns:a="http://schemas.openxmlformats.org/drawingml/2006/main">
              <a:ext uri="{FF2B5EF4-FFF2-40B4-BE49-F238E27FC236}">
                <a16:creationId xmlns:a16="http://schemas.microsoft.com/office/drawing/2014/main" id="{5E6C2D4A-EA32-4608-A308-78ED4EFD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" y="3260730"/>
            <a:ext cx="196680" cy="196680"/>
          </a:xfrm>
          <a:custGeom xmlns:a="http://schemas.openxmlformats.org/drawingml/2006/main">
            <a:pathLst>
              <a:path w="143515" h="143515">
                <a:moveTo>
                  <a:pt x="0" y="143515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76">
            <a:extLst xmlns:a="http://schemas.openxmlformats.org/drawingml/2006/main">
              <a:ext uri="{FF2B5EF4-FFF2-40B4-BE49-F238E27FC236}">
                <a16:creationId xmlns:a16="http://schemas.microsoft.com/office/drawing/2014/main" id="{299E6FFF-E6E6-4BB5-B727-BCA6B7F4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95" y="324382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77">
            <a:extLst xmlns:a="http://schemas.openxmlformats.org/drawingml/2006/main">
              <a:ext uri="{FF2B5EF4-FFF2-40B4-BE49-F238E27FC236}">
                <a16:creationId xmlns:a16="http://schemas.microsoft.com/office/drawing/2014/main" id="{B4CE7B9E-6C4A-444C-A5EE-1C0DBCAC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65" y="3260730"/>
            <a:ext cx="196679" cy="196680"/>
          </a:xfrm>
          <a:custGeom xmlns:a="http://schemas.openxmlformats.org/drawingml/2006/main">
            <a:pathLst>
              <a:path w="143514" h="143515">
                <a:moveTo>
                  <a:pt x="0" y="143515"/>
                </a:moveTo>
                <a:lnTo>
                  <a:pt x="0" y="0"/>
                </a:lnTo>
                <a:lnTo>
                  <a:pt x="143514" y="0"/>
                </a:lnTo>
                <a:lnTo>
                  <a:pt x="14351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78">
            <a:extLst xmlns:a="http://schemas.openxmlformats.org/drawingml/2006/main">
              <a:ext uri="{FF2B5EF4-FFF2-40B4-BE49-F238E27FC236}">
                <a16:creationId xmlns:a16="http://schemas.microsoft.com/office/drawing/2014/main" id="{E6A2ED29-C508-4531-9F45-16F4BC9A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12" y="324382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79">
            <a:extLst xmlns:a="http://schemas.openxmlformats.org/drawingml/2006/main">
              <a:ext uri="{FF2B5EF4-FFF2-40B4-BE49-F238E27FC236}">
                <a16:creationId xmlns:a16="http://schemas.microsoft.com/office/drawing/2014/main" id="{2911106C-2D83-47F6-ADEC-98AE58B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144" y="3260730"/>
            <a:ext cx="194610" cy="196680"/>
          </a:xfrm>
          <a:custGeom xmlns:a="http://schemas.openxmlformats.org/drawingml/2006/main">
            <a:pathLst>
              <a:path w="142004" h="143515">
                <a:moveTo>
                  <a:pt x="0" y="143515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80">
            <a:extLst xmlns:a="http://schemas.openxmlformats.org/drawingml/2006/main">
              <a:ext uri="{FF2B5EF4-FFF2-40B4-BE49-F238E27FC236}">
                <a16:creationId xmlns:a16="http://schemas.microsoft.com/office/drawing/2014/main" id="{3A083640-2A1A-4394-8E3D-9CFA282B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29" y="324382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81">
            <a:extLst xmlns:a="http://schemas.openxmlformats.org/drawingml/2006/main">
              <a:ext uri="{FF2B5EF4-FFF2-40B4-BE49-F238E27FC236}">
                <a16:creationId xmlns:a16="http://schemas.microsoft.com/office/drawing/2014/main" id="{9BFE04F5-7B1E-4FE0-A83E-DC3C790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54" y="3260730"/>
            <a:ext cx="196679" cy="196680"/>
          </a:xfrm>
          <a:custGeom xmlns:a="http://schemas.openxmlformats.org/drawingml/2006/main">
            <a:pathLst>
              <a:path w="143514" h="143515">
                <a:moveTo>
                  <a:pt x="0" y="143515"/>
                </a:moveTo>
                <a:lnTo>
                  <a:pt x="0" y="0"/>
                </a:lnTo>
                <a:lnTo>
                  <a:pt x="143514" y="0"/>
                </a:lnTo>
                <a:lnTo>
                  <a:pt x="14351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82">
            <a:extLst xmlns:a="http://schemas.openxmlformats.org/drawingml/2006/main">
              <a:ext uri="{FF2B5EF4-FFF2-40B4-BE49-F238E27FC236}">
                <a16:creationId xmlns:a16="http://schemas.microsoft.com/office/drawing/2014/main" id="{9A82C7FB-78D7-451F-AF00-1CC32427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846" y="324382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83">
            <a:extLst xmlns:a="http://schemas.openxmlformats.org/drawingml/2006/main">
              <a:ext uri="{FF2B5EF4-FFF2-40B4-BE49-F238E27FC236}">
                <a16:creationId xmlns:a16="http://schemas.microsoft.com/office/drawing/2014/main" id="{746888B5-C9F5-4C1D-A4F1-5FEC4B0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433" y="3260730"/>
            <a:ext cx="194609" cy="196680"/>
          </a:xfrm>
          <a:custGeom xmlns:a="http://schemas.openxmlformats.org/drawingml/2006/main">
            <a:pathLst>
              <a:path w="142004" h="143515">
                <a:moveTo>
                  <a:pt x="0" y="143515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84">
            <a:extLst xmlns:a="http://schemas.openxmlformats.org/drawingml/2006/main">
              <a:ext uri="{FF2B5EF4-FFF2-40B4-BE49-F238E27FC236}">
                <a16:creationId xmlns:a16="http://schemas.microsoft.com/office/drawing/2014/main" id="{2C300AA7-F34C-42B2-84F3-40951A0D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663" y="3243823"/>
            <a:ext cx="230322" cy="230322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85">
            <a:extLst xmlns:a="http://schemas.openxmlformats.org/drawingml/2006/main">
              <a:ext uri="{FF2B5EF4-FFF2-40B4-BE49-F238E27FC236}">
                <a16:creationId xmlns:a16="http://schemas.microsoft.com/office/drawing/2014/main" id="{A99B1A30-2A2A-4535-B358-AA84A379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139" y="1504003"/>
            <a:ext cx="470375" cy="533864"/>
          </a:xfrm>
          <a:custGeom xmlns:a="http://schemas.openxmlformats.org/drawingml/2006/main">
            <a:pathLst>
              <a:path w="343226" h="389554">
                <a:moveTo>
                  <a:pt x="274491" y="349357"/>
                </a:moveTo>
                <a:lnTo>
                  <a:pt x="293425" y="332765"/>
                </a:lnTo>
                <a:lnTo>
                  <a:pt x="312358" y="316160"/>
                </a:lnTo>
                <a:lnTo>
                  <a:pt x="343226" y="389554"/>
                </a:lnTo>
                <a:lnTo>
                  <a:pt x="274491" y="349357"/>
                </a:lnTo>
                <a:moveTo>
                  <a:pt x="14200" y="0"/>
                </a:moveTo>
                <a:lnTo>
                  <a:pt x="325426" y="354934"/>
                </a:lnTo>
                <a:lnTo>
                  <a:pt x="311225" y="367385"/>
                </a:lnTo>
                <a:lnTo>
                  <a:pt x="0" y="12438"/>
                </a:lnTo>
                <a:lnTo>
                  <a:pt x="14200" y="0"/>
                </a:lnTo>
              </a:path>
            </a:pathLst>
          </a:custGeom>
          <a:solidFill xmlns:a="http://schemas.openxmlformats.org/drawingml/2006/main">
            <a:srgbClr val="75BD42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86">
            <a:extLst xmlns:a="http://schemas.openxmlformats.org/drawingml/2006/main">
              <a:ext uri="{FF2B5EF4-FFF2-40B4-BE49-F238E27FC236}">
                <a16:creationId xmlns:a16="http://schemas.microsoft.com/office/drawing/2014/main" id="{46DC058A-7C0B-4936-AF11-7FD7726E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916" y="2037867"/>
            <a:ext cx="469598" cy="450154"/>
          </a:xfrm>
          <a:custGeom xmlns:a="http://schemas.openxmlformats.org/drawingml/2006/main">
            <a:pathLst>
              <a:path w="342660" h="328472">
                <a:moveTo>
                  <a:pt x="270676" y="34028"/>
                </a:moveTo>
                <a:lnTo>
                  <a:pt x="288087" y="52219"/>
                </a:lnTo>
                <a:lnTo>
                  <a:pt x="305497" y="70410"/>
                </a:lnTo>
                <a:lnTo>
                  <a:pt x="342660" y="0"/>
                </a:lnTo>
                <a:lnTo>
                  <a:pt x="270676" y="34028"/>
                </a:lnTo>
                <a:moveTo>
                  <a:pt x="13067" y="328472"/>
                </a:moveTo>
                <a:lnTo>
                  <a:pt x="321901" y="32933"/>
                </a:lnTo>
                <a:lnTo>
                  <a:pt x="308846" y="19286"/>
                </a:lnTo>
                <a:lnTo>
                  <a:pt x="0" y="314826"/>
                </a:lnTo>
                <a:lnTo>
                  <a:pt x="13067" y="328472"/>
                </a:lnTo>
              </a:path>
            </a:pathLst>
          </a:custGeom>
          <a:solidFill xmlns:a="http://schemas.openxmlformats.org/drawingml/2006/main">
            <a:srgbClr val="75BD42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87">
            <a:extLst xmlns:a="http://schemas.openxmlformats.org/drawingml/2006/main">
              <a:ext uri="{FF2B5EF4-FFF2-40B4-BE49-F238E27FC236}">
                <a16:creationId xmlns:a16="http://schemas.microsoft.com/office/drawing/2014/main" id="{57D8336F-7933-4457-9E78-962DF3D5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158" y="2953117"/>
            <a:ext cx="468356" cy="415995"/>
          </a:xfrm>
          <a:custGeom xmlns:a="http://schemas.openxmlformats.org/drawingml/2006/main">
            <a:pathLst>
              <a:path w="341753" h="303546">
                <a:moveTo>
                  <a:pt x="268486" y="31145"/>
                </a:moveTo>
                <a:lnTo>
                  <a:pt x="285153" y="50016"/>
                </a:lnTo>
                <a:lnTo>
                  <a:pt x="301821" y="68887"/>
                </a:lnTo>
                <a:lnTo>
                  <a:pt x="341753" y="0"/>
                </a:lnTo>
                <a:lnTo>
                  <a:pt x="268486" y="31145"/>
                </a:lnTo>
                <a:moveTo>
                  <a:pt x="12514" y="303546"/>
                </a:moveTo>
                <a:lnTo>
                  <a:pt x="319710" y="32089"/>
                </a:lnTo>
                <a:lnTo>
                  <a:pt x="307197" y="17940"/>
                </a:lnTo>
                <a:lnTo>
                  <a:pt x="0" y="289396"/>
                </a:lnTo>
                <a:lnTo>
                  <a:pt x="12514" y="303546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88">
            <a:extLst xmlns:a="http://schemas.openxmlformats.org/drawingml/2006/main">
              <a:ext uri="{FF2B5EF4-FFF2-40B4-BE49-F238E27FC236}">
                <a16:creationId xmlns:a16="http://schemas.microsoft.com/office/drawing/2014/main" id="{3B306A79-6274-4431-986D-A562E809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218" y="2466387"/>
            <a:ext cx="456296" cy="486730"/>
          </a:xfrm>
          <a:custGeom xmlns:a="http://schemas.openxmlformats.org/drawingml/2006/main">
            <a:pathLst>
              <a:path w="332954" h="355161">
                <a:moveTo>
                  <a:pt x="262972" y="317180"/>
                </a:moveTo>
                <a:lnTo>
                  <a:pt x="281364" y="299984"/>
                </a:lnTo>
                <a:lnTo>
                  <a:pt x="299756" y="282787"/>
                </a:lnTo>
                <a:lnTo>
                  <a:pt x="332954" y="355161"/>
                </a:lnTo>
                <a:lnTo>
                  <a:pt x="262972" y="317180"/>
                </a:lnTo>
                <a:moveTo>
                  <a:pt x="13798" y="0"/>
                </a:moveTo>
                <a:lnTo>
                  <a:pt x="314058" y="321120"/>
                </a:lnTo>
                <a:lnTo>
                  <a:pt x="300260" y="334024"/>
                </a:lnTo>
                <a:lnTo>
                  <a:pt x="0" y="12891"/>
                </a:lnTo>
                <a:lnTo>
                  <a:pt x="13798" y="0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89">
            <a:extLst xmlns:a="http://schemas.openxmlformats.org/drawingml/2006/main">
              <a:ext uri="{FF2B5EF4-FFF2-40B4-BE49-F238E27FC236}">
                <a16:creationId xmlns:a16="http://schemas.microsoft.com/office/drawing/2014/main" id="{78042517-8581-4BFD-A5EA-E99FC98F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551" y="1508592"/>
            <a:ext cx="474309" cy="1444525"/>
          </a:xfrm>
          <a:custGeom xmlns:a="http://schemas.openxmlformats.org/drawingml/2006/main">
            <a:pathLst>
              <a:path w="346097" h="1054052">
                <a:moveTo>
                  <a:pt x="298133" y="989773"/>
                </a:moveTo>
                <a:lnTo>
                  <a:pt x="322115" y="982106"/>
                </a:lnTo>
                <a:lnTo>
                  <a:pt x="346097" y="974439"/>
                </a:lnTo>
                <a:lnTo>
                  <a:pt x="345115" y="1054052"/>
                </a:lnTo>
                <a:lnTo>
                  <a:pt x="298133" y="989773"/>
                </a:lnTo>
                <a:moveTo>
                  <a:pt x="17977" y="0"/>
                </a:moveTo>
                <a:lnTo>
                  <a:pt x="342610" y="1015202"/>
                </a:lnTo>
                <a:lnTo>
                  <a:pt x="324620" y="1020955"/>
                </a:lnTo>
                <a:lnTo>
                  <a:pt x="0" y="5741"/>
                </a:lnTo>
                <a:lnTo>
                  <a:pt x="17977" y="0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90">
            <a:extLst xmlns:a="http://schemas.openxmlformats.org/drawingml/2006/main">
              <a:ext uri="{FF2B5EF4-FFF2-40B4-BE49-F238E27FC236}">
                <a16:creationId xmlns:a16="http://schemas.microsoft.com/office/drawing/2014/main" id="{4D5061E9-2C88-41DD-9F70-6F5BAE5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669" y="1261500"/>
            <a:ext cx="1645897" cy="534830"/>
          </a:xfrm>
          <a:custGeom xmlns:a="http://schemas.openxmlformats.org/drawingml/2006/main">
            <a:pathLst>
              <a:path w="1200991" h="390259">
                <a:moveTo>
                  <a:pt x="0" y="377670"/>
                </a:moveTo>
                <a:lnTo>
                  <a:pt x="0" y="327062"/>
                </a:lnTo>
                <a:lnTo>
                  <a:pt x="277" y="324444"/>
                </a:lnTo>
                <a:lnTo>
                  <a:pt x="1082" y="321939"/>
                </a:lnTo>
                <a:lnTo>
                  <a:pt x="2405" y="319660"/>
                </a:lnTo>
                <a:lnTo>
                  <a:pt x="4167" y="317709"/>
                </a:lnTo>
                <a:lnTo>
                  <a:pt x="6294" y="316160"/>
                </a:lnTo>
                <a:lnTo>
                  <a:pt x="8699" y="315090"/>
                </a:lnTo>
                <a:lnTo>
                  <a:pt x="11267" y="314536"/>
                </a:lnTo>
                <a:lnTo>
                  <a:pt x="13911" y="314536"/>
                </a:lnTo>
                <a:lnTo>
                  <a:pt x="16479" y="315090"/>
                </a:lnTo>
                <a:lnTo>
                  <a:pt x="18883" y="316160"/>
                </a:lnTo>
                <a:lnTo>
                  <a:pt x="21011" y="317709"/>
                </a:lnTo>
                <a:lnTo>
                  <a:pt x="22774" y="319660"/>
                </a:lnTo>
                <a:lnTo>
                  <a:pt x="24095" y="321939"/>
                </a:lnTo>
                <a:lnTo>
                  <a:pt x="24901" y="324444"/>
                </a:lnTo>
                <a:lnTo>
                  <a:pt x="25178" y="327062"/>
                </a:lnTo>
                <a:lnTo>
                  <a:pt x="25178" y="377670"/>
                </a:lnTo>
                <a:lnTo>
                  <a:pt x="24901" y="380289"/>
                </a:lnTo>
                <a:lnTo>
                  <a:pt x="24095" y="382794"/>
                </a:lnTo>
                <a:lnTo>
                  <a:pt x="22774" y="385072"/>
                </a:lnTo>
                <a:lnTo>
                  <a:pt x="21011" y="387024"/>
                </a:lnTo>
                <a:lnTo>
                  <a:pt x="18883" y="388572"/>
                </a:lnTo>
                <a:lnTo>
                  <a:pt x="16479" y="389642"/>
                </a:lnTo>
                <a:lnTo>
                  <a:pt x="13911" y="390196"/>
                </a:lnTo>
                <a:lnTo>
                  <a:pt x="11267" y="390196"/>
                </a:lnTo>
                <a:lnTo>
                  <a:pt x="8699" y="389642"/>
                </a:lnTo>
                <a:lnTo>
                  <a:pt x="6294" y="388572"/>
                </a:lnTo>
                <a:lnTo>
                  <a:pt x="4167" y="387024"/>
                </a:lnTo>
                <a:lnTo>
                  <a:pt x="2405" y="385072"/>
                </a:lnTo>
                <a:lnTo>
                  <a:pt x="1082" y="382794"/>
                </a:lnTo>
                <a:lnTo>
                  <a:pt x="277" y="380289"/>
                </a:lnTo>
                <a:lnTo>
                  <a:pt x="0" y="377670"/>
                </a:lnTo>
                <a:moveTo>
                  <a:pt x="0" y="276958"/>
                </a:moveTo>
                <a:lnTo>
                  <a:pt x="0" y="226350"/>
                </a:lnTo>
                <a:lnTo>
                  <a:pt x="277" y="223732"/>
                </a:lnTo>
                <a:lnTo>
                  <a:pt x="1082" y="221227"/>
                </a:lnTo>
                <a:lnTo>
                  <a:pt x="2405" y="218948"/>
                </a:lnTo>
                <a:lnTo>
                  <a:pt x="4167" y="216997"/>
                </a:lnTo>
                <a:lnTo>
                  <a:pt x="6294" y="215448"/>
                </a:lnTo>
                <a:lnTo>
                  <a:pt x="8699" y="214378"/>
                </a:lnTo>
                <a:lnTo>
                  <a:pt x="11267" y="213824"/>
                </a:lnTo>
                <a:lnTo>
                  <a:pt x="13911" y="213824"/>
                </a:lnTo>
                <a:lnTo>
                  <a:pt x="16479" y="214378"/>
                </a:lnTo>
                <a:lnTo>
                  <a:pt x="18883" y="215448"/>
                </a:lnTo>
                <a:lnTo>
                  <a:pt x="21011" y="216997"/>
                </a:lnTo>
                <a:lnTo>
                  <a:pt x="22774" y="218948"/>
                </a:lnTo>
                <a:lnTo>
                  <a:pt x="24095" y="221227"/>
                </a:lnTo>
                <a:lnTo>
                  <a:pt x="24901" y="223732"/>
                </a:lnTo>
                <a:lnTo>
                  <a:pt x="25178" y="226350"/>
                </a:lnTo>
                <a:lnTo>
                  <a:pt x="25178" y="276958"/>
                </a:lnTo>
                <a:lnTo>
                  <a:pt x="24901" y="279577"/>
                </a:lnTo>
                <a:lnTo>
                  <a:pt x="24095" y="282082"/>
                </a:lnTo>
                <a:lnTo>
                  <a:pt x="22774" y="284360"/>
                </a:lnTo>
                <a:lnTo>
                  <a:pt x="21011" y="286312"/>
                </a:lnTo>
                <a:lnTo>
                  <a:pt x="18883" y="287860"/>
                </a:lnTo>
                <a:lnTo>
                  <a:pt x="16479" y="288930"/>
                </a:lnTo>
                <a:lnTo>
                  <a:pt x="13911" y="289484"/>
                </a:lnTo>
                <a:lnTo>
                  <a:pt x="11267" y="289484"/>
                </a:lnTo>
                <a:lnTo>
                  <a:pt x="8699" y="288930"/>
                </a:lnTo>
                <a:lnTo>
                  <a:pt x="6294" y="287860"/>
                </a:lnTo>
                <a:lnTo>
                  <a:pt x="4167" y="286312"/>
                </a:lnTo>
                <a:lnTo>
                  <a:pt x="2405" y="284360"/>
                </a:lnTo>
                <a:lnTo>
                  <a:pt x="1082" y="282082"/>
                </a:lnTo>
                <a:lnTo>
                  <a:pt x="277" y="279577"/>
                </a:lnTo>
                <a:lnTo>
                  <a:pt x="0" y="276958"/>
                </a:lnTo>
                <a:moveTo>
                  <a:pt x="0" y="176246"/>
                </a:moveTo>
                <a:lnTo>
                  <a:pt x="0" y="125638"/>
                </a:lnTo>
                <a:lnTo>
                  <a:pt x="277" y="123020"/>
                </a:lnTo>
                <a:lnTo>
                  <a:pt x="1082" y="120515"/>
                </a:lnTo>
                <a:lnTo>
                  <a:pt x="2405" y="118236"/>
                </a:lnTo>
                <a:lnTo>
                  <a:pt x="4167" y="116284"/>
                </a:lnTo>
                <a:lnTo>
                  <a:pt x="6294" y="114736"/>
                </a:lnTo>
                <a:lnTo>
                  <a:pt x="8699" y="113666"/>
                </a:lnTo>
                <a:lnTo>
                  <a:pt x="11267" y="113112"/>
                </a:lnTo>
                <a:lnTo>
                  <a:pt x="13911" y="113112"/>
                </a:lnTo>
                <a:lnTo>
                  <a:pt x="16479" y="113666"/>
                </a:lnTo>
                <a:lnTo>
                  <a:pt x="18883" y="114736"/>
                </a:lnTo>
                <a:lnTo>
                  <a:pt x="21011" y="116284"/>
                </a:lnTo>
                <a:lnTo>
                  <a:pt x="22774" y="118236"/>
                </a:lnTo>
                <a:lnTo>
                  <a:pt x="24095" y="120515"/>
                </a:lnTo>
                <a:lnTo>
                  <a:pt x="24901" y="123020"/>
                </a:lnTo>
                <a:lnTo>
                  <a:pt x="25178" y="125638"/>
                </a:lnTo>
                <a:lnTo>
                  <a:pt x="25178" y="176246"/>
                </a:lnTo>
                <a:lnTo>
                  <a:pt x="24901" y="178865"/>
                </a:lnTo>
                <a:lnTo>
                  <a:pt x="24095" y="181370"/>
                </a:lnTo>
                <a:lnTo>
                  <a:pt x="22774" y="183648"/>
                </a:lnTo>
                <a:lnTo>
                  <a:pt x="21011" y="185600"/>
                </a:lnTo>
                <a:lnTo>
                  <a:pt x="18883" y="187148"/>
                </a:lnTo>
                <a:lnTo>
                  <a:pt x="16479" y="188218"/>
                </a:lnTo>
                <a:lnTo>
                  <a:pt x="13911" y="188772"/>
                </a:lnTo>
                <a:lnTo>
                  <a:pt x="11267" y="188772"/>
                </a:lnTo>
                <a:lnTo>
                  <a:pt x="8699" y="188218"/>
                </a:lnTo>
                <a:lnTo>
                  <a:pt x="6294" y="187148"/>
                </a:lnTo>
                <a:lnTo>
                  <a:pt x="4167" y="185600"/>
                </a:lnTo>
                <a:lnTo>
                  <a:pt x="2405" y="183648"/>
                </a:lnTo>
                <a:lnTo>
                  <a:pt x="1082" y="181370"/>
                </a:lnTo>
                <a:lnTo>
                  <a:pt x="277" y="178865"/>
                </a:lnTo>
                <a:lnTo>
                  <a:pt x="0" y="176246"/>
                </a:lnTo>
                <a:moveTo>
                  <a:pt x="0" y="75534"/>
                </a:moveTo>
                <a:lnTo>
                  <a:pt x="0" y="24926"/>
                </a:lnTo>
                <a:lnTo>
                  <a:pt x="277" y="22308"/>
                </a:lnTo>
                <a:lnTo>
                  <a:pt x="1082" y="19803"/>
                </a:lnTo>
                <a:lnTo>
                  <a:pt x="2405" y="17524"/>
                </a:lnTo>
                <a:lnTo>
                  <a:pt x="4167" y="15573"/>
                </a:lnTo>
                <a:lnTo>
                  <a:pt x="6294" y="14024"/>
                </a:lnTo>
                <a:lnTo>
                  <a:pt x="8699" y="12954"/>
                </a:lnTo>
                <a:lnTo>
                  <a:pt x="11267" y="12400"/>
                </a:lnTo>
                <a:lnTo>
                  <a:pt x="13911" y="12400"/>
                </a:lnTo>
                <a:lnTo>
                  <a:pt x="16479" y="12954"/>
                </a:lnTo>
                <a:lnTo>
                  <a:pt x="18883" y="14024"/>
                </a:lnTo>
                <a:lnTo>
                  <a:pt x="21011" y="15573"/>
                </a:lnTo>
                <a:lnTo>
                  <a:pt x="22774" y="17524"/>
                </a:lnTo>
                <a:lnTo>
                  <a:pt x="24095" y="19803"/>
                </a:lnTo>
                <a:lnTo>
                  <a:pt x="24901" y="22308"/>
                </a:lnTo>
                <a:lnTo>
                  <a:pt x="25178" y="24926"/>
                </a:lnTo>
                <a:lnTo>
                  <a:pt x="25178" y="75534"/>
                </a:lnTo>
                <a:lnTo>
                  <a:pt x="24901" y="78153"/>
                </a:lnTo>
                <a:lnTo>
                  <a:pt x="24095" y="80658"/>
                </a:lnTo>
                <a:lnTo>
                  <a:pt x="22774" y="82936"/>
                </a:lnTo>
                <a:lnTo>
                  <a:pt x="21011" y="84888"/>
                </a:lnTo>
                <a:lnTo>
                  <a:pt x="18883" y="86436"/>
                </a:lnTo>
                <a:lnTo>
                  <a:pt x="16479" y="87506"/>
                </a:lnTo>
                <a:lnTo>
                  <a:pt x="13911" y="88060"/>
                </a:lnTo>
                <a:lnTo>
                  <a:pt x="11267" y="88060"/>
                </a:lnTo>
                <a:lnTo>
                  <a:pt x="8699" y="87506"/>
                </a:lnTo>
                <a:lnTo>
                  <a:pt x="6294" y="86436"/>
                </a:lnTo>
                <a:lnTo>
                  <a:pt x="4167" y="84888"/>
                </a:lnTo>
                <a:lnTo>
                  <a:pt x="2405" y="82936"/>
                </a:lnTo>
                <a:lnTo>
                  <a:pt x="1082" y="80658"/>
                </a:lnTo>
                <a:lnTo>
                  <a:pt x="277" y="78153"/>
                </a:lnTo>
                <a:lnTo>
                  <a:pt x="0" y="75534"/>
                </a:lnTo>
                <a:moveTo>
                  <a:pt x="50356" y="0"/>
                </a:moveTo>
                <a:lnTo>
                  <a:pt x="100963" y="0"/>
                </a:lnTo>
                <a:lnTo>
                  <a:pt x="103582" y="277"/>
                </a:lnTo>
                <a:lnTo>
                  <a:pt x="106087" y="1083"/>
                </a:lnTo>
                <a:lnTo>
                  <a:pt x="108366" y="2405"/>
                </a:lnTo>
                <a:lnTo>
                  <a:pt x="110317" y="4167"/>
                </a:lnTo>
                <a:lnTo>
                  <a:pt x="111866" y="6295"/>
                </a:lnTo>
                <a:lnTo>
                  <a:pt x="112936" y="8699"/>
                </a:lnTo>
                <a:lnTo>
                  <a:pt x="113489" y="11267"/>
                </a:lnTo>
                <a:lnTo>
                  <a:pt x="113489" y="13911"/>
                </a:lnTo>
                <a:lnTo>
                  <a:pt x="112936" y="16479"/>
                </a:lnTo>
                <a:lnTo>
                  <a:pt x="111866" y="18884"/>
                </a:lnTo>
                <a:lnTo>
                  <a:pt x="110317" y="21011"/>
                </a:lnTo>
                <a:lnTo>
                  <a:pt x="108366" y="22774"/>
                </a:lnTo>
                <a:lnTo>
                  <a:pt x="106087" y="24095"/>
                </a:lnTo>
                <a:lnTo>
                  <a:pt x="103582" y="24901"/>
                </a:lnTo>
                <a:lnTo>
                  <a:pt x="100963" y="25178"/>
                </a:lnTo>
                <a:lnTo>
                  <a:pt x="50356" y="25178"/>
                </a:lnTo>
                <a:lnTo>
                  <a:pt x="47737" y="24901"/>
                </a:lnTo>
                <a:lnTo>
                  <a:pt x="45232" y="24095"/>
                </a:lnTo>
                <a:lnTo>
                  <a:pt x="42953" y="22774"/>
                </a:lnTo>
                <a:lnTo>
                  <a:pt x="41002" y="21011"/>
                </a:lnTo>
                <a:lnTo>
                  <a:pt x="39454" y="18884"/>
                </a:lnTo>
                <a:lnTo>
                  <a:pt x="38384" y="16479"/>
                </a:lnTo>
                <a:lnTo>
                  <a:pt x="37830" y="13911"/>
                </a:lnTo>
                <a:lnTo>
                  <a:pt x="37830" y="11267"/>
                </a:lnTo>
                <a:lnTo>
                  <a:pt x="38384" y="8699"/>
                </a:lnTo>
                <a:lnTo>
                  <a:pt x="39454" y="6295"/>
                </a:lnTo>
                <a:lnTo>
                  <a:pt x="41002" y="4167"/>
                </a:lnTo>
                <a:lnTo>
                  <a:pt x="42953" y="2405"/>
                </a:lnTo>
                <a:lnTo>
                  <a:pt x="45232" y="1083"/>
                </a:lnTo>
                <a:lnTo>
                  <a:pt x="47737" y="277"/>
                </a:lnTo>
                <a:lnTo>
                  <a:pt x="50356" y="0"/>
                </a:lnTo>
                <a:moveTo>
                  <a:pt x="151068" y="0"/>
                </a:moveTo>
                <a:lnTo>
                  <a:pt x="201676" y="0"/>
                </a:lnTo>
                <a:lnTo>
                  <a:pt x="204294" y="277"/>
                </a:lnTo>
                <a:lnTo>
                  <a:pt x="206799" y="1083"/>
                </a:lnTo>
                <a:lnTo>
                  <a:pt x="209078" y="2405"/>
                </a:lnTo>
                <a:lnTo>
                  <a:pt x="211029" y="4167"/>
                </a:lnTo>
                <a:lnTo>
                  <a:pt x="212578" y="6295"/>
                </a:lnTo>
                <a:lnTo>
                  <a:pt x="213648" y="8699"/>
                </a:lnTo>
                <a:lnTo>
                  <a:pt x="214202" y="11267"/>
                </a:lnTo>
                <a:lnTo>
                  <a:pt x="214202" y="13911"/>
                </a:lnTo>
                <a:lnTo>
                  <a:pt x="213648" y="16479"/>
                </a:lnTo>
                <a:lnTo>
                  <a:pt x="212578" y="18884"/>
                </a:lnTo>
                <a:lnTo>
                  <a:pt x="211029" y="21011"/>
                </a:lnTo>
                <a:lnTo>
                  <a:pt x="209078" y="22774"/>
                </a:lnTo>
                <a:lnTo>
                  <a:pt x="206799" y="24095"/>
                </a:lnTo>
                <a:lnTo>
                  <a:pt x="204294" y="24901"/>
                </a:lnTo>
                <a:lnTo>
                  <a:pt x="201676" y="25178"/>
                </a:lnTo>
                <a:lnTo>
                  <a:pt x="151068" y="25178"/>
                </a:lnTo>
                <a:lnTo>
                  <a:pt x="148449" y="24901"/>
                </a:lnTo>
                <a:lnTo>
                  <a:pt x="145944" y="24095"/>
                </a:lnTo>
                <a:lnTo>
                  <a:pt x="143666" y="22774"/>
                </a:lnTo>
                <a:lnTo>
                  <a:pt x="141714" y="21011"/>
                </a:lnTo>
                <a:lnTo>
                  <a:pt x="140166" y="18884"/>
                </a:lnTo>
                <a:lnTo>
                  <a:pt x="139096" y="16479"/>
                </a:lnTo>
                <a:lnTo>
                  <a:pt x="138542" y="13911"/>
                </a:lnTo>
                <a:lnTo>
                  <a:pt x="138542" y="11267"/>
                </a:lnTo>
                <a:lnTo>
                  <a:pt x="139096" y="8699"/>
                </a:lnTo>
                <a:lnTo>
                  <a:pt x="140166" y="6295"/>
                </a:lnTo>
                <a:lnTo>
                  <a:pt x="141714" y="4167"/>
                </a:lnTo>
                <a:lnTo>
                  <a:pt x="143666" y="2405"/>
                </a:lnTo>
                <a:lnTo>
                  <a:pt x="145944" y="1083"/>
                </a:lnTo>
                <a:lnTo>
                  <a:pt x="148449" y="277"/>
                </a:lnTo>
                <a:lnTo>
                  <a:pt x="151068" y="0"/>
                </a:lnTo>
                <a:moveTo>
                  <a:pt x="251780" y="0"/>
                </a:moveTo>
                <a:lnTo>
                  <a:pt x="302388" y="0"/>
                </a:lnTo>
                <a:lnTo>
                  <a:pt x="305006" y="277"/>
                </a:lnTo>
                <a:lnTo>
                  <a:pt x="307511" y="1083"/>
                </a:lnTo>
                <a:lnTo>
                  <a:pt x="309790" y="2405"/>
                </a:lnTo>
                <a:lnTo>
                  <a:pt x="311741" y="4167"/>
                </a:lnTo>
                <a:lnTo>
                  <a:pt x="313289" y="6295"/>
                </a:lnTo>
                <a:lnTo>
                  <a:pt x="314360" y="8699"/>
                </a:lnTo>
                <a:lnTo>
                  <a:pt x="314914" y="11267"/>
                </a:lnTo>
                <a:lnTo>
                  <a:pt x="314914" y="13911"/>
                </a:lnTo>
                <a:lnTo>
                  <a:pt x="314360" y="16479"/>
                </a:lnTo>
                <a:lnTo>
                  <a:pt x="313289" y="18884"/>
                </a:lnTo>
                <a:lnTo>
                  <a:pt x="311741" y="21011"/>
                </a:lnTo>
                <a:lnTo>
                  <a:pt x="309790" y="22774"/>
                </a:lnTo>
                <a:lnTo>
                  <a:pt x="307511" y="24095"/>
                </a:lnTo>
                <a:lnTo>
                  <a:pt x="305006" y="24901"/>
                </a:lnTo>
                <a:lnTo>
                  <a:pt x="302388" y="25178"/>
                </a:lnTo>
                <a:lnTo>
                  <a:pt x="251780" y="25178"/>
                </a:lnTo>
                <a:lnTo>
                  <a:pt x="249161" y="24901"/>
                </a:lnTo>
                <a:lnTo>
                  <a:pt x="246656" y="24095"/>
                </a:lnTo>
                <a:lnTo>
                  <a:pt x="244377" y="22774"/>
                </a:lnTo>
                <a:lnTo>
                  <a:pt x="242426" y="21011"/>
                </a:lnTo>
                <a:lnTo>
                  <a:pt x="240878" y="18884"/>
                </a:lnTo>
                <a:lnTo>
                  <a:pt x="239808" y="16479"/>
                </a:lnTo>
                <a:lnTo>
                  <a:pt x="239254" y="13911"/>
                </a:lnTo>
                <a:lnTo>
                  <a:pt x="239254" y="11267"/>
                </a:lnTo>
                <a:lnTo>
                  <a:pt x="239808" y="8699"/>
                </a:lnTo>
                <a:lnTo>
                  <a:pt x="240878" y="6295"/>
                </a:lnTo>
                <a:lnTo>
                  <a:pt x="242426" y="4167"/>
                </a:lnTo>
                <a:lnTo>
                  <a:pt x="244377" y="2405"/>
                </a:lnTo>
                <a:lnTo>
                  <a:pt x="246656" y="1083"/>
                </a:lnTo>
                <a:lnTo>
                  <a:pt x="249161" y="277"/>
                </a:lnTo>
                <a:lnTo>
                  <a:pt x="251780" y="0"/>
                </a:lnTo>
                <a:moveTo>
                  <a:pt x="352492" y="0"/>
                </a:moveTo>
                <a:lnTo>
                  <a:pt x="403100" y="0"/>
                </a:lnTo>
                <a:lnTo>
                  <a:pt x="405718" y="277"/>
                </a:lnTo>
                <a:lnTo>
                  <a:pt x="408223" y="1083"/>
                </a:lnTo>
                <a:lnTo>
                  <a:pt x="410502" y="2405"/>
                </a:lnTo>
                <a:lnTo>
                  <a:pt x="412453" y="4167"/>
                </a:lnTo>
                <a:lnTo>
                  <a:pt x="414002" y="6295"/>
                </a:lnTo>
                <a:lnTo>
                  <a:pt x="415072" y="8699"/>
                </a:lnTo>
                <a:lnTo>
                  <a:pt x="415626" y="11267"/>
                </a:lnTo>
                <a:lnTo>
                  <a:pt x="415626" y="13911"/>
                </a:lnTo>
                <a:lnTo>
                  <a:pt x="415072" y="16479"/>
                </a:lnTo>
                <a:lnTo>
                  <a:pt x="414002" y="18884"/>
                </a:lnTo>
                <a:lnTo>
                  <a:pt x="412453" y="21011"/>
                </a:lnTo>
                <a:lnTo>
                  <a:pt x="410502" y="22774"/>
                </a:lnTo>
                <a:lnTo>
                  <a:pt x="408223" y="24095"/>
                </a:lnTo>
                <a:lnTo>
                  <a:pt x="405718" y="24901"/>
                </a:lnTo>
                <a:lnTo>
                  <a:pt x="403100" y="25178"/>
                </a:lnTo>
                <a:lnTo>
                  <a:pt x="352492" y="25178"/>
                </a:lnTo>
                <a:lnTo>
                  <a:pt x="349873" y="24901"/>
                </a:lnTo>
                <a:lnTo>
                  <a:pt x="347368" y="24095"/>
                </a:lnTo>
                <a:lnTo>
                  <a:pt x="345090" y="22774"/>
                </a:lnTo>
                <a:lnTo>
                  <a:pt x="343138" y="21011"/>
                </a:lnTo>
                <a:lnTo>
                  <a:pt x="341590" y="18884"/>
                </a:lnTo>
                <a:lnTo>
                  <a:pt x="340520" y="16479"/>
                </a:lnTo>
                <a:lnTo>
                  <a:pt x="339966" y="13911"/>
                </a:lnTo>
                <a:lnTo>
                  <a:pt x="339966" y="11267"/>
                </a:lnTo>
                <a:lnTo>
                  <a:pt x="340520" y="8699"/>
                </a:lnTo>
                <a:lnTo>
                  <a:pt x="341590" y="6295"/>
                </a:lnTo>
                <a:lnTo>
                  <a:pt x="343138" y="4167"/>
                </a:lnTo>
                <a:lnTo>
                  <a:pt x="345090" y="2405"/>
                </a:lnTo>
                <a:lnTo>
                  <a:pt x="347368" y="1083"/>
                </a:lnTo>
                <a:lnTo>
                  <a:pt x="349873" y="277"/>
                </a:lnTo>
                <a:lnTo>
                  <a:pt x="352492" y="0"/>
                </a:lnTo>
                <a:moveTo>
                  <a:pt x="453204" y="0"/>
                </a:moveTo>
                <a:lnTo>
                  <a:pt x="503811" y="0"/>
                </a:lnTo>
                <a:lnTo>
                  <a:pt x="506430" y="277"/>
                </a:lnTo>
                <a:lnTo>
                  <a:pt x="508935" y="1083"/>
                </a:lnTo>
                <a:lnTo>
                  <a:pt x="511214" y="2405"/>
                </a:lnTo>
                <a:lnTo>
                  <a:pt x="513165" y="4167"/>
                </a:lnTo>
                <a:lnTo>
                  <a:pt x="514714" y="6295"/>
                </a:lnTo>
                <a:lnTo>
                  <a:pt x="515784" y="8699"/>
                </a:lnTo>
                <a:lnTo>
                  <a:pt x="516337" y="11267"/>
                </a:lnTo>
                <a:lnTo>
                  <a:pt x="516337" y="13911"/>
                </a:lnTo>
                <a:lnTo>
                  <a:pt x="515784" y="16479"/>
                </a:lnTo>
                <a:lnTo>
                  <a:pt x="514714" y="18884"/>
                </a:lnTo>
                <a:lnTo>
                  <a:pt x="513165" y="21011"/>
                </a:lnTo>
                <a:lnTo>
                  <a:pt x="511214" y="22774"/>
                </a:lnTo>
                <a:lnTo>
                  <a:pt x="508935" y="24095"/>
                </a:lnTo>
                <a:lnTo>
                  <a:pt x="506430" y="24901"/>
                </a:lnTo>
                <a:lnTo>
                  <a:pt x="503811" y="25178"/>
                </a:lnTo>
                <a:lnTo>
                  <a:pt x="453204" y="25178"/>
                </a:lnTo>
                <a:lnTo>
                  <a:pt x="450586" y="24901"/>
                </a:lnTo>
                <a:lnTo>
                  <a:pt x="448080" y="24095"/>
                </a:lnTo>
                <a:lnTo>
                  <a:pt x="445801" y="22774"/>
                </a:lnTo>
                <a:lnTo>
                  <a:pt x="443850" y="21011"/>
                </a:lnTo>
                <a:lnTo>
                  <a:pt x="442301" y="18884"/>
                </a:lnTo>
                <a:lnTo>
                  <a:pt x="441232" y="16479"/>
                </a:lnTo>
                <a:lnTo>
                  <a:pt x="440678" y="13911"/>
                </a:lnTo>
                <a:lnTo>
                  <a:pt x="440678" y="11267"/>
                </a:lnTo>
                <a:lnTo>
                  <a:pt x="441232" y="8699"/>
                </a:lnTo>
                <a:lnTo>
                  <a:pt x="442301" y="6295"/>
                </a:lnTo>
                <a:lnTo>
                  <a:pt x="443850" y="4167"/>
                </a:lnTo>
                <a:lnTo>
                  <a:pt x="445801" y="2405"/>
                </a:lnTo>
                <a:lnTo>
                  <a:pt x="448080" y="1083"/>
                </a:lnTo>
                <a:lnTo>
                  <a:pt x="450586" y="277"/>
                </a:lnTo>
                <a:lnTo>
                  <a:pt x="453204" y="0"/>
                </a:lnTo>
                <a:moveTo>
                  <a:pt x="553916" y="0"/>
                </a:moveTo>
                <a:lnTo>
                  <a:pt x="604523" y="0"/>
                </a:lnTo>
                <a:lnTo>
                  <a:pt x="607142" y="277"/>
                </a:lnTo>
                <a:lnTo>
                  <a:pt x="609647" y="1083"/>
                </a:lnTo>
                <a:lnTo>
                  <a:pt x="611926" y="2405"/>
                </a:lnTo>
                <a:lnTo>
                  <a:pt x="613877" y="4167"/>
                </a:lnTo>
                <a:lnTo>
                  <a:pt x="615426" y="6295"/>
                </a:lnTo>
                <a:lnTo>
                  <a:pt x="616496" y="8699"/>
                </a:lnTo>
                <a:lnTo>
                  <a:pt x="617050" y="11267"/>
                </a:lnTo>
                <a:lnTo>
                  <a:pt x="617050" y="13911"/>
                </a:lnTo>
                <a:lnTo>
                  <a:pt x="616496" y="16479"/>
                </a:lnTo>
                <a:lnTo>
                  <a:pt x="615426" y="18884"/>
                </a:lnTo>
                <a:lnTo>
                  <a:pt x="613877" y="21011"/>
                </a:lnTo>
                <a:lnTo>
                  <a:pt x="611926" y="22774"/>
                </a:lnTo>
                <a:lnTo>
                  <a:pt x="609647" y="24095"/>
                </a:lnTo>
                <a:lnTo>
                  <a:pt x="607142" y="24901"/>
                </a:lnTo>
                <a:lnTo>
                  <a:pt x="604523" y="25178"/>
                </a:lnTo>
                <a:lnTo>
                  <a:pt x="553916" y="25178"/>
                </a:lnTo>
                <a:lnTo>
                  <a:pt x="551297" y="24901"/>
                </a:lnTo>
                <a:lnTo>
                  <a:pt x="548792" y="24095"/>
                </a:lnTo>
                <a:lnTo>
                  <a:pt x="546514" y="22774"/>
                </a:lnTo>
                <a:lnTo>
                  <a:pt x="544563" y="21011"/>
                </a:lnTo>
                <a:lnTo>
                  <a:pt x="543014" y="18884"/>
                </a:lnTo>
                <a:lnTo>
                  <a:pt x="541944" y="16479"/>
                </a:lnTo>
                <a:lnTo>
                  <a:pt x="541390" y="13911"/>
                </a:lnTo>
                <a:lnTo>
                  <a:pt x="541390" y="11267"/>
                </a:lnTo>
                <a:lnTo>
                  <a:pt x="541944" y="8699"/>
                </a:lnTo>
                <a:lnTo>
                  <a:pt x="543014" y="6295"/>
                </a:lnTo>
                <a:lnTo>
                  <a:pt x="544563" y="4167"/>
                </a:lnTo>
                <a:lnTo>
                  <a:pt x="546514" y="2405"/>
                </a:lnTo>
                <a:lnTo>
                  <a:pt x="548792" y="1083"/>
                </a:lnTo>
                <a:lnTo>
                  <a:pt x="551297" y="277"/>
                </a:lnTo>
                <a:lnTo>
                  <a:pt x="553916" y="0"/>
                </a:lnTo>
                <a:moveTo>
                  <a:pt x="654628" y="0"/>
                </a:moveTo>
                <a:lnTo>
                  <a:pt x="705236" y="0"/>
                </a:lnTo>
                <a:lnTo>
                  <a:pt x="707854" y="277"/>
                </a:lnTo>
                <a:lnTo>
                  <a:pt x="710359" y="1083"/>
                </a:lnTo>
                <a:lnTo>
                  <a:pt x="712638" y="2405"/>
                </a:lnTo>
                <a:lnTo>
                  <a:pt x="714589" y="4167"/>
                </a:lnTo>
                <a:lnTo>
                  <a:pt x="716137" y="6295"/>
                </a:lnTo>
                <a:lnTo>
                  <a:pt x="717208" y="8699"/>
                </a:lnTo>
                <a:lnTo>
                  <a:pt x="717762" y="11267"/>
                </a:lnTo>
                <a:lnTo>
                  <a:pt x="717762" y="13911"/>
                </a:lnTo>
                <a:lnTo>
                  <a:pt x="717208" y="16479"/>
                </a:lnTo>
                <a:lnTo>
                  <a:pt x="716137" y="18884"/>
                </a:lnTo>
                <a:lnTo>
                  <a:pt x="714589" y="21011"/>
                </a:lnTo>
                <a:lnTo>
                  <a:pt x="712638" y="22774"/>
                </a:lnTo>
                <a:lnTo>
                  <a:pt x="710359" y="24095"/>
                </a:lnTo>
                <a:lnTo>
                  <a:pt x="707854" y="24901"/>
                </a:lnTo>
                <a:lnTo>
                  <a:pt x="705236" y="25178"/>
                </a:lnTo>
                <a:lnTo>
                  <a:pt x="654628" y="25178"/>
                </a:lnTo>
                <a:lnTo>
                  <a:pt x="652009" y="24901"/>
                </a:lnTo>
                <a:lnTo>
                  <a:pt x="649504" y="24095"/>
                </a:lnTo>
                <a:lnTo>
                  <a:pt x="647226" y="22774"/>
                </a:lnTo>
                <a:lnTo>
                  <a:pt x="645274" y="21011"/>
                </a:lnTo>
                <a:lnTo>
                  <a:pt x="643726" y="18884"/>
                </a:lnTo>
                <a:lnTo>
                  <a:pt x="642656" y="16479"/>
                </a:lnTo>
                <a:lnTo>
                  <a:pt x="642102" y="13911"/>
                </a:lnTo>
                <a:lnTo>
                  <a:pt x="642102" y="11267"/>
                </a:lnTo>
                <a:lnTo>
                  <a:pt x="642656" y="8699"/>
                </a:lnTo>
                <a:lnTo>
                  <a:pt x="643726" y="6295"/>
                </a:lnTo>
                <a:lnTo>
                  <a:pt x="645274" y="4167"/>
                </a:lnTo>
                <a:lnTo>
                  <a:pt x="647226" y="2405"/>
                </a:lnTo>
                <a:lnTo>
                  <a:pt x="649504" y="1083"/>
                </a:lnTo>
                <a:lnTo>
                  <a:pt x="652009" y="277"/>
                </a:lnTo>
                <a:lnTo>
                  <a:pt x="654628" y="0"/>
                </a:lnTo>
                <a:moveTo>
                  <a:pt x="755340" y="0"/>
                </a:moveTo>
                <a:lnTo>
                  <a:pt x="805948" y="0"/>
                </a:lnTo>
                <a:lnTo>
                  <a:pt x="808566" y="277"/>
                </a:lnTo>
                <a:lnTo>
                  <a:pt x="811071" y="1083"/>
                </a:lnTo>
                <a:lnTo>
                  <a:pt x="813350" y="2405"/>
                </a:lnTo>
                <a:lnTo>
                  <a:pt x="815301" y="4167"/>
                </a:lnTo>
                <a:lnTo>
                  <a:pt x="816850" y="6295"/>
                </a:lnTo>
                <a:lnTo>
                  <a:pt x="817920" y="8699"/>
                </a:lnTo>
                <a:lnTo>
                  <a:pt x="818474" y="11267"/>
                </a:lnTo>
                <a:lnTo>
                  <a:pt x="818474" y="13911"/>
                </a:lnTo>
                <a:lnTo>
                  <a:pt x="817920" y="16479"/>
                </a:lnTo>
                <a:lnTo>
                  <a:pt x="816850" y="18884"/>
                </a:lnTo>
                <a:lnTo>
                  <a:pt x="815301" y="21011"/>
                </a:lnTo>
                <a:lnTo>
                  <a:pt x="813350" y="22774"/>
                </a:lnTo>
                <a:lnTo>
                  <a:pt x="811071" y="24095"/>
                </a:lnTo>
                <a:lnTo>
                  <a:pt x="808566" y="24901"/>
                </a:lnTo>
                <a:lnTo>
                  <a:pt x="805948" y="25178"/>
                </a:lnTo>
                <a:lnTo>
                  <a:pt x="755340" y="25178"/>
                </a:lnTo>
                <a:lnTo>
                  <a:pt x="752721" y="24901"/>
                </a:lnTo>
                <a:lnTo>
                  <a:pt x="750216" y="24095"/>
                </a:lnTo>
                <a:lnTo>
                  <a:pt x="747937" y="22774"/>
                </a:lnTo>
                <a:lnTo>
                  <a:pt x="745986" y="21011"/>
                </a:lnTo>
                <a:lnTo>
                  <a:pt x="744438" y="18884"/>
                </a:lnTo>
                <a:lnTo>
                  <a:pt x="743368" y="16479"/>
                </a:lnTo>
                <a:lnTo>
                  <a:pt x="742814" y="13911"/>
                </a:lnTo>
                <a:lnTo>
                  <a:pt x="742814" y="11267"/>
                </a:lnTo>
                <a:lnTo>
                  <a:pt x="743368" y="8699"/>
                </a:lnTo>
                <a:lnTo>
                  <a:pt x="744438" y="6295"/>
                </a:lnTo>
                <a:lnTo>
                  <a:pt x="745986" y="4167"/>
                </a:lnTo>
                <a:lnTo>
                  <a:pt x="747937" y="2405"/>
                </a:lnTo>
                <a:lnTo>
                  <a:pt x="750216" y="1083"/>
                </a:lnTo>
                <a:lnTo>
                  <a:pt x="752721" y="277"/>
                </a:lnTo>
                <a:lnTo>
                  <a:pt x="755340" y="0"/>
                </a:lnTo>
                <a:moveTo>
                  <a:pt x="856052" y="0"/>
                </a:moveTo>
                <a:lnTo>
                  <a:pt x="906660" y="0"/>
                </a:lnTo>
                <a:lnTo>
                  <a:pt x="909279" y="277"/>
                </a:lnTo>
                <a:lnTo>
                  <a:pt x="911783" y="1083"/>
                </a:lnTo>
                <a:lnTo>
                  <a:pt x="914062" y="2405"/>
                </a:lnTo>
                <a:lnTo>
                  <a:pt x="916013" y="4167"/>
                </a:lnTo>
                <a:lnTo>
                  <a:pt x="917562" y="6295"/>
                </a:lnTo>
                <a:lnTo>
                  <a:pt x="918632" y="8699"/>
                </a:lnTo>
                <a:lnTo>
                  <a:pt x="919186" y="11267"/>
                </a:lnTo>
                <a:lnTo>
                  <a:pt x="919186" y="13911"/>
                </a:lnTo>
                <a:lnTo>
                  <a:pt x="918632" y="16479"/>
                </a:lnTo>
                <a:lnTo>
                  <a:pt x="917562" y="18884"/>
                </a:lnTo>
                <a:lnTo>
                  <a:pt x="916013" y="21011"/>
                </a:lnTo>
                <a:lnTo>
                  <a:pt x="914062" y="22774"/>
                </a:lnTo>
                <a:lnTo>
                  <a:pt x="911783" y="24095"/>
                </a:lnTo>
                <a:lnTo>
                  <a:pt x="909279" y="24901"/>
                </a:lnTo>
                <a:lnTo>
                  <a:pt x="906660" y="25178"/>
                </a:lnTo>
                <a:lnTo>
                  <a:pt x="856052" y="25178"/>
                </a:lnTo>
                <a:lnTo>
                  <a:pt x="853433" y="24901"/>
                </a:lnTo>
                <a:lnTo>
                  <a:pt x="850928" y="24095"/>
                </a:lnTo>
                <a:lnTo>
                  <a:pt x="848649" y="22774"/>
                </a:lnTo>
                <a:lnTo>
                  <a:pt x="846698" y="21011"/>
                </a:lnTo>
                <a:lnTo>
                  <a:pt x="845150" y="18884"/>
                </a:lnTo>
                <a:lnTo>
                  <a:pt x="844080" y="16479"/>
                </a:lnTo>
                <a:lnTo>
                  <a:pt x="843526" y="13911"/>
                </a:lnTo>
                <a:lnTo>
                  <a:pt x="843526" y="11267"/>
                </a:lnTo>
                <a:lnTo>
                  <a:pt x="844080" y="8699"/>
                </a:lnTo>
                <a:lnTo>
                  <a:pt x="845150" y="6295"/>
                </a:lnTo>
                <a:lnTo>
                  <a:pt x="846698" y="4167"/>
                </a:lnTo>
                <a:lnTo>
                  <a:pt x="848649" y="2405"/>
                </a:lnTo>
                <a:lnTo>
                  <a:pt x="850928" y="1083"/>
                </a:lnTo>
                <a:lnTo>
                  <a:pt x="853433" y="277"/>
                </a:lnTo>
                <a:lnTo>
                  <a:pt x="856052" y="0"/>
                </a:lnTo>
                <a:moveTo>
                  <a:pt x="956764" y="0"/>
                </a:moveTo>
                <a:lnTo>
                  <a:pt x="1007371" y="0"/>
                </a:lnTo>
                <a:lnTo>
                  <a:pt x="1009990" y="277"/>
                </a:lnTo>
                <a:lnTo>
                  <a:pt x="1012496" y="1083"/>
                </a:lnTo>
                <a:lnTo>
                  <a:pt x="1014774" y="2405"/>
                </a:lnTo>
                <a:lnTo>
                  <a:pt x="1016725" y="4167"/>
                </a:lnTo>
                <a:lnTo>
                  <a:pt x="1018274" y="6295"/>
                </a:lnTo>
                <a:lnTo>
                  <a:pt x="1019344" y="8699"/>
                </a:lnTo>
                <a:lnTo>
                  <a:pt x="1019897" y="11267"/>
                </a:lnTo>
                <a:lnTo>
                  <a:pt x="1019897" y="13911"/>
                </a:lnTo>
                <a:lnTo>
                  <a:pt x="1019344" y="16479"/>
                </a:lnTo>
                <a:lnTo>
                  <a:pt x="1018274" y="18884"/>
                </a:lnTo>
                <a:lnTo>
                  <a:pt x="1016725" y="21011"/>
                </a:lnTo>
                <a:lnTo>
                  <a:pt x="1014774" y="22774"/>
                </a:lnTo>
                <a:lnTo>
                  <a:pt x="1012496" y="24095"/>
                </a:lnTo>
                <a:lnTo>
                  <a:pt x="1009990" y="24901"/>
                </a:lnTo>
                <a:lnTo>
                  <a:pt x="1007371" y="25178"/>
                </a:lnTo>
                <a:lnTo>
                  <a:pt x="956764" y="25178"/>
                </a:lnTo>
                <a:lnTo>
                  <a:pt x="954146" y="24901"/>
                </a:lnTo>
                <a:lnTo>
                  <a:pt x="951640" y="24095"/>
                </a:lnTo>
                <a:lnTo>
                  <a:pt x="949361" y="22774"/>
                </a:lnTo>
                <a:lnTo>
                  <a:pt x="947410" y="21011"/>
                </a:lnTo>
                <a:lnTo>
                  <a:pt x="945862" y="18884"/>
                </a:lnTo>
                <a:lnTo>
                  <a:pt x="944792" y="16479"/>
                </a:lnTo>
                <a:lnTo>
                  <a:pt x="944238" y="13911"/>
                </a:lnTo>
                <a:lnTo>
                  <a:pt x="944238" y="11267"/>
                </a:lnTo>
                <a:lnTo>
                  <a:pt x="944792" y="8699"/>
                </a:lnTo>
                <a:lnTo>
                  <a:pt x="945862" y="6295"/>
                </a:lnTo>
                <a:lnTo>
                  <a:pt x="947410" y="4167"/>
                </a:lnTo>
                <a:lnTo>
                  <a:pt x="949361" y="2405"/>
                </a:lnTo>
                <a:lnTo>
                  <a:pt x="951640" y="1083"/>
                </a:lnTo>
                <a:lnTo>
                  <a:pt x="954146" y="277"/>
                </a:lnTo>
                <a:lnTo>
                  <a:pt x="956764" y="0"/>
                </a:lnTo>
                <a:moveTo>
                  <a:pt x="1057476" y="0"/>
                </a:moveTo>
                <a:lnTo>
                  <a:pt x="1108084" y="0"/>
                </a:lnTo>
                <a:lnTo>
                  <a:pt x="1110702" y="277"/>
                </a:lnTo>
                <a:lnTo>
                  <a:pt x="1113207" y="1083"/>
                </a:lnTo>
                <a:lnTo>
                  <a:pt x="1115486" y="2405"/>
                </a:lnTo>
                <a:lnTo>
                  <a:pt x="1117437" y="4167"/>
                </a:lnTo>
                <a:lnTo>
                  <a:pt x="1118986" y="6295"/>
                </a:lnTo>
                <a:lnTo>
                  <a:pt x="1120056" y="8699"/>
                </a:lnTo>
                <a:lnTo>
                  <a:pt x="1120610" y="11267"/>
                </a:lnTo>
                <a:lnTo>
                  <a:pt x="1120610" y="13911"/>
                </a:lnTo>
                <a:lnTo>
                  <a:pt x="1120056" y="16479"/>
                </a:lnTo>
                <a:lnTo>
                  <a:pt x="1118986" y="18884"/>
                </a:lnTo>
                <a:lnTo>
                  <a:pt x="1117437" y="21011"/>
                </a:lnTo>
                <a:lnTo>
                  <a:pt x="1115486" y="22774"/>
                </a:lnTo>
                <a:lnTo>
                  <a:pt x="1113207" y="24095"/>
                </a:lnTo>
                <a:lnTo>
                  <a:pt x="1110702" y="24901"/>
                </a:lnTo>
                <a:lnTo>
                  <a:pt x="1108084" y="25178"/>
                </a:lnTo>
                <a:lnTo>
                  <a:pt x="1057476" y="25178"/>
                </a:lnTo>
                <a:lnTo>
                  <a:pt x="1054857" y="24901"/>
                </a:lnTo>
                <a:lnTo>
                  <a:pt x="1052352" y="24095"/>
                </a:lnTo>
                <a:lnTo>
                  <a:pt x="1050074" y="22774"/>
                </a:lnTo>
                <a:lnTo>
                  <a:pt x="1048122" y="21011"/>
                </a:lnTo>
                <a:lnTo>
                  <a:pt x="1046574" y="18884"/>
                </a:lnTo>
                <a:lnTo>
                  <a:pt x="1045504" y="16479"/>
                </a:lnTo>
                <a:lnTo>
                  <a:pt x="1044950" y="13911"/>
                </a:lnTo>
                <a:lnTo>
                  <a:pt x="1044950" y="11267"/>
                </a:lnTo>
                <a:lnTo>
                  <a:pt x="1045504" y="8699"/>
                </a:lnTo>
                <a:lnTo>
                  <a:pt x="1046574" y="6295"/>
                </a:lnTo>
                <a:lnTo>
                  <a:pt x="1048122" y="4167"/>
                </a:lnTo>
                <a:lnTo>
                  <a:pt x="1050074" y="2405"/>
                </a:lnTo>
                <a:lnTo>
                  <a:pt x="1052352" y="1083"/>
                </a:lnTo>
                <a:lnTo>
                  <a:pt x="1054857" y="277"/>
                </a:lnTo>
                <a:lnTo>
                  <a:pt x="1057476" y="0"/>
                </a:lnTo>
                <a:moveTo>
                  <a:pt x="1158188" y="0"/>
                </a:moveTo>
                <a:lnTo>
                  <a:pt x="1188402" y="0"/>
                </a:lnTo>
                <a:lnTo>
                  <a:pt x="1190856" y="239"/>
                </a:lnTo>
                <a:lnTo>
                  <a:pt x="1193223" y="957"/>
                </a:lnTo>
                <a:lnTo>
                  <a:pt x="1195401" y="2128"/>
                </a:lnTo>
                <a:lnTo>
                  <a:pt x="1197302" y="3688"/>
                </a:lnTo>
                <a:lnTo>
                  <a:pt x="1198863" y="5590"/>
                </a:lnTo>
                <a:lnTo>
                  <a:pt x="1200034" y="7768"/>
                </a:lnTo>
                <a:lnTo>
                  <a:pt x="1200751" y="10134"/>
                </a:lnTo>
                <a:lnTo>
                  <a:pt x="1200991" y="12589"/>
                </a:lnTo>
                <a:lnTo>
                  <a:pt x="1200991" y="32983"/>
                </a:lnTo>
                <a:lnTo>
                  <a:pt x="1200714" y="35602"/>
                </a:lnTo>
                <a:lnTo>
                  <a:pt x="1199908" y="38107"/>
                </a:lnTo>
                <a:lnTo>
                  <a:pt x="1198586" y="40386"/>
                </a:lnTo>
                <a:lnTo>
                  <a:pt x="1196824" y="42337"/>
                </a:lnTo>
                <a:lnTo>
                  <a:pt x="1194696" y="43885"/>
                </a:lnTo>
                <a:lnTo>
                  <a:pt x="1192292" y="44955"/>
                </a:lnTo>
                <a:lnTo>
                  <a:pt x="1189724" y="45509"/>
                </a:lnTo>
                <a:lnTo>
                  <a:pt x="1187080" y="45509"/>
                </a:lnTo>
                <a:lnTo>
                  <a:pt x="1184512" y="44955"/>
                </a:lnTo>
                <a:lnTo>
                  <a:pt x="1182107" y="43885"/>
                </a:lnTo>
                <a:lnTo>
                  <a:pt x="1179979" y="42337"/>
                </a:lnTo>
                <a:lnTo>
                  <a:pt x="1178217" y="40386"/>
                </a:lnTo>
                <a:lnTo>
                  <a:pt x="1176895" y="38107"/>
                </a:lnTo>
                <a:lnTo>
                  <a:pt x="1176090" y="35602"/>
                </a:lnTo>
                <a:lnTo>
                  <a:pt x="1175813" y="32983"/>
                </a:lnTo>
                <a:lnTo>
                  <a:pt x="1175813" y="12589"/>
                </a:lnTo>
                <a:lnTo>
                  <a:pt x="1188402" y="25178"/>
                </a:lnTo>
                <a:lnTo>
                  <a:pt x="1158188" y="25178"/>
                </a:lnTo>
                <a:lnTo>
                  <a:pt x="1155569" y="24901"/>
                </a:lnTo>
                <a:lnTo>
                  <a:pt x="1153064" y="24095"/>
                </a:lnTo>
                <a:lnTo>
                  <a:pt x="1150786" y="22774"/>
                </a:lnTo>
                <a:lnTo>
                  <a:pt x="1148834" y="21011"/>
                </a:lnTo>
                <a:lnTo>
                  <a:pt x="1147286" y="18884"/>
                </a:lnTo>
                <a:lnTo>
                  <a:pt x="1146216" y="16479"/>
                </a:lnTo>
                <a:lnTo>
                  <a:pt x="1145662" y="13911"/>
                </a:lnTo>
                <a:lnTo>
                  <a:pt x="1145662" y="11267"/>
                </a:lnTo>
                <a:lnTo>
                  <a:pt x="1146216" y="8699"/>
                </a:lnTo>
                <a:lnTo>
                  <a:pt x="1147286" y="6295"/>
                </a:lnTo>
                <a:lnTo>
                  <a:pt x="1148834" y="4167"/>
                </a:lnTo>
                <a:lnTo>
                  <a:pt x="1150786" y="2405"/>
                </a:lnTo>
                <a:lnTo>
                  <a:pt x="1153064" y="1083"/>
                </a:lnTo>
                <a:lnTo>
                  <a:pt x="1155569" y="277"/>
                </a:lnTo>
                <a:lnTo>
                  <a:pt x="1158188" y="0"/>
                </a:lnTo>
                <a:moveTo>
                  <a:pt x="1200991" y="83087"/>
                </a:moveTo>
                <a:lnTo>
                  <a:pt x="1200991" y="133695"/>
                </a:lnTo>
                <a:lnTo>
                  <a:pt x="1200714" y="136314"/>
                </a:lnTo>
                <a:lnTo>
                  <a:pt x="1199908" y="138819"/>
                </a:lnTo>
                <a:lnTo>
                  <a:pt x="1198586" y="141098"/>
                </a:lnTo>
                <a:lnTo>
                  <a:pt x="1196824" y="143049"/>
                </a:lnTo>
                <a:lnTo>
                  <a:pt x="1194696" y="144597"/>
                </a:lnTo>
                <a:lnTo>
                  <a:pt x="1192292" y="145667"/>
                </a:lnTo>
                <a:lnTo>
                  <a:pt x="1189724" y="146221"/>
                </a:lnTo>
                <a:lnTo>
                  <a:pt x="1187080" y="146221"/>
                </a:lnTo>
                <a:lnTo>
                  <a:pt x="1184512" y="145667"/>
                </a:lnTo>
                <a:lnTo>
                  <a:pt x="1182107" y="144597"/>
                </a:lnTo>
                <a:lnTo>
                  <a:pt x="1179979" y="143049"/>
                </a:lnTo>
                <a:lnTo>
                  <a:pt x="1178217" y="141098"/>
                </a:lnTo>
                <a:lnTo>
                  <a:pt x="1176895" y="138819"/>
                </a:lnTo>
                <a:lnTo>
                  <a:pt x="1176090" y="136314"/>
                </a:lnTo>
                <a:lnTo>
                  <a:pt x="1175813" y="133695"/>
                </a:lnTo>
                <a:lnTo>
                  <a:pt x="1175813" y="83087"/>
                </a:lnTo>
                <a:lnTo>
                  <a:pt x="1176090" y="80469"/>
                </a:lnTo>
                <a:lnTo>
                  <a:pt x="1176895" y="77964"/>
                </a:lnTo>
                <a:lnTo>
                  <a:pt x="1178217" y="75685"/>
                </a:lnTo>
                <a:lnTo>
                  <a:pt x="1179979" y="73734"/>
                </a:lnTo>
                <a:lnTo>
                  <a:pt x="1182107" y="72185"/>
                </a:lnTo>
                <a:lnTo>
                  <a:pt x="1184512" y="71115"/>
                </a:lnTo>
                <a:lnTo>
                  <a:pt x="1187080" y="70561"/>
                </a:lnTo>
                <a:lnTo>
                  <a:pt x="1189724" y="70561"/>
                </a:lnTo>
                <a:lnTo>
                  <a:pt x="1192292" y="71115"/>
                </a:lnTo>
                <a:lnTo>
                  <a:pt x="1194696" y="72185"/>
                </a:lnTo>
                <a:lnTo>
                  <a:pt x="1196824" y="73734"/>
                </a:lnTo>
                <a:lnTo>
                  <a:pt x="1198586" y="75685"/>
                </a:lnTo>
                <a:lnTo>
                  <a:pt x="1199908" y="77964"/>
                </a:lnTo>
                <a:lnTo>
                  <a:pt x="1200714" y="80469"/>
                </a:lnTo>
                <a:lnTo>
                  <a:pt x="1200991" y="83087"/>
                </a:lnTo>
                <a:moveTo>
                  <a:pt x="1200991" y="183799"/>
                </a:moveTo>
                <a:lnTo>
                  <a:pt x="1200991" y="234407"/>
                </a:lnTo>
                <a:lnTo>
                  <a:pt x="1200714" y="237026"/>
                </a:lnTo>
                <a:lnTo>
                  <a:pt x="1199908" y="239531"/>
                </a:lnTo>
                <a:lnTo>
                  <a:pt x="1198586" y="241809"/>
                </a:lnTo>
                <a:lnTo>
                  <a:pt x="1196824" y="243761"/>
                </a:lnTo>
                <a:lnTo>
                  <a:pt x="1194696" y="245309"/>
                </a:lnTo>
                <a:lnTo>
                  <a:pt x="1192292" y="246379"/>
                </a:lnTo>
                <a:lnTo>
                  <a:pt x="1189724" y="246933"/>
                </a:lnTo>
                <a:lnTo>
                  <a:pt x="1187080" y="246933"/>
                </a:lnTo>
                <a:lnTo>
                  <a:pt x="1184512" y="246379"/>
                </a:lnTo>
                <a:lnTo>
                  <a:pt x="1182107" y="245309"/>
                </a:lnTo>
                <a:lnTo>
                  <a:pt x="1179979" y="243761"/>
                </a:lnTo>
                <a:lnTo>
                  <a:pt x="1178217" y="241809"/>
                </a:lnTo>
                <a:lnTo>
                  <a:pt x="1176895" y="239531"/>
                </a:lnTo>
                <a:lnTo>
                  <a:pt x="1176090" y="237026"/>
                </a:lnTo>
                <a:lnTo>
                  <a:pt x="1175813" y="234407"/>
                </a:lnTo>
                <a:lnTo>
                  <a:pt x="1175813" y="183799"/>
                </a:lnTo>
                <a:lnTo>
                  <a:pt x="1176090" y="181181"/>
                </a:lnTo>
                <a:lnTo>
                  <a:pt x="1176895" y="178676"/>
                </a:lnTo>
                <a:lnTo>
                  <a:pt x="1178217" y="176397"/>
                </a:lnTo>
                <a:lnTo>
                  <a:pt x="1179979" y="174446"/>
                </a:lnTo>
                <a:lnTo>
                  <a:pt x="1182107" y="172897"/>
                </a:lnTo>
                <a:lnTo>
                  <a:pt x="1184512" y="171827"/>
                </a:lnTo>
                <a:lnTo>
                  <a:pt x="1187080" y="171273"/>
                </a:lnTo>
                <a:lnTo>
                  <a:pt x="1189724" y="171273"/>
                </a:lnTo>
                <a:lnTo>
                  <a:pt x="1192292" y="171827"/>
                </a:lnTo>
                <a:lnTo>
                  <a:pt x="1194696" y="172897"/>
                </a:lnTo>
                <a:lnTo>
                  <a:pt x="1196824" y="174446"/>
                </a:lnTo>
                <a:lnTo>
                  <a:pt x="1198586" y="176397"/>
                </a:lnTo>
                <a:lnTo>
                  <a:pt x="1199908" y="178676"/>
                </a:lnTo>
                <a:lnTo>
                  <a:pt x="1200714" y="181181"/>
                </a:lnTo>
                <a:lnTo>
                  <a:pt x="1200991" y="183799"/>
                </a:lnTo>
                <a:moveTo>
                  <a:pt x="1200991" y="284511"/>
                </a:moveTo>
                <a:lnTo>
                  <a:pt x="1200991" y="335119"/>
                </a:lnTo>
                <a:lnTo>
                  <a:pt x="1200714" y="337738"/>
                </a:lnTo>
                <a:lnTo>
                  <a:pt x="1199908" y="340243"/>
                </a:lnTo>
                <a:lnTo>
                  <a:pt x="1198586" y="342522"/>
                </a:lnTo>
                <a:lnTo>
                  <a:pt x="1196824" y="344473"/>
                </a:lnTo>
                <a:lnTo>
                  <a:pt x="1194696" y="346021"/>
                </a:lnTo>
                <a:lnTo>
                  <a:pt x="1192292" y="347091"/>
                </a:lnTo>
                <a:lnTo>
                  <a:pt x="1189724" y="347645"/>
                </a:lnTo>
                <a:lnTo>
                  <a:pt x="1187080" y="347645"/>
                </a:lnTo>
                <a:lnTo>
                  <a:pt x="1184512" y="347091"/>
                </a:lnTo>
                <a:lnTo>
                  <a:pt x="1182107" y="346021"/>
                </a:lnTo>
                <a:lnTo>
                  <a:pt x="1179979" y="344473"/>
                </a:lnTo>
                <a:lnTo>
                  <a:pt x="1178217" y="342522"/>
                </a:lnTo>
                <a:lnTo>
                  <a:pt x="1176895" y="340243"/>
                </a:lnTo>
                <a:lnTo>
                  <a:pt x="1176090" y="337738"/>
                </a:lnTo>
                <a:lnTo>
                  <a:pt x="1175813" y="335119"/>
                </a:lnTo>
                <a:lnTo>
                  <a:pt x="1175813" y="284511"/>
                </a:lnTo>
                <a:lnTo>
                  <a:pt x="1176090" y="281893"/>
                </a:lnTo>
                <a:lnTo>
                  <a:pt x="1176895" y="279388"/>
                </a:lnTo>
                <a:lnTo>
                  <a:pt x="1178217" y="277109"/>
                </a:lnTo>
                <a:lnTo>
                  <a:pt x="1179979" y="275158"/>
                </a:lnTo>
                <a:lnTo>
                  <a:pt x="1182107" y="273609"/>
                </a:lnTo>
                <a:lnTo>
                  <a:pt x="1184512" y="272539"/>
                </a:lnTo>
                <a:lnTo>
                  <a:pt x="1187080" y="271985"/>
                </a:lnTo>
                <a:lnTo>
                  <a:pt x="1189724" y="271985"/>
                </a:lnTo>
                <a:lnTo>
                  <a:pt x="1192292" y="272539"/>
                </a:lnTo>
                <a:lnTo>
                  <a:pt x="1194696" y="273609"/>
                </a:lnTo>
                <a:lnTo>
                  <a:pt x="1196824" y="275158"/>
                </a:lnTo>
                <a:lnTo>
                  <a:pt x="1198586" y="277109"/>
                </a:lnTo>
                <a:lnTo>
                  <a:pt x="1199908" y="279388"/>
                </a:lnTo>
                <a:lnTo>
                  <a:pt x="1200714" y="281893"/>
                </a:lnTo>
                <a:lnTo>
                  <a:pt x="1200991" y="284511"/>
                </a:lnTo>
                <a:moveTo>
                  <a:pt x="1180848" y="390259"/>
                </a:moveTo>
                <a:lnTo>
                  <a:pt x="1130240" y="390259"/>
                </a:lnTo>
                <a:lnTo>
                  <a:pt x="1127622" y="389982"/>
                </a:lnTo>
                <a:lnTo>
                  <a:pt x="1125116" y="389176"/>
                </a:lnTo>
                <a:lnTo>
                  <a:pt x="1122838" y="387855"/>
                </a:lnTo>
                <a:lnTo>
                  <a:pt x="1120887" y="386092"/>
                </a:lnTo>
                <a:lnTo>
                  <a:pt x="1119339" y="383965"/>
                </a:lnTo>
                <a:lnTo>
                  <a:pt x="1118268" y="381560"/>
                </a:lnTo>
                <a:lnTo>
                  <a:pt x="1117714" y="378992"/>
                </a:lnTo>
                <a:lnTo>
                  <a:pt x="1117714" y="376348"/>
                </a:lnTo>
                <a:lnTo>
                  <a:pt x="1118268" y="373780"/>
                </a:lnTo>
                <a:lnTo>
                  <a:pt x="1119339" y="371376"/>
                </a:lnTo>
                <a:lnTo>
                  <a:pt x="1120887" y="369248"/>
                </a:lnTo>
                <a:lnTo>
                  <a:pt x="1122838" y="367486"/>
                </a:lnTo>
                <a:lnTo>
                  <a:pt x="1125116" y="366164"/>
                </a:lnTo>
                <a:lnTo>
                  <a:pt x="1127622" y="365358"/>
                </a:lnTo>
                <a:lnTo>
                  <a:pt x="1130240" y="365081"/>
                </a:lnTo>
                <a:lnTo>
                  <a:pt x="1180848" y="365081"/>
                </a:lnTo>
                <a:lnTo>
                  <a:pt x="1183467" y="365358"/>
                </a:lnTo>
                <a:lnTo>
                  <a:pt x="1185972" y="366164"/>
                </a:lnTo>
                <a:lnTo>
                  <a:pt x="1188250" y="367486"/>
                </a:lnTo>
                <a:lnTo>
                  <a:pt x="1190202" y="369248"/>
                </a:lnTo>
                <a:lnTo>
                  <a:pt x="1191750" y="371376"/>
                </a:lnTo>
                <a:lnTo>
                  <a:pt x="1192821" y="373780"/>
                </a:lnTo>
                <a:lnTo>
                  <a:pt x="1193374" y="376348"/>
                </a:lnTo>
                <a:lnTo>
                  <a:pt x="1193374" y="378992"/>
                </a:lnTo>
                <a:lnTo>
                  <a:pt x="1192821" y="381560"/>
                </a:lnTo>
                <a:lnTo>
                  <a:pt x="1191750" y="383965"/>
                </a:lnTo>
                <a:lnTo>
                  <a:pt x="1190202" y="386092"/>
                </a:lnTo>
                <a:lnTo>
                  <a:pt x="1188250" y="387855"/>
                </a:lnTo>
                <a:lnTo>
                  <a:pt x="1185972" y="389176"/>
                </a:lnTo>
                <a:lnTo>
                  <a:pt x="1183467" y="389982"/>
                </a:lnTo>
                <a:lnTo>
                  <a:pt x="1180848" y="390259"/>
                </a:lnTo>
                <a:moveTo>
                  <a:pt x="1080136" y="390259"/>
                </a:moveTo>
                <a:lnTo>
                  <a:pt x="1029528" y="390259"/>
                </a:lnTo>
                <a:lnTo>
                  <a:pt x="1026910" y="389982"/>
                </a:lnTo>
                <a:lnTo>
                  <a:pt x="1024405" y="389176"/>
                </a:lnTo>
                <a:lnTo>
                  <a:pt x="1022126" y="387855"/>
                </a:lnTo>
                <a:lnTo>
                  <a:pt x="1020174" y="386092"/>
                </a:lnTo>
                <a:lnTo>
                  <a:pt x="1018626" y="383965"/>
                </a:lnTo>
                <a:lnTo>
                  <a:pt x="1017556" y="381560"/>
                </a:lnTo>
                <a:lnTo>
                  <a:pt x="1017002" y="378992"/>
                </a:lnTo>
                <a:lnTo>
                  <a:pt x="1017002" y="376348"/>
                </a:lnTo>
                <a:lnTo>
                  <a:pt x="1017556" y="373780"/>
                </a:lnTo>
                <a:lnTo>
                  <a:pt x="1018626" y="371376"/>
                </a:lnTo>
                <a:lnTo>
                  <a:pt x="1020174" y="369248"/>
                </a:lnTo>
                <a:lnTo>
                  <a:pt x="1022126" y="367486"/>
                </a:lnTo>
                <a:lnTo>
                  <a:pt x="1024405" y="366164"/>
                </a:lnTo>
                <a:lnTo>
                  <a:pt x="1026910" y="365358"/>
                </a:lnTo>
                <a:lnTo>
                  <a:pt x="1029528" y="365081"/>
                </a:lnTo>
                <a:lnTo>
                  <a:pt x="1080136" y="365081"/>
                </a:lnTo>
                <a:lnTo>
                  <a:pt x="1082755" y="365358"/>
                </a:lnTo>
                <a:lnTo>
                  <a:pt x="1085260" y="366164"/>
                </a:lnTo>
                <a:lnTo>
                  <a:pt x="1087538" y="367486"/>
                </a:lnTo>
                <a:lnTo>
                  <a:pt x="1089490" y="369248"/>
                </a:lnTo>
                <a:lnTo>
                  <a:pt x="1091038" y="371376"/>
                </a:lnTo>
                <a:lnTo>
                  <a:pt x="1092108" y="373780"/>
                </a:lnTo>
                <a:lnTo>
                  <a:pt x="1092662" y="376348"/>
                </a:lnTo>
                <a:lnTo>
                  <a:pt x="1092662" y="378992"/>
                </a:lnTo>
                <a:lnTo>
                  <a:pt x="1092108" y="381560"/>
                </a:lnTo>
                <a:lnTo>
                  <a:pt x="1091038" y="383965"/>
                </a:lnTo>
                <a:lnTo>
                  <a:pt x="1089490" y="386092"/>
                </a:lnTo>
                <a:lnTo>
                  <a:pt x="1087538" y="387855"/>
                </a:lnTo>
                <a:lnTo>
                  <a:pt x="1085260" y="389176"/>
                </a:lnTo>
                <a:lnTo>
                  <a:pt x="1082755" y="389982"/>
                </a:lnTo>
                <a:lnTo>
                  <a:pt x="1080136" y="390259"/>
                </a:lnTo>
                <a:moveTo>
                  <a:pt x="979424" y="390259"/>
                </a:moveTo>
                <a:lnTo>
                  <a:pt x="928816" y="390259"/>
                </a:lnTo>
                <a:lnTo>
                  <a:pt x="926198" y="389982"/>
                </a:lnTo>
                <a:lnTo>
                  <a:pt x="923693" y="389176"/>
                </a:lnTo>
                <a:lnTo>
                  <a:pt x="921414" y="387855"/>
                </a:lnTo>
                <a:lnTo>
                  <a:pt x="919463" y="386092"/>
                </a:lnTo>
                <a:lnTo>
                  <a:pt x="917914" y="383965"/>
                </a:lnTo>
                <a:lnTo>
                  <a:pt x="916844" y="381560"/>
                </a:lnTo>
                <a:lnTo>
                  <a:pt x="916290" y="378992"/>
                </a:lnTo>
                <a:lnTo>
                  <a:pt x="916290" y="376348"/>
                </a:lnTo>
                <a:lnTo>
                  <a:pt x="916844" y="373780"/>
                </a:lnTo>
                <a:lnTo>
                  <a:pt x="917914" y="371376"/>
                </a:lnTo>
                <a:lnTo>
                  <a:pt x="919463" y="369248"/>
                </a:lnTo>
                <a:lnTo>
                  <a:pt x="921414" y="367486"/>
                </a:lnTo>
                <a:lnTo>
                  <a:pt x="923693" y="366164"/>
                </a:lnTo>
                <a:lnTo>
                  <a:pt x="926198" y="365358"/>
                </a:lnTo>
                <a:lnTo>
                  <a:pt x="928816" y="365081"/>
                </a:lnTo>
                <a:lnTo>
                  <a:pt x="979424" y="365081"/>
                </a:lnTo>
                <a:lnTo>
                  <a:pt x="982042" y="365358"/>
                </a:lnTo>
                <a:lnTo>
                  <a:pt x="984548" y="366164"/>
                </a:lnTo>
                <a:lnTo>
                  <a:pt x="986827" y="367486"/>
                </a:lnTo>
                <a:lnTo>
                  <a:pt x="988778" y="369248"/>
                </a:lnTo>
                <a:lnTo>
                  <a:pt x="990326" y="371376"/>
                </a:lnTo>
                <a:lnTo>
                  <a:pt x="991396" y="373780"/>
                </a:lnTo>
                <a:lnTo>
                  <a:pt x="991950" y="376348"/>
                </a:lnTo>
                <a:lnTo>
                  <a:pt x="991950" y="378992"/>
                </a:lnTo>
                <a:lnTo>
                  <a:pt x="991396" y="381560"/>
                </a:lnTo>
                <a:lnTo>
                  <a:pt x="990326" y="383965"/>
                </a:lnTo>
                <a:lnTo>
                  <a:pt x="988778" y="386092"/>
                </a:lnTo>
                <a:lnTo>
                  <a:pt x="986827" y="387855"/>
                </a:lnTo>
                <a:lnTo>
                  <a:pt x="984548" y="389176"/>
                </a:lnTo>
                <a:lnTo>
                  <a:pt x="982042" y="389982"/>
                </a:lnTo>
                <a:lnTo>
                  <a:pt x="979424" y="390259"/>
                </a:lnTo>
                <a:moveTo>
                  <a:pt x="878712" y="390259"/>
                </a:moveTo>
                <a:lnTo>
                  <a:pt x="828105" y="390259"/>
                </a:lnTo>
                <a:lnTo>
                  <a:pt x="825486" y="389982"/>
                </a:lnTo>
                <a:lnTo>
                  <a:pt x="822980" y="389176"/>
                </a:lnTo>
                <a:lnTo>
                  <a:pt x="820702" y="387855"/>
                </a:lnTo>
                <a:lnTo>
                  <a:pt x="818751" y="386092"/>
                </a:lnTo>
                <a:lnTo>
                  <a:pt x="817202" y="383965"/>
                </a:lnTo>
                <a:lnTo>
                  <a:pt x="816132" y="381560"/>
                </a:lnTo>
                <a:lnTo>
                  <a:pt x="815579" y="378992"/>
                </a:lnTo>
                <a:lnTo>
                  <a:pt x="815579" y="376348"/>
                </a:lnTo>
                <a:lnTo>
                  <a:pt x="816132" y="373780"/>
                </a:lnTo>
                <a:lnTo>
                  <a:pt x="817202" y="371376"/>
                </a:lnTo>
                <a:lnTo>
                  <a:pt x="818751" y="369248"/>
                </a:lnTo>
                <a:lnTo>
                  <a:pt x="820702" y="367486"/>
                </a:lnTo>
                <a:lnTo>
                  <a:pt x="822980" y="366164"/>
                </a:lnTo>
                <a:lnTo>
                  <a:pt x="825486" y="365358"/>
                </a:lnTo>
                <a:lnTo>
                  <a:pt x="828105" y="365081"/>
                </a:lnTo>
                <a:lnTo>
                  <a:pt x="878712" y="365081"/>
                </a:lnTo>
                <a:lnTo>
                  <a:pt x="881331" y="365358"/>
                </a:lnTo>
                <a:lnTo>
                  <a:pt x="883836" y="366164"/>
                </a:lnTo>
                <a:lnTo>
                  <a:pt x="886115" y="367486"/>
                </a:lnTo>
                <a:lnTo>
                  <a:pt x="888065" y="369248"/>
                </a:lnTo>
                <a:lnTo>
                  <a:pt x="889614" y="371376"/>
                </a:lnTo>
                <a:lnTo>
                  <a:pt x="890684" y="373780"/>
                </a:lnTo>
                <a:lnTo>
                  <a:pt x="891238" y="376348"/>
                </a:lnTo>
                <a:lnTo>
                  <a:pt x="891238" y="378992"/>
                </a:lnTo>
                <a:lnTo>
                  <a:pt x="890684" y="381560"/>
                </a:lnTo>
                <a:lnTo>
                  <a:pt x="889614" y="383965"/>
                </a:lnTo>
                <a:lnTo>
                  <a:pt x="888065" y="386092"/>
                </a:lnTo>
                <a:lnTo>
                  <a:pt x="886115" y="387855"/>
                </a:lnTo>
                <a:lnTo>
                  <a:pt x="883836" y="389176"/>
                </a:lnTo>
                <a:lnTo>
                  <a:pt x="881331" y="389982"/>
                </a:lnTo>
                <a:lnTo>
                  <a:pt x="878712" y="390259"/>
                </a:lnTo>
                <a:moveTo>
                  <a:pt x="778000" y="390259"/>
                </a:moveTo>
                <a:lnTo>
                  <a:pt x="727392" y="390259"/>
                </a:lnTo>
                <a:lnTo>
                  <a:pt x="724774" y="389982"/>
                </a:lnTo>
                <a:lnTo>
                  <a:pt x="722269" y="389176"/>
                </a:lnTo>
                <a:lnTo>
                  <a:pt x="719990" y="387855"/>
                </a:lnTo>
                <a:lnTo>
                  <a:pt x="718039" y="386092"/>
                </a:lnTo>
                <a:lnTo>
                  <a:pt x="716490" y="383965"/>
                </a:lnTo>
                <a:lnTo>
                  <a:pt x="715420" y="381560"/>
                </a:lnTo>
                <a:lnTo>
                  <a:pt x="714866" y="378992"/>
                </a:lnTo>
                <a:lnTo>
                  <a:pt x="714866" y="376348"/>
                </a:lnTo>
                <a:lnTo>
                  <a:pt x="715420" y="373780"/>
                </a:lnTo>
                <a:lnTo>
                  <a:pt x="716490" y="371376"/>
                </a:lnTo>
                <a:lnTo>
                  <a:pt x="718039" y="369248"/>
                </a:lnTo>
                <a:lnTo>
                  <a:pt x="719990" y="367486"/>
                </a:lnTo>
                <a:lnTo>
                  <a:pt x="722269" y="366164"/>
                </a:lnTo>
                <a:lnTo>
                  <a:pt x="724774" y="365358"/>
                </a:lnTo>
                <a:lnTo>
                  <a:pt x="727392" y="365081"/>
                </a:lnTo>
                <a:lnTo>
                  <a:pt x="778000" y="365081"/>
                </a:lnTo>
                <a:lnTo>
                  <a:pt x="780619" y="365358"/>
                </a:lnTo>
                <a:lnTo>
                  <a:pt x="783124" y="366164"/>
                </a:lnTo>
                <a:lnTo>
                  <a:pt x="785402" y="367486"/>
                </a:lnTo>
                <a:lnTo>
                  <a:pt x="787354" y="369248"/>
                </a:lnTo>
                <a:lnTo>
                  <a:pt x="788902" y="371376"/>
                </a:lnTo>
                <a:lnTo>
                  <a:pt x="789972" y="373780"/>
                </a:lnTo>
                <a:lnTo>
                  <a:pt x="790526" y="376348"/>
                </a:lnTo>
                <a:lnTo>
                  <a:pt x="790526" y="378992"/>
                </a:lnTo>
                <a:lnTo>
                  <a:pt x="789972" y="381560"/>
                </a:lnTo>
                <a:lnTo>
                  <a:pt x="788902" y="383965"/>
                </a:lnTo>
                <a:lnTo>
                  <a:pt x="787354" y="386092"/>
                </a:lnTo>
                <a:lnTo>
                  <a:pt x="785402" y="387855"/>
                </a:lnTo>
                <a:lnTo>
                  <a:pt x="783124" y="389176"/>
                </a:lnTo>
                <a:lnTo>
                  <a:pt x="780619" y="389982"/>
                </a:lnTo>
                <a:lnTo>
                  <a:pt x="778000" y="390259"/>
                </a:lnTo>
                <a:moveTo>
                  <a:pt x="677288" y="390259"/>
                </a:moveTo>
                <a:lnTo>
                  <a:pt x="626680" y="390259"/>
                </a:lnTo>
                <a:lnTo>
                  <a:pt x="624062" y="389982"/>
                </a:lnTo>
                <a:lnTo>
                  <a:pt x="621557" y="389176"/>
                </a:lnTo>
                <a:lnTo>
                  <a:pt x="619278" y="387855"/>
                </a:lnTo>
                <a:lnTo>
                  <a:pt x="617326" y="386092"/>
                </a:lnTo>
                <a:lnTo>
                  <a:pt x="615778" y="383965"/>
                </a:lnTo>
                <a:lnTo>
                  <a:pt x="614708" y="381560"/>
                </a:lnTo>
                <a:lnTo>
                  <a:pt x="614154" y="378992"/>
                </a:lnTo>
                <a:lnTo>
                  <a:pt x="614154" y="376348"/>
                </a:lnTo>
                <a:lnTo>
                  <a:pt x="614708" y="373780"/>
                </a:lnTo>
                <a:lnTo>
                  <a:pt x="615778" y="371376"/>
                </a:lnTo>
                <a:lnTo>
                  <a:pt x="617326" y="369248"/>
                </a:lnTo>
                <a:lnTo>
                  <a:pt x="619278" y="367486"/>
                </a:lnTo>
                <a:lnTo>
                  <a:pt x="621557" y="366164"/>
                </a:lnTo>
                <a:lnTo>
                  <a:pt x="624062" y="365358"/>
                </a:lnTo>
                <a:lnTo>
                  <a:pt x="626680" y="365081"/>
                </a:lnTo>
                <a:lnTo>
                  <a:pt x="677288" y="365081"/>
                </a:lnTo>
                <a:lnTo>
                  <a:pt x="679907" y="365358"/>
                </a:lnTo>
                <a:lnTo>
                  <a:pt x="682412" y="366164"/>
                </a:lnTo>
                <a:lnTo>
                  <a:pt x="684690" y="367486"/>
                </a:lnTo>
                <a:lnTo>
                  <a:pt x="686642" y="369248"/>
                </a:lnTo>
                <a:lnTo>
                  <a:pt x="688190" y="371376"/>
                </a:lnTo>
                <a:lnTo>
                  <a:pt x="689260" y="373780"/>
                </a:lnTo>
                <a:lnTo>
                  <a:pt x="689814" y="376348"/>
                </a:lnTo>
                <a:lnTo>
                  <a:pt x="689814" y="378992"/>
                </a:lnTo>
                <a:lnTo>
                  <a:pt x="689260" y="381560"/>
                </a:lnTo>
                <a:lnTo>
                  <a:pt x="688190" y="383965"/>
                </a:lnTo>
                <a:lnTo>
                  <a:pt x="686642" y="386092"/>
                </a:lnTo>
                <a:lnTo>
                  <a:pt x="684690" y="387855"/>
                </a:lnTo>
                <a:lnTo>
                  <a:pt x="682412" y="389176"/>
                </a:lnTo>
                <a:lnTo>
                  <a:pt x="679907" y="389982"/>
                </a:lnTo>
                <a:lnTo>
                  <a:pt x="677288" y="390259"/>
                </a:lnTo>
                <a:moveTo>
                  <a:pt x="576576" y="390259"/>
                </a:moveTo>
                <a:lnTo>
                  <a:pt x="525968" y="390259"/>
                </a:lnTo>
                <a:lnTo>
                  <a:pt x="523349" y="389982"/>
                </a:lnTo>
                <a:lnTo>
                  <a:pt x="520845" y="389176"/>
                </a:lnTo>
                <a:lnTo>
                  <a:pt x="518566" y="387855"/>
                </a:lnTo>
                <a:lnTo>
                  <a:pt x="516615" y="386092"/>
                </a:lnTo>
                <a:lnTo>
                  <a:pt x="515066" y="383965"/>
                </a:lnTo>
                <a:lnTo>
                  <a:pt x="513996" y="381560"/>
                </a:lnTo>
                <a:lnTo>
                  <a:pt x="513442" y="378992"/>
                </a:lnTo>
                <a:lnTo>
                  <a:pt x="513442" y="376348"/>
                </a:lnTo>
                <a:lnTo>
                  <a:pt x="513996" y="373780"/>
                </a:lnTo>
                <a:lnTo>
                  <a:pt x="515066" y="371376"/>
                </a:lnTo>
                <a:lnTo>
                  <a:pt x="516615" y="369248"/>
                </a:lnTo>
                <a:lnTo>
                  <a:pt x="518566" y="367486"/>
                </a:lnTo>
                <a:lnTo>
                  <a:pt x="520845" y="366164"/>
                </a:lnTo>
                <a:lnTo>
                  <a:pt x="523349" y="365358"/>
                </a:lnTo>
                <a:lnTo>
                  <a:pt x="525968" y="365081"/>
                </a:lnTo>
                <a:lnTo>
                  <a:pt x="576576" y="365081"/>
                </a:lnTo>
                <a:lnTo>
                  <a:pt x="579195" y="365358"/>
                </a:lnTo>
                <a:lnTo>
                  <a:pt x="581699" y="366164"/>
                </a:lnTo>
                <a:lnTo>
                  <a:pt x="583978" y="367486"/>
                </a:lnTo>
                <a:lnTo>
                  <a:pt x="585930" y="369248"/>
                </a:lnTo>
                <a:lnTo>
                  <a:pt x="587478" y="371376"/>
                </a:lnTo>
                <a:lnTo>
                  <a:pt x="588548" y="373780"/>
                </a:lnTo>
                <a:lnTo>
                  <a:pt x="589102" y="376348"/>
                </a:lnTo>
                <a:lnTo>
                  <a:pt x="589102" y="378992"/>
                </a:lnTo>
                <a:lnTo>
                  <a:pt x="588548" y="381560"/>
                </a:lnTo>
                <a:lnTo>
                  <a:pt x="587478" y="383965"/>
                </a:lnTo>
                <a:lnTo>
                  <a:pt x="585930" y="386092"/>
                </a:lnTo>
                <a:lnTo>
                  <a:pt x="583978" y="387855"/>
                </a:lnTo>
                <a:lnTo>
                  <a:pt x="581699" y="389176"/>
                </a:lnTo>
                <a:lnTo>
                  <a:pt x="579195" y="389982"/>
                </a:lnTo>
                <a:lnTo>
                  <a:pt x="576576" y="390259"/>
                </a:lnTo>
                <a:moveTo>
                  <a:pt x="475864" y="390259"/>
                </a:moveTo>
                <a:lnTo>
                  <a:pt x="425256" y="390259"/>
                </a:lnTo>
                <a:lnTo>
                  <a:pt x="422638" y="389982"/>
                </a:lnTo>
                <a:lnTo>
                  <a:pt x="420132" y="389176"/>
                </a:lnTo>
                <a:lnTo>
                  <a:pt x="417854" y="387855"/>
                </a:lnTo>
                <a:lnTo>
                  <a:pt x="415903" y="386092"/>
                </a:lnTo>
                <a:lnTo>
                  <a:pt x="414354" y="383965"/>
                </a:lnTo>
                <a:lnTo>
                  <a:pt x="413284" y="381560"/>
                </a:lnTo>
                <a:lnTo>
                  <a:pt x="412730" y="378992"/>
                </a:lnTo>
                <a:lnTo>
                  <a:pt x="412730" y="376348"/>
                </a:lnTo>
                <a:lnTo>
                  <a:pt x="413284" y="373780"/>
                </a:lnTo>
                <a:lnTo>
                  <a:pt x="414354" y="371376"/>
                </a:lnTo>
                <a:lnTo>
                  <a:pt x="415903" y="369248"/>
                </a:lnTo>
                <a:lnTo>
                  <a:pt x="417854" y="367486"/>
                </a:lnTo>
                <a:lnTo>
                  <a:pt x="420132" y="366164"/>
                </a:lnTo>
                <a:lnTo>
                  <a:pt x="422638" y="365358"/>
                </a:lnTo>
                <a:lnTo>
                  <a:pt x="425256" y="365081"/>
                </a:lnTo>
                <a:lnTo>
                  <a:pt x="475864" y="365081"/>
                </a:lnTo>
                <a:lnTo>
                  <a:pt x="478482" y="365358"/>
                </a:lnTo>
                <a:lnTo>
                  <a:pt x="480988" y="366164"/>
                </a:lnTo>
                <a:lnTo>
                  <a:pt x="483267" y="367486"/>
                </a:lnTo>
                <a:lnTo>
                  <a:pt x="485218" y="369248"/>
                </a:lnTo>
                <a:lnTo>
                  <a:pt x="486766" y="371376"/>
                </a:lnTo>
                <a:lnTo>
                  <a:pt x="487836" y="373780"/>
                </a:lnTo>
                <a:lnTo>
                  <a:pt x="488390" y="376348"/>
                </a:lnTo>
                <a:lnTo>
                  <a:pt x="488390" y="378992"/>
                </a:lnTo>
                <a:lnTo>
                  <a:pt x="487836" y="381560"/>
                </a:lnTo>
                <a:lnTo>
                  <a:pt x="486766" y="383965"/>
                </a:lnTo>
                <a:lnTo>
                  <a:pt x="485218" y="386092"/>
                </a:lnTo>
                <a:lnTo>
                  <a:pt x="483267" y="387855"/>
                </a:lnTo>
                <a:lnTo>
                  <a:pt x="480988" y="389176"/>
                </a:lnTo>
                <a:lnTo>
                  <a:pt x="478482" y="389982"/>
                </a:lnTo>
                <a:lnTo>
                  <a:pt x="475864" y="390259"/>
                </a:lnTo>
                <a:moveTo>
                  <a:pt x="375152" y="390259"/>
                </a:moveTo>
                <a:lnTo>
                  <a:pt x="324544" y="390259"/>
                </a:lnTo>
                <a:lnTo>
                  <a:pt x="321926" y="389982"/>
                </a:lnTo>
                <a:lnTo>
                  <a:pt x="319420" y="389176"/>
                </a:lnTo>
                <a:lnTo>
                  <a:pt x="317142" y="387855"/>
                </a:lnTo>
                <a:lnTo>
                  <a:pt x="315191" y="386092"/>
                </a:lnTo>
                <a:lnTo>
                  <a:pt x="313642" y="383965"/>
                </a:lnTo>
                <a:lnTo>
                  <a:pt x="312572" y="381560"/>
                </a:lnTo>
                <a:lnTo>
                  <a:pt x="312018" y="378992"/>
                </a:lnTo>
                <a:lnTo>
                  <a:pt x="312018" y="376348"/>
                </a:lnTo>
                <a:lnTo>
                  <a:pt x="312572" y="373780"/>
                </a:lnTo>
                <a:lnTo>
                  <a:pt x="313642" y="371376"/>
                </a:lnTo>
                <a:lnTo>
                  <a:pt x="315191" y="369248"/>
                </a:lnTo>
                <a:lnTo>
                  <a:pt x="317142" y="367486"/>
                </a:lnTo>
                <a:lnTo>
                  <a:pt x="319420" y="366164"/>
                </a:lnTo>
                <a:lnTo>
                  <a:pt x="321926" y="365358"/>
                </a:lnTo>
                <a:lnTo>
                  <a:pt x="324544" y="365081"/>
                </a:lnTo>
                <a:lnTo>
                  <a:pt x="375152" y="365081"/>
                </a:lnTo>
                <a:lnTo>
                  <a:pt x="377771" y="365358"/>
                </a:lnTo>
                <a:lnTo>
                  <a:pt x="380276" y="366164"/>
                </a:lnTo>
                <a:lnTo>
                  <a:pt x="382554" y="367486"/>
                </a:lnTo>
                <a:lnTo>
                  <a:pt x="384505" y="369248"/>
                </a:lnTo>
                <a:lnTo>
                  <a:pt x="386054" y="371376"/>
                </a:lnTo>
                <a:lnTo>
                  <a:pt x="387124" y="373780"/>
                </a:lnTo>
                <a:lnTo>
                  <a:pt x="387678" y="376348"/>
                </a:lnTo>
                <a:lnTo>
                  <a:pt x="387678" y="378992"/>
                </a:lnTo>
                <a:lnTo>
                  <a:pt x="387124" y="381560"/>
                </a:lnTo>
                <a:lnTo>
                  <a:pt x="386054" y="383965"/>
                </a:lnTo>
                <a:lnTo>
                  <a:pt x="384505" y="386092"/>
                </a:lnTo>
                <a:lnTo>
                  <a:pt x="382554" y="387855"/>
                </a:lnTo>
                <a:lnTo>
                  <a:pt x="380276" y="389176"/>
                </a:lnTo>
                <a:lnTo>
                  <a:pt x="377771" y="389982"/>
                </a:lnTo>
                <a:lnTo>
                  <a:pt x="375152" y="390259"/>
                </a:lnTo>
                <a:moveTo>
                  <a:pt x="274440" y="390259"/>
                </a:moveTo>
                <a:lnTo>
                  <a:pt x="223832" y="390259"/>
                </a:lnTo>
                <a:lnTo>
                  <a:pt x="221214" y="389982"/>
                </a:lnTo>
                <a:lnTo>
                  <a:pt x="218708" y="389176"/>
                </a:lnTo>
                <a:lnTo>
                  <a:pt x="216430" y="387855"/>
                </a:lnTo>
                <a:lnTo>
                  <a:pt x="214479" y="386092"/>
                </a:lnTo>
                <a:lnTo>
                  <a:pt x="212930" y="383965"/>
                </a:lnTo>
                <a:lnTo>
                  <a:pt x="211860" y="381560"/>
                </a:lnTo>
                <a:lnTo>
                  <a:pt x="211306" y="378992"/>
                </a:lnTo>
                <a:lnTo>
                  <a:pt x="211306" y="376348"/>
                </a:lnTo>
                <a:lnTo>
                  <a:pt x="211860" y="373780"/>
                </a:lnTo>
                <a:lnTo>
                  <a:pt x="212930" y="371376"/>
                </a:lnTo>
                <a:lnTo>
                  <a:pt x="214479" y="369248"/>
                </a:lnTo>
                <a:lnTo>
                  <a:pt x="216430" y="367486"/>
                </a:lnTo>
                <a:lnTo>
                  <a:pt x="218708" y="366164"/>
                </a:lnTo>
                <a:lnTo>
                  <a:pt x="221214" y="365358"/>
                </a:lnTo>
                <a:lnTo>
                  <a:pt x="223832" y="365081"/>
                </a:lnTo>
                <a:lnTo>
                  <a:pt x="274440" y="365081"/>
                </a:lnTo>
                <a:lnTo>
                  <a:pt x="277059" y="365358"/>
                </a:lnTo>
                <a:lnTo>
                  <a:pt x="279564" y="366164"/>
                </a:lnTo>
                <a:lnTo>
                  <a:pt x="281842" y="367486"/>
                </a:lnTo>
                <a:lnTo>
                  <a:pt x="283794" y="369248"/>
                </a:lnTo>
                <a:lnTo>
                  <a:pt x="285342" y="371376"/>
                </a:lnTo>
                <a:lnTo>
                  <a:pt x="286412" y="373780"/>
                </a:lnTo>
                <a:lnTo>
                  <a:pt x="286966" y="376348"/>
                </a:lnTo>
                <a:lnTo>
                  <a:pt x="286966" y="378992"/>
                </a:lnTo>
                <a:lnTo>
                  <a:pt x="286412" y="381560"/>
                </a:lnTo>
                <a:lnTo>
                  <a:pt x="285342" y="383965"/>
                </a:lnTo>
                <a:lnTo>
                  <a:pt x="283794" y="386092"/>
                </a:lnTo>
                <a:lnTo>
                  <a:pt x="281842" y="387855"/>
                </a:lnTo>
                <a:lnTo>
                  <a:pt x="279564" y="389176"/>
                </a:lnTo>
                <a:lnTo>
                  <a:pt x="277059" y="389982"/>
                </a:lnTo>
                <a:lnTo>
                  <a:pt x="274440" y="390259"/>
                </a:lnTo>
                <a:moveTo>
                  <a:pt x="173728" y="390259"/>
                </a:moveTo>
                <a:lnTo>
                  <a:pt x="123120" y="390259"/>
                </a:lnTo>
                <a:lnTo>
                  <a:pt x="120502" y="389982"/>
                </a:lnTo>
                <a:lnTo>
                  <a:pt x="117997" y="389176"/>
                </a:lnTo>
                <a:lnTo>
                  <a:pt x="115718" y="387855"/>
                </a:lnTo>
                <a:lnTo>
                  <a:pt x="113766" y="386092"/>
                </a:lnTo>
                <a:lnTo>
                  <a:pt x="112218" y="383965"/>
                </a:lnTo>
                <a:lnTo>
                  <a:pt x="111148" y="381560"/>
                </a:lnTo>
                <a:lnTo>
                  <a:pt x="110594" y="378992"/>
                </a:lnTo>
                <a:lnTo>
                  <a:pt x="110594" y="376348"/>
                </a:lnTo>
                <a:lnTo>
                  <a:pt x="111148" y="373780"/>
                </a:lnTo>
                <a:lnTo>
                  <a:pt x="112218" y="371376"/>
                </a:lnTo>
                <a:lnTo>
                  <a:pt x="113766" y="369248"/>
                </a:lnTo>
                <a:lnTo>
                  <a:pt x="115718" y="367486"/>
                </a:lnTo>
                <a:lnTo>
                  <a:pt x="117997" y="366164"/>
                </a:lnTo>
                <a:lnTo>
                  <a:pt x="120502" y="365358"/>
                </a:lnTo>
                <a:lnTo>
                  <a:pt x="123120" y="365081"/>
                </a:lnTo>
                <a:lnTo>
                  <a:pt x="173728" y="365081"/>
                </a:lnTo>
                <a:lnTo>
                  <a:pt x="176347" y="365358"/>
                </a:lnTo>
                <a:lnTo>
                  <a:pt x="178851" y="366164"/>
                </a:lnTo>
                <a:lnTo>
                  <a:pt x="181130" y="367486"/>
                </a:lnTo>
                <a:lnTo>
                  <a:pt x="183081" y="369248"/>
                </a:lnTo>
                <a:lnTo>
                  <a:pt x="184630" y="371376"/>
                </a:lnTo>
                <a:lnTo>
                  <a:pt x="185700" y="373780"/>
                </a:lnTo>
                <a:lnTo>
                  <a:pt x="186254" y="376348"/>
                </a:lnTo>
                <a:lnTo>
                  <a:pt x="186254" y="378992"/>
                </a:lnTo>
                <a:lnTo>
                  <a:pt x="185700" y="381560"/>
                </a:lnTo>
                <a:lnTo>
                  <a:pt x="184630" y="383965"/>
                </a:lnTo>
                <a:lnTo>
                  <a:pt x="183081" y="386092"/>
                </a:lnTo>
                <a:lnTo>
                  <a:pt x="181130" y="387855"/>
                </a:lnTo>
                <a:lnTo>
                  <a:pt x="178851" y="389176"/>
                </a:lnTo>
                <a:lnTo>
                  <a:pt x="176347" y="389982"/>
                </a:lnTo>
                <a:lnTo>
                  <a:pt x="173728" y="390259"/>
                </a:lnTo>
                <a:moveTo>
                  <a:pt x="73016" y="390259"/>
                </a:moveTo>
                <a:lnTo>
                  <a:pt x="22408" y="390259"/>
                </a:lnTo>
                <a:lnTo>
                  <a:pt x="19790" y="389982"/>
                </a:lnTo>
                <a:lnTo>
                  <a:pt x="17285" y="389176"/>
                </a:lnTo>
                <a:lnTo>
                  <a:pt x="15006" y="387855"/>
                </a:lnTo>
                <a:lnTo>
                  <a:pt x="13055" y="386092"/>
                </a:lnTo>
                <a:lnTo>
                  <a:pt x="11506" y="383965"/>
                </a:lnTo>
                <a:lnTo>
                  <a:pt x="10436" y="381560"/>
                </a:lnTo>
                <a:lnTo>
                  <a:pt x="9882" y="378992"/>
                </a:lnTo>
                <a:lnTo>
                  <a:pt x="9882" y="376348"/>
                </a:lnTo>
                <a:lnTo>
                  <a:pt x="10436" y="373780"/>
                </a:lnTo>
                <a:lnTo>
                  <a:pt x="11506" y="371376"/>
                </a:lnTo>
                <a:lnTo>
                  <a:pt x="13055" y="369248"/>
                </a:lnTo>
                <a:lnTo>
                  <a:pt x="15006" y="367486"/>
                </a:lnTo>
                <a:lnTo>
                  <a:pt x="17285" y="366164"/>
                </a:lnTo>
                <a:lnTo>
                  <a:pt x="19790" y="365358"/>
                </a:lnTo>
                <a:lnTo>
                  <a:pt x="22408" y="365081"/>
                </a:lnTo>
                <a:lnTo>
                  <a:pt x="73016" y="365081"/>
                </a:lnTo>
                <a:lnTo>
                  <a:pt x="75634" y="365358"/>
                </a:lnTo>
                <a:lnTo>
                  <a:pt x="78140" y="366164"/>
                </a:lnTo>
                <a:lnTo>
                  <a:pt x="80418" y="367486"/>
                </a:lnTo>
                <a:lnTo>
                  <a:pt x="82370" y="369248"/>
                </a:lnTo>
                <a:lnTo>
                  <a:pt x="83918" y="371376"/>
                </a:lnTo>
                <a:lnTo>
                  <a:pt x="84988" y="373780"/>
                </a:lnTo>
                <a:lnTo>
                  <a:pt x="85542" y="376348"/>
                </a:lnTo>
                <a:lnTo>
                  <a:pt x="85542" y="378992"/>
                </a:lnTo>
                <a:lnTo>
                  <a:pt x="84988" y="381560"/>
                </a:lnTo>
                <a:lnTo>
                  <a:pt x="83918" y="383965"/>
                </a:lnTo>
                <a:lnTo>
                  <a:pt x="82370" y="386092"/>
                </a:lnTo>
                <a:lnTo>
                  <a:pt x="80418" y="387855"/>
                </a:lnTo>
                <a:lnTo>
                  <a:pt x="78140" y="389176"/>
                </a:lnTo>
                <a:lnTo>
                  <a:pt x="75634" y="389982"/>
                </a:lnTo>
                <a:lnTo>
                  <a:pt x="73016" y="390259"/>
                </a:lnTo>
              </a:path>
            </a:pathLst>
          </a:custGeom>
          <a:solidFill xmlns:a="http://schemas.openxmlformats.org/drawingml/2006/main">
            <a:srgbClr val="4EAE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text-291 Similar">
            <a:extLst xmlns:a="http://schemas.openxmlformats.org/drawingml/2006/main">
              <a:ext uri="{FF2B5EF4-FFF2-40B4-BE49-F238E27FC236}">
                <a16:creationId xmlns:a16="http://schemas.microsoft.com/office/drawing/2014/main" id="{FFDDF410-48FD-463B-ACD9-8398B215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8140" y="1322688"/>
            <a:ext cx="970195" cy="434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Similar</a:t>
            </a:r>
          </a:p>
        </p:txBody>
      </p:sp>
      <p:sp>
        <p:nvSpPr>
          <p:cNvPr id="300" name="path-292">
            <a:extLst xmlns:a="http://schemas.openxmlformats.org/drawingml/2006/main">
              <a:ext uri="{FF2B5EF4-FFF2-40B4-BE49-F238E27FC236}">
                <a16:creationId xmlns:a16="http://schemas.microsoft.com/office/drawing/2014/main" id="{807AB27A-F757-41CA-AA05-9D9E23E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513" y="3272721"/>
            <a:ext cx="1649348" cy="539144"/>
          </a:xfrm>
          <a:custGeom xmlns:a="http://schemas.openxmlformats.org/drawingml/2006/main">
            <a:pathLst>
              <a:path w="1203508" h="393406">
                <a:moveTo>
                  <a:pt x="0" y="379244"/>
                </a:moveTo>
                <a:lnTo>
                  <a:pt x="0" y="294268"/>
                </a:lnTo>
                <a:lnTo>
                  <a:pt x="28325" y="294268"/>
                </a:lnTo>
                <a:lnTo>
                  <a:pt x="28325" y="379244"/>
                </a:lnTo>
                <a:lnTo>
                  <a:pt x="0" y="379244"/>
                </a:lnTo>
                <a:moveTo>
                  <a:pt x="0" y="265943"/>
                </a:moveTo>
                <a:lnTo>
                  <a:pt x="0" y="180967"/>
                </a:lnTo>
                <a:lnTo>
                  <a:pt x="28325" y="180967"/>
                </a:lnTo>
                <a:lnTo>
                  <a:pt x="28325" y="265943"/>
                </a:lnTo>
                <a:lnTo>
                  <a:pt x="0" y="265943"/>
                </a:lnTo>
                <a:moveTo>
                  <a:pt x="0" y="152642"/>
                </a:moveTo>
                <a:lnTo>
                  <a:pt x="0" y="67666"/>
                </a:lnTo>
                <a:lnTo>
                  <a:pt x="28325" y="67666"/>
                </a:lnTo>
                <a:lnTo>
                  <a:pt x="28325" y="152642"/>
                </a:lnTo>
                <a:lnTo>
                  <a:pt x="0" y="152642"/>
                </a:lnTo>
                <a:moveTo>
                  <a:pt x="0" y="39341"/>
                </a:moveTo>
                <a:lnTo>
                  <a:pt x="0" y="14163"/>
                </a:lnTo>
                <a:lnTo>
                  <a:pt x="277" y="11406"/>
                </a:lnTo>
                <a:lnTo>
                  <a:pt x="1082" y="8737"/>
                </a:lnTo>
                <a:lnTo>
                  <a:pt x="2392" y="6295"/>
                </a:lnTo>
                <a:lnTo>
                  <a:pt x="4142" y="4142"/>
                </a:lnTo>
                <a:lnTo>
                  <a:pt x="6295" y="2392"/>
                </a:lnTo>
                <a:lnTo>
                  <a:pt x="8737" y="1083"/>
                </a:lnTo>
                <a:lnTo>
                  <a:pt x="11405" y="277"/>
                </a:lnTo>
                <a:lnTo>
                  <a:pt x="14163" y="0"/>
                </a:lnTo>
                <a:lnTo>
                  <a:pt x="73960" y="0"/>
                </a:lnTo>
                <a:lnTo>
                  <a:pt x="73960" y="28326"/>
                </a:lnTo>
                <a:lnTo>
                  <a:pt x="14163" y="28326"/>
                </a:lnTo>
                <a:lnTo>
                  <a:pt x="28325" y="14163"/>
                </a:lnTo>
                <a:lnTo>
                  <a:pt x="28325" y="39341"/>
                </a:lnTo>
                <a:lnTo>
                  <a:pt x="0" y="39341"/>
                </a:lnTo>
                <a:moveTo>
                  <a:pt x="102285" y="0"/>
                </a:moveTo>
                <a:lnTo>
                  <a:pt x="187261" y="0"/>
                </a:lnTo>
                <a:lnTo>
                  <a:pt x="187261" y="28326"/>
                </a:lnTo>
                <a:lnTo>
                  <a:pt x="102285" y="28326"/>
                </a:lnTo>
                <a:lnTo>
                  <a:pt x="102285" y="0"/>
                </a:lnTo>
                <a:moveTo>
                  <a:pt x="215586" y="0"/>
                </a:moveTo>
                <a:lnTo>
                  <a:pt x="300562" y="0"/>
                </a:lnTo>
                <a:lnTo>
                  <a:pt x="300562" y="28326"/>
                </a:lnTo>
                <a:lnTo>
                  <a:pt x="215586" y="28326"/>
                </a:lnTo>
                <a:lnTo>
                  <a:pt x="215586" y="0"/>
                </a:lnTo>
                <a:moveTo>
                  <a:pt x="328887" y="0"/>
                </a:moveTo>
                <a:lnTo>
                  <a:pt x="413863" y="0"/>
                </a:lnTo>
                <a:lnTo>
                  <a:pt x="413863" y="28326"/>
                </a:lnTo>
                <a:lnTo>
                  <a:pt x="328887" y="28326"/>
                </a:lnTo>
                <a:lnTo>
                  <a:pt x="328887" y="0"/>
                </a:lnTo>
                <a:moveTo>
                  <a:pt x="442189" y="0"/>
                </a:moveTo>
                <a:lnTo>
                  <a:pt x="527164" y="0"/>
                </a:lnTo>
                <a:lnTo>
                  <a:pt x="527164" y="28326"/>
                </a:lnTo>
                <a:lnTo>
                  <a:pt x="442189" y="28326"/>
                </a:lnTo>
                <a:lnTo>
                  <a:pt x="442189" y="0"/>
                </a:lnTo>
                <a:moveTo>
                  <a:pt x="555490" y="0"/>
                </a:moveTo>
                <a:lnTo>
                  <a:pt x="640465" y="0"/>
                </a:lnTo>
                <a:lnTo>
                  <a:pt x="640465" y="28326"/>
                </a:lnTo>
                <a:lnTo>
                  <a:pt x="555490" y="28326"/>
                </a:lnTo>
                <a:lnTo>
                  <a:pt x="555490" y="0"/>
                </a:lnTo>
                <a:moveTo>
                  <a:pt x="668790" y="0"/>
                </a:moveTo>
                <a:lnTo>
                  <a:pt x="753766" y="0"/>
                </a:lnTo>
                <a:lnTo>
                  <a:pt x="753766" y="28326"/>
                </a:lnTo>
                <a:lnTo>
                  <a:pt x="668790" y="28326"/>
                </a:lnTo>
                <a:lnTo>
                  <a:pt x="668790" y="0"/>
                </a:lnTo>
                <a:moveTo>
                  <a:pt x="782092" y="0"/>
                </a:moveTo>
                <a:lnTo>
                  <a:pt x="867067" y="0"/>
                </a:lnTo>
                <a:lnTo>
                  <a:pt x="867067" y="28326"/>
                </a:lnTo>
                <a:lnTo>
                  <a:pt x="782092" y="28326"/>
                </a:lnTo>
                <a:lnTo>
                  <a:pt x="782092" y="0"/>
                </a:lnTo>
                <a:moveTo>
                  <a:pt x="895393" y="0"/>
                </a:moveTo>
                <a:lnTo>
                  <a:pt x="980368" y="0"/>
                </a:lnTo>
                <a:lnTo>
                  <a:pt x="980368" y="28326"/>
                </a:lnTo>
                <a:lnTo>
                  <a:pt x="895393" y="28326"/>
                </a:lnTo>
                <a:lnTo>
                  <a:pt x="895393" y="0"/>
                </a:lnTo>
                <a:moveTo>
                  <a:pt x="1008694" y="0"/>
                </a:moveTo>
                <a:lnTo>
                  <a:pt x="1093670" y="0"/>
                </a:lnTo>
                <a:lnTo>
                  <a:pt x="1093670" y="28326"/>
                </a:lnTo>
                <a:lnTo>
                  <a:pt x="1008694" y="28326"/>
                </a:lnTo>
                <a:lnTo>
                  <a:pt x="1008694" y="0"/>
                </a:lnTo>
                <a:moveTo>
                  <a:pt x="1121994" y="0"/>
                </a:moveTo>
                <a:lnTo>
                  <a:pt x="1189346" y="0"/>
                </a:lnTo>
                <a:lnTo>
                  <a:pt x="1192102" y="277"/>
                </a:lnTo>
                <a:lnTo>
                  <a:pt x="1194772" y="1083"/>
                </a:lnTo>
                <a:lnTo>
                  <a:pt x="1197214" y="2392"/>
                </a:lnTo>
                <a:lnTo>
                  <a:pt x="1199354" y="4142"/>
                </a:lnTo>
                <a:lnTo>
                  <a:pt x="1201117" y="6295"/>
                </a:lnTo>
                <a:lnTo>
                  <a:pt x="1202426" y="8737"/>
                </a:lnTo>
                <a:lnTo>
                  <a:pt x="1203231" y="11406"/>
                </a:lnTo>
                <a:lnTo>
                  <a:pt x="1203508" y="14163"/>
                </a:lnTo>
                <a:lnTo>
                  <a:pt x="1203508" y="31787"/>
                </a:lnTo>
                <a:lnTo>
                  <a:pt x="1175183" y="31787"/>
                </a:lnTo>
                <a:lnTo>
                  <a:pt x="1175183" y="14163"/>
                </a:lnTo>
                <a:lnTo>
                  <a:pt x="1189346" y="28326"/>
                </a:lnTo>
                <a:lnTo>
                  <a:pt x="1121994" y="28326"/>
                </a:lnTo>
                <a:lnTo>
                  <a:pt x="1121994" y="0"/>
                </a:lnTo>
                <a:moveTo>
                  <a:pt x="1203508" y="60113"/>
                </a:moveTo>
                <a:lnTo>
                  <a:pt x="1203508" y="145088"/>
                </a:lnTo>
                <a:lnTo>
                  <a:pt x="1175183" y="145088"/>
                </a:lnTo>
                <a:lnTo>
                  <a:pt x="1175183" y="60113"/>
                </a:lnTo>
                <a:lnTo>
                  <a:pt x="1203508" y="60113"/>
                </a:lnTo>
                <a:moveTo>
                  <a:pt x="1203508" y="173414"/>
                </a:moveTo>
                <a:lnTo>
                  <a:pt x="1203508" y="258390"/>
                </a:lnTo>
                <a:lnTo>
                  <a:pt x="1175183" y="258390"/>
                </a:lnTo>
                <a:lnTo>
                  <a:pt x="1175183" y="173414"/>
                </a:lnTo>
                <a:lnTo>
                  <a:pt x="1203508" y="173414"/>
                </a:lnTo>
                <a:moveTo>
                  <a:pt x="1203508" y="286715"/>
                </a:moveTo>
                <a:lnTo>
                  <a:pt x="1203508" y="371690"/>
                </a:lnTo>
                <a:lnTo>
                  <a:pt x="1175183" y="371690"/>
                </a:lnTo>
                <a:lnTo>
                  <a:pt x="1175183" y="286715"/>
                </a:lnTo>
                <a:lnTo>
                  <a:pt x="1203508" y="286715"/>
                </a:lnTo>
                <a:moveTo>
                  <a:pt x="1168574" y="393406"/>
                </a:moveTo>
                <a:lnTo>
                  <a:pt x="1083598" y="393406"/>
                </a:lnTo>
                <a:lnTo>
                  <a:pt x="1083598" y="365081"/>
                </a:lnTo>
                <a:lnTo>
                  <a:pt x="1168574" y="365081"/>
                </a:lnTo>
                <a:lnTo>
                  <a:pt x="1168574" y="393406"/>
                </a:lnTo>
                <a:moveTo>
                  <a:pt x="1055273" y="393406"/>
                </a:moveTo>
                <a:lnTo>
                  <a:pt x="970298" y="393406"/>
                </a:lnTo>
                <a:lnTo>
                  <a:pt x="970298" y="365081"/>
                </a:lnTo>
                <a:lnTo>
                  <a:pt x="1055273" y="365081"/>
                </a:lnTo>
                <a:lnTo>
                  <a:pt x="1055273" y="393406"/>
                </a:lnTo>
                <a:moveTo>
                  <a:pt x="941972" y="393406"/>
                </a:moveTo>
                <a:lnTo>
                  <a:pt x="856996" y="393406"/>
                </a:lnTo>
                <a:lnTo>
                  <a:pt x="856996" y="365081"/>
                </a:lnTo>
                <a:lnTo>
                  <a:pt x="941972" y="365081"/>
                </a:lnTo>
                <a:lnTo>
                  <a:pt x="941972" y="393406"/>
                </a:lnTo>
                <a:moveTo>
                  <a:pt x="828671" y="393406"/>
                </a:moveTo>
                <a:lnTo>
                  <a:pt x="743695" y="393406"/>
                </a:lnTo>
                <a:lnTo>
                  <a:pt x="743695" y="365081"/>
                </a:lnTo>
                <a:lnTo>
                  <a:pt x="828671" y="365081"/>
                </a:lnTo>
                <a:lnTo>
                  <a:pt x="828671" y="393406"/>
                </a:lnTo>
                <a:moveTo>
                  <a:pt x="715370" y="393406"/>
                </a:moveTo>
                <a:lnTo>
                  <a:pt x="630394" y="393406"/>
                </a:lnTo>
                <a:lnTo>
                  <a:pt x="630394" y="365081"/>
                </a:lnTo>
                <a:lnTo>
                  <a:pt x="715370" y="365081"/>
                </a:lnTo>
                <a:lnTo>
                  <a:pt x="715370" y="393406"/>
                </a:lnTo>
                <a:moveTo>
                  <a:pt x="602069" y="393406"/>
                </a:moveTo>
                <a:lnTo>
                  <a:pt x="517094" y="393406"/>
                </a:lnTo>
                <a:lnTo>
                  <a:pt x="517094" y="365081"/>
                </a:lnTo>
                <a:lnTo>
                  <a:pt x="602069" y="365081"/>
                </a:lnTo>
                <a:lnTo>
                  <a:pt x="602069" y="393406"/>
                </a:lnTo>
                <a:moveTo>
                  <a:pt x="488768" y="393406"/>
                </a:moveTo>
                <a:lnTo>
                  <a:pt x="403792" y="393406"/>
                </a:lnTo>
                <a:lnTo>
                  <a:pt x="403792" y="365081"/>
                </a:lnTo>
                <a:lnTo>
                  <a:pt x="488768" y="365081"/>
                </a:lnTo>
                <a:lnTo>
                  <a:pt x="488768" y="393406"/>
                </a:lnTo>
                <a:moveTo>
                  <a:pt x="375467" y="393406"/>
                </a:moveTo>
                <a:lnTo>
                  <a:pt x="290491" y="393406"/>
                </a:lnTo>
                <a:lnTo>
                  <a:pt x="290491" y="365081"/>
                </a:lnTo>
                <a:lnTo>
                  <a:pt x="375467" y="365081"/>
                </a:lnTo>
                <a:lnTo>
                  <a:pt x="375467" y="393406"/>
                </a:lnTo>
                <a:moveTo>
                  <a:pt x="262166" y="393406"/>
                </a:moveTo>
                <a:lnTo>
                  <a:pt x="177190" y="393406"/>
                </a:lnTo>
                <a:lnTo>
                  <a:pt x="177190" y="365081"/>
                </a:lnTo>
                <a:lnTo>
                  <a:pt x="262166" y="365081"/>
                </a:lnTo>
                <a:lnTo>
                  <a:pt x="262166" y="393406"/>
                </a:lnTo>
                <a:moveTo>
                  <a:pt x="148865" y="393406"/>
                </a:moveTo>
                <a:lnTo>
                  <a:pt x="63889" y="393406"/>
                </a:lnTo>
                <a:lnTo>
                  <a:pt x="63889" y="365081"/>
                </a:lnTo>
                <a:lnTo>
                  <a:pt x="148865" y="365081"/>
                </a:lnTo>
                <a:lnTo>
                  <a:pt x="148865" y="393406"/>
                </a:lnTo>
                <a:moveTo>
                  <a:pt x="35564" y="393406"/>
                </a:moveTo>
                <a:lnTo>
                  <a:pt x="14163" y="393406"/>
                </a:lnTo>
                <a:lnTo>
                  <a:pt x="14163" y="365081"/>
                </a:lnTo>
                <a:lnTo>
                  <a:pt x="35564" y="365081"/>
                </a:lnTo>
                <a:lnTo>
                  <a:pt x="35564" y="393406"/>
                </a:lnTo>
              </a:path>
            </a:pathLst>
          </a:custGeom>
          <a:solidFill xmlns:a="http://schemas.openxmlformats.org/drawingml/2006/main">
            <a:srgbClr val="E54C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text-293 Dissimilar">
            <a:extLst xmlns:a="http://schemas.openxmlformats.org/drawingml/2006/main">
              <a:ext uri="{FF2B5EF4-FFF2-40B4-BE49-F238E27FC236}">
                <a16:creationId xmlns:a16="http://schemas.microsoft.com/office/drawing/2014/main" id="{4D3CD6D2-36D0-4DEF-ABF0-61B6E17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8140" y="3336040"/>
            <a:ext cx="1349757" cy="434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Dissimilar</a:t>
            </a:r>
          </a:p>
        </p:txBody>
      </p:sp>
      <p:sp>
        <p:nvSpPr>
          <p:cNvPr id="302" name="text-294 ...">
            <a:extLst xmlns:a="http://schemas.openxmlformats.org/drawingml/2006/main">
              <a:ext uri="{FF2B5EF4-FFF2-40B4-BE49-F238E27FC236}">
                <a16:creationId xmlns:a16="http://schemas.microsoft.com/office/drawing/2014/main" id="{DCA2E5AA-455C-4AA4-AEE0-26FE7E5B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89702" y="1806851"/>
            <a:ext cx="286237" cy="39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03" name="path-295">
            <a:extLst xmlns:a="http://schemas.openxmlformats.org/drawingml/2006/main">
              <a:ext uri="{FF2B5EF4-FFF2-40B4-BE49-F238E27FC236}">
                <a16:creationId xmlns:a16="http://schemas.microsoft.com/office/drawing/2014/main" id="{C12AED9C-8364-4E60-A2ED-67BC6673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48" y="2003362"/>
            <a:ext cx="538281" cy="69010"/>
          </a:xfrm>
          <a:custGeom xmlns:a="http://schemas.openxmlformats.org/drawingml/2006/main">
            <a:pathLst>
              <a:path w="392777" h="50356">
                <a:moveTo>
                  <a:pt x="317243" y="50356"/>
                </a:moveTo>
                <a:lnTo>
                  <a:pt x="317243" y="25178"/>
                </a:lnTo>
                <a:lnTo>
                  <a:pt x="317243" y="0"/>
                </a:lnTo>
                <a:lnTo>
                  <a:pt x="392777" y="25178"/>
                </a:lnTo>
                <a:lnTo>
                  <a:pt x="317243" y="50356"/>
                </a:lnTo>
                <a:moveTo>
                  <a:pt x="0" y="15736"/>
                </a:moveTo>
                <a:lnTo>
                  <a:pt x="355010" y="15736"/>
                </a:lnTo>
                <a:lnTo>
                  <a:pt x="355010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96">
            <a:extLst xmlns:a="http://schemas.openxmlformats.org/drawingml/2006/main">
              <a:ext uri="{FF2B5EF4-FFF2-40B4-BE49-F238E27FC236}">
                <a16:creationId xmlns:a16="http://schemas.microsoft.com/office/drawing/2014/main" id="{3AD4A949-4F78-4105-9366-AAB552D1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48" y="2825447"/>
            <a:ext cx="538281" cy="69011"/>
          </a:xfrm>
          <a:custGeom xmlns:a="http://schemas.openxmlformats.org/drawingml/2006/main">
            <a:pathLst>
              <a:path w="392777" h="50356">
                <a:moveTo>
                  <a:pt x="317243" y="50356"/>
                </a:moveTo>
                <a:lnTo>
                  <a:pt x="317243" y="25178"/>
                </a:lnTo>
                <a:lnTo>
                  <a:pt x="317243" y="0"/>
                </a:lnTo>
                <a:lnTo>
                  <a:pt x="392777" y="25178"/>
                </a:lnTo>
                <a:lnTo>
                  <a:pt x="317243" y="50356"/>
                </a:lnTo>
                <a:moveTo>
                  <a:pt x="0" y="15736"/>
                </a:moveTo>
                <a:lnTo>
                  <a:pt x="355010" y="15736"/>
                </a:lnTo>
                <a:lnTo>
                  <a:pt x="355010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97">
            <a:extLst xmlns:a="http://schemas.openxmlformats.org/drawingml/2006/main">
              <a:ext uri="{FF2B5EF4-FFF2-40B4-BE49-F238E27FC236}">
                <a16:creationId xmlns:a16="http://schemas.microsoft.com/office/drawing/2014/main" id="{FAB6F999-6216-4F6C-AF1C-87404289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48" y="3041105"/>
            <a:ext cx="538281" cy="69011"/>
          </a:xfrm>
          <a:custGeom xmlns:a="http://schemas.openxmlformats.org/drawingml/2006/main">
            <a:pathLst>
              <a:path w="392777" h="50356">
                <a:moveTo>
                  <a:pt x="317243" y="50356"/>
                </a:moveTo>
                <a:lnTo>
                  <a:pt x="317243" y="25178"/>
                </a:lnTo>
                <a:lnTo>
                  <a:pt x="317243" y="0"/>
                </a:lnTo>
                <a:lnTo>
                  <a:pt x="392777" y="25178"/>
                </a:lnTo>
                <a:lnTo>
                  <a:pt x="317243" y="50356"/>
                </a:lnTo>
                <a:moveTo>
                  <a:pt x="0" y="15737"/>
                </a:moveTo>
                <a:lnTo>
                  <a:pt x="355010" y="15737"/>
                </a:lnTo>
                <a:lnTo>
                  <a:pt x="355010" y="34620"/>
                </a:lnTo>
                <a:lnTo>
                  <a:pt x="0" y="34620"/>
                </a:lnTo>
                <a:lnTo>
                  <a:pt x="0" y="15737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text-298 0.96">
            <a:extLst xmlns:a="http://schemas.openxmlformats.org/drawingml/2006/main">
              <a:ext uri="{FF2B5EF4-FFF2-40B4-BE49-F238E27FC236}">
                <a16:creationId xmlns:a16="http://schemas.microsoft.com/office/drawing/2014/main" id="{56F35175-F582-4992-BE6E-F567B122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9461" y="1854423"/>
            <a:ext cx="546930" cy="338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6" b="0" i="0">
                <a:solidFill>
                  <a:srgbClr val="75BD4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6" b="0" i="0">
                <a:solidFill>
                  <a:srgbClr val="75BD42"/>
                </a:solidFill>
                <a:latin typeface="Comic Sans MS"/>
                <a:ea typeface="Comic Sans MS"/>
                <a:cs typeface="Comic Sans MS"/>
              </a:defRPr>
            </a:pPr>
            <a:r>
              <a:rPr sz="1906" b="0" i="0">
                <a:solidFill>
                  <a:srgbClr val="75BD42"/>
                </a:solidFill>
                <a:latin typeface="Comic Sans MS"/>
                <a:ea typeface="Comic Sans MS"/>
                <a:cs typeface="Comic Sans MS"/>
              </a:rPr>
              <a:t>0.96</a:t>
            </a:r>
          </a:p>
        </p:txBody>
      </p:sp>
      <p:sp>
        <p:nvSpPr>
          <p:cNvPr id="307" name="text-299 0.01">
            <a:extLst xmlns:a="http://schemas.openxmlformats.org/drawingml/2006/main">
              <a:ext uri="{FF2B5EF4-FFF2-40B4-BE49-F238E27FC236}">
                <a16:creationId xmlns:a16="http://schemas.microsoft.com/office/drawing/2014/main" id="{828C141D-1A77-4FD8-BD27-052E8EED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9461" y="2618765"/>
            <a:ext cx="508100" cy="338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pPr>
            <a:r>
              <a:rPr sz="190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rPr>
              <a:t>0.01</a:t>
            </a:r>
          </a:p>
        </p:txBody>
      </p:sp>
      <p:sp>
        <p:nvSpPr>
          <p:cNvPr id="308" name="text-300 ...">
            <a:extLst xmlns:a="http://schemas.openxmlformats.org/drawingml/2006/main">
              <a:ext uri="{FF2B5EF4-FFF2-40B4-BE49-F238E27FC236}">
                <a16:creationId xmlns:a16="http://schemas.microsoft.com/office/drawing/2014/main" id="{F717539A-2899-4991-B740-2CA92F5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53715" y="2214012"/>
            <a:ext cx="286237" cy="395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09" name="text-301 0.01">
            <a:extLst xmlns:a="http://schemas.openxmlformats.org/drawingml/2006/main">
              <a:ext uri="{FF2B5EF4-FFF2-40B4-BE49-F238E27FC236}">
                <a16:creationId xmlns:a16="http://schemas.microsoft.com/office/drawing/2014/main" id="{5466ACA6-B15C-4078-92AA-54C5836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9461" y="2990559"/>
            <a:ext cx="508100" cy="338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pPr>
            <a:r>
              <a:rPr sz="1906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rPr>
              <a:t>0.01</a:t>
            </a:r>
          </a:p>
        </p:txBody>
      </p:sp>
      <p:sp>
        <p:nvSpPr>
          <p:cNvPr id="310" name="path-302">
            <a:extLst xmlns:a="http://schemas.openxmlformats.org/drawingml/2006/main">
              <a:ext uri="{FF2B5EF4-FFF2-40B4-BE49-F238E27FC236}">
                <a16:creationId xmlns:a16="http://schemas.microsoft.com/office/drawing/2014/main" id="{E56343B5-3475-4EDD-9301-87356D53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50" y="2072372"/>
            <a:ext cx="1076562" cy="1068281"/>
          </a:xfrm>
          <a:custGeom xmlns:a="http://schemas.openxmlformats.org/drawingml/2006/main">
            <a:pathLst>
              <a:path w="785554" h="779511">
                <a:moveTo>
                  <a:pt x="0" y="0"/>
                </a:moveTo>
                <a:lnTo>
                  <a:pt x="0" y="779511"/>
                </a:lnTo>
                <a:lnTo>
                  <a:pt x="785554" y="779511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03">
            <a:extLst xmlns:a="http://schemas.openxmlformats.org/drawingml/2006/main">
              <a:ext uri="{FF2B5EF4-FFF2-40B4-BE49-F238E27FC236}">
                <a16:creationId xmlns:a16="http://schemas.microsoft.com/office/drawing/2014/main" id="{EBF3D999-343F-43A9-9571-FFE4A993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193" y="2060295"/>
            <a:ext cx="1102441" cy="1093814"/>
          </a:xfrm>
          <a:custGeom xmlns:a="http://schemas.openxmlformats.org/drawingml/2006/main">
            <a:pathLst>
              <a:path w="804437" h="798142">
                <a:moveTo>
                  <a:pt x="804437" y="0"/>
                </a:moveTo>
                <a:lnTo>
                  <a:pt x="804437" y="798142"/>
                </a:lnTo>
                <a:lnTo>
                  <a:pt x="0" y="798142"/>
                </a:lnTo>
                <a:lnTo>
                  <a:pt x="0" y="0"/>
                </a:lnTo>
                <a:lnTo>
                  <a:pt x="804437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5" y="779259"/>
                </a:lnTo>
                <a:lnTo>
                  <a:pt x="785554" y="788701"/>
                </a:lnTo>
                <a:lnTo>
                  <a:pt x="785554" y="9442"/>
                </a:lnTo>
                <a:lnTo>
                  <a:pt x="794995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304">
            <a:extLst xmlns:a="http://schemas.openxmlformats.org/drawingml/2006/main">
              <a:ext uri="{FF2B5EF4-FFF2-40B4-BE49-F238E27FC236}">
                <a16:creationId xmlns:a16="http://schemas.microsoft.com/office/drawing/2014/main" id="{3839A00A-D8D5-410F-B251-5164BAA4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50" y="207444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05">
            <a:extLst xmlns:a="http://schemas.openxmlformats.org/drawingml/2006/main">
              <a:ext uri="{FF2B5EF4-FFF2-40B4-BE49-F238E27FC236}">
                <a16:creationId xmlns:a16="http://schemas.microsoft.com/office/drawing/2014/main" id="{58408FA5-6148-4E26-85C4-8225C4AA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193" y="2061158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06">
            <a:extLst xmlns:a="http://schemas.openxmlformats.org/drawingml/2006/main">
              <a:ext uri="{FF2B5EF4-FFF2-40B4-BE49-F238E27FC236}">
                <a16:creationId xmlns:a16="http://schemas.microsoft.com/office/drawing/2014/main" id="{36CC049B-C608-4D43-AC44-7BD07934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50" y="234358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07">
            <a:extLst xmlns:a="http://schemas.openxmlformats.org/drawingml/2006/main">
              <a:ext uri="{FF2B5EF4-FFF2-40B4-BE49-F238E27FC236}">
                <a16:creationId xmlns:a16="http://schemas.microsoft.com/office/drawing/2014/main" id="{33F50086-474E-401F-809C-BC2C37AA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193" y="2331161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08">
            <a:extLst xmlns:a="http://schemas.openxmlformats.org/drawingml/2006/main">
              <a:ext uri="{FF2B5EF4-FFF2-40B4-BE49-F238E27FC236}">
                <a16:creationId xmlns:a16="http://schemas.microsoft.com/office/drawing/2014/main" id="{B6EAB985-5A06-493D-BC74-E2AAADA6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50" y="261272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09">
            <a:extLst xmlns:a="http://schemas.openxmlformats.org/drawingml/2006/main">
              <a:ext uri="{FF2B5EF4-FFF2-40B4-BE49-F238E27FC236}">
                <a16:creationId xmlns:a16="http://schemas.microsoft.com/office/drawing/2014/main" id="{3FA8BDB0-3E9D-46F7-B564-3CC59C3B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193" y="259943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10">
            <a:extLst xmlns:a="http://schemas.openxmlformats.org/drawingml/2006/main">
              <a:ext uri="{FF2B5EF4-FFF2-40B4-BE49-F238E27FC236}">
                <a16:creationId xmlns:a16="http://schemas.microsoft.com/office/drawing/2014/main" id="{6C488C48-74E8-466D-8DC8-372A1BEA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50" y="287979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11">
            <a:extLst xmlns:a="http://schemas.openxmlformats.org/drawingml/2006/main">
              <a:ext uri="{FF2B5EF4-FFF2-40B4-BE49-F238E27FC236}">
                <a16:creationId xmlns:a16="http://schemas.microsoft.com/office/drawing/2014/main" id="{EB28FC63-48A8-4D32-B4F2-96A652F1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193" y="2867717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12">
            <a:extLst xmlns:a="http://schemas.openxmlformats.org/drawingml/2006/main">
              <a:ext uri="{FF2B5EF4-FFF2-40B4-BE49-F238E27FC236}">
                <a16:creationId xmlns:a16="http://schemas.microsoft.com/office/drawing/2014/main" id="{D02CC578-D5CF-484A-A7C4-BF388490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791" y="2074442"/>
            <a:ext cx="269140" cy="267070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13">
            <a:extLst xmlns:a="http://schemas.openxmlformats.org/drawingml/2006/main">
              <a:ext uri="{FF2B5EF4-FFF2-40B4-BE49-F238E27FC236}">
                <a16:creationId xmlns:a16="http://schemas.microsoft.com/office/drawing/2014/main" id="{73E39A4F-6EEF-4748-A2BA-9BDF2638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334" y="2061158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14">
            <a:extLst xmlns:a="http://schemas.openxmlformats.org/drawingml/2006/main">
              <a:ext uri="{FF2B5EF4-FFF2-40B4-BE49-F238E27FC236}">
                <a16:creationId xmlns:a16="http://schemas.microsoft.com/office/drawing/2014/main" id="{5D8E5C9B-5FE8-4B58-BE07-5FAF62E2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791" y="2343582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15">
            <a:extLst xmlns:a="http://schemas.openxmlformats.org/drawingml/2006/main">
              <a:ext uri="{FF2B5EF4-FFF2-40B4-BE49-F238E27FC236}">
                <a16:creationId xmlns:a16="http://schemas.microsoft.com/office/drawing/2014/main" id="{4D85FC85-9266-47DF-92F0-28C41A5E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334" y="2331161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16">
            <a:extLst xmlns:a="http://schemas.openxmlformats.org/drawingml/2006/main">
              <a:ext uri="{FF2B5EF4-FFF2-40B4-BE49-F238E27FC236}">
                <a16:creationId xmlns:a16="http://schemas.microsoft.com/office/drawing/2014/main" id="{EFE46304-3F5F-4AAF-B050-EFA27313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791" y="2612723"/>
            <a:ext cx="269140" cy="267070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17">
            <a:extLst xmlns:a="http://schemas.openxmlformats.org/drawingml/2006/main">
              <a:ext uri="{FF2B5EF4-FFF2-40B4-BE49-F238E27FC236}">
                <a16:creationId xmlns:a16="http://schemas.microsoft.com/office/drawing/2014/main" id="{CB75A0A8-DD2B-44EE-A2AD-CD1F44FC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334" y="259943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18">
            <a:extLst xmlns:a="http://schemas.openxmlformats.org/drawingml/2006/main">
              <a:ext uri="{FF2B5EF4-FFF2-40B4-BE49-F238E27FC236}">
                <a16:creationId xmlns:a16="http://schemas.microsoft.com/office/drawing/2014/main" id="{70231F96-F036-44CD-BE2D-BE7E84A0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791" y="2879793"/>
            <a:ext cx="269140" cy="269141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19">
            <a:extLst xmlns:a="http://schemas.openxmlformats.org/drawingml/2006/main">
              <a:ext uri="{FF2B5EF4-FFF2-40B4-BE49-F238E27FC236}">
                <a16:creationId xmlns:a16="http://schemas.microsoft.com/office/drawing/2014/main" id="{4C5CBCED-BAD4-413A-96F7-8D7DD493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334" y="2867717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20">
            <a:extLst xmlns:a="http://schemas.openxmlformats.org/drawingml/2006/main">
              <a:ext uri="{FF2B5EF4-FFF2-40B4-BE49-F238E27FC236}">
                <a16:creationId xmlns:a16="http://schemas.microsoft.com/office/drawing/2014/main" id="{9B3D2D9A-0806-4751-A98E-8CE5776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931" y="207444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21">
            <a:extLst xmlns:a="http://schemas.openxmlformats.org/drawingml/2006/main">
              <a:ext uri="{FF2B5EF4-FFF2-40B4-BE49-F238E27FC236}">
                <a16:creationId xmlns:a16="http://schemas.microsoft.com/office/drawing/2014/main" id="{077ACDED-92B3-45F2-B5DB-2C48D5D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4" y="2061158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22">
            <a:extLst xmlns:a="http://schemas.openxmlformats.org/drawingml/2006/main">
              <a:ext uri="{FF2B5EF4-FFF2-40B4-BE49-F238E27FC236}">
                <a16:creationId xmlns:a16="http://schemas.microsoft.com/office/drawing/2014/main" id="{7810F3AA-21E4-4F61-9159-3C7D8D2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931" y="234358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23">
            <a:extLst xmlns:a="http://schemas.openxmlformats.org/drawingml/2006/main">
              <a:ext uri="{FF2B5EF4-FFF2-40B4-BE49-F238E27FC236}">
                <a16:creationId xmlns:a16="http://schemas.microsoft.com/office/drawing/2014/main" id="{73835FD0-7B00-4435-8C03-8B461B6C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4" y="2331161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24">
            <a:extLst xmlns:a="http://schemas.openxmlformats.org/drawingml/2006/main">
              <a:ext uri="{FF2B5EF4-FFF2-40B4-BE49-F238E27FC236}">
                <a16:creationId xmlns:a16="http://schemas.microsoft.com/office/drawing/2014/main" id="{A04A46DD-2208-4570-8294-687DDFB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931" y="261272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25">
            <a:extLst xmlns:a="http://schemas.openxmlformats.org/drawingml/2006/main">
              <a:ext uri="{FF2B5EF4-FFF2-40B4-BE49-F238E27FC236}">
                <a16:creationId xmlns:a16="http://schemas.microsoft.com/office/drawing/2014/main" id="{6DBCB0C5-A9C8-4330-AE67-99D2A58E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4" y="259943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26">
            <a:extLst xmlns:a="http://schemas.openxmlformats.org/drawingml/2006/main">
              <a:ext uri="{FF2B5EF4-FFF2-40B4-BE49-F238E27FC236}">
                <a16:creationId xmlns:a16="http://schemas.microsoft.com/office/drawing/2014/main" id="{F3288AD4-3A4A-4111-A432-ECAEF794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931" y="287979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27">
            <a:extLst xmlns:a="http://schemas.openxmlformats.org/drawingml/2006/main">
              <a:ext uri="{FF2B5EF4-FFF2-40B4-BE49-F238E27FC236}">
                <a16:creationId xmlns:a16="http://schemas.microsoft.com/office/drawing/2014/main" id="{51434B10-BB2F-4739-BCB0-D77DE26C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4" y="2867717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28">
            <a:extLst xmlns:a="http://schemas.openxmlformats.org/drawingml/2006/main">
              <a:ext uri="{FF2B5EF4-FFF2-40B4-BE49-F238E27FC236}">
                <a16:creationId xmlns:a16="http://schemas.microsoft.com/office/drawing/2014/main" id="{897A75DB-A7D8-4CCF-A867-E086B45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072" y="207444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29">
            <a:extLst xmlns:a="http://schemas.openxmlformats.org/drawingml/2006/main">
              <a:ext uri="{FF2B5EF4-FFF2-40B4-BE49-F238E27FC236}">
                <a16:creationId xmlns:a16="http://schemas.microsoft.com/office/drawing/2014/main" id="{C2203120-EC6C-47A7-8743-C23B7AF4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15" y="2061158"/>
            <a:ext cx="295019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30">
            <a:extLst xmlns:a="http://schemas.openxmlformats.org/drawingml/2006/main">
              <a:ext uri="{FF2B5EF4-FFF2-40B4-BE49-F238E27FC236}">
                <a16:creationId xmlns:a16="http://schemas.microsoft.com/office/drawing/2014/main" id="{D9796817-7C7F-48B7-9AD0-3D4D7D51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072" y="234358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31">
            <a:extLst xmlns:a="http://schemas.openxmlformats.org/drawingml/2006/main">
              <a:ext uri="{FF2B5EF4-FFF2-40B4-BE49-F238E27FC236}">
                <a16:creationId xmlns:a16="http://schemas.microsoft.com/office/drawing/2014/main" id="{59E46395-2333-4F9F-BBA0-404B4078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15" y="2331161"/>
            <a:ext cx="295019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32">
            <a:extLst xmlns:a="http://schemas.openxmlformats.org/drawingml/2006/main">
              <a:ext uri="{FF2B5EF4-FFF2-40B4-BE49-F238E27FC236}">
                <a16:creationId xmlns:a16="http://schemas.microsoft.com/office/drawing/2014/main" id="{6178832F-3313-448A-9EF2-C385EFD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072" y="261272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33">
            <a:extLst xmlns:a="http://schemas.openxmlformats.org/drawingml/2006/main">
              <a:ext uri="{FF2B5EF4-FFF2-40B4-BE49-F238E27FC236}">
                <a16:creationId xmlns:a16="http://schemas.microsoft.com/office/drawing/2014/main" id="{3D562F7C-47B3-4187-A667-9633532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15" y="2599438"/>
            <a:ext cx="295019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34">
            <a:extLst xmlns:a="http://schemas.openxmlformats.org/drawingml/2006/main">
              <a:ext uri="{FF2B5EF4-FFF2-40B4-BE49-F238E27FC236}">
                <a16:creationId xmlns:a16="http://schemas.microsoft.com/office/drawing/2014/main" id="{0B9EB51B-A8E4-43EC-A248-3B053932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072" y="287979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35">
            <a:extLst xmlns:a="http://schemas.openxmlformats.org/drawingml/2006/main">
              <a:ext uri="{FF2B5EF4-FFF2-40B4-BE49-F238E27FC236}">
                <a16:creationId xmlns:a16="http://schemas.microsoft.com/office/drawing/2014/main" id="{A7A51108-15A7-4D7C-8D63-9B0A7376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15" y="2867717"/>
            <a:ext cx="295019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text-336 𝑺">
            <a:extLst xmlns:a="http://schemas.openxmlformats.org/drawingml/2006/main">
              <a:ext uri="{FF2B5EF4-FFF2-40B4-BE49-F238E27FC236}">
                <a16:creationId xmlns:a16="http://schemas.microsoft.com/office/drawing/2014/main" id="{0B6B8AE0-5552-4A89-BB3F-785A618E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6348" y="1614172"/>
            <a:ext cx="232123" cy="434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𝑺</a:t>
            </a:r>
          </a:p>
        </p:txBody>
      </p:sp>
      <p:sp>
        <p:nvSpPr>
          <p:cNvPr id="345" name="text-337 ℎ">
            <a:extLst xmlns:a="http://schemas.openxmlformats.org/drawingml/2006/main">
              <a:ext uri="{FF2B5EF4-FFF2-40B4-BE49-F238E27FC236}">
                <a16:creationId xmlns:a16="http://schemas.microsoft.com/office/drawing/2014/main" id="{F1F066D7-73E1-482B-B82D-21720FC0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2325" y="1561475"/>
            <a:ext cx="183943" cy="35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972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ℎ</a:t>
            </a:r>
          </a:p>
        </p:txBody>
      </p:sp>
      <p:sp>
        <p:nvSpPr>
          <p:cNvPr id="346" name="path-338">
            <a:extLst xmlns:a="http://schemas.openxmlformats.org/drawingml/2006/main">
              <a:ext uri="{FF2B5EF4-FFF2-40B4-BE49-F238E27FC236}">
                <a16:creationId xmlns:a16="http://schemas.microsoft.com/office/drawing/2014/main" id="{A35F9538-D583-4A0A-BB46-F07390A7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930" y="2072372"/>
            <a:ext cx="1076562" cy="1068281"/>
          </a:xfrm>
          <a:custGeom xmlns:a="http://schemas.openxmlformats.org/drawingml/2006/main">
            <a:pathLst>
              <a:path w="785554" h="779511">
                <a:moveTo>
                  <a:pt x="0" y="0"/>
                </a:moveTo>
                <a:lnTo>
                  <a:pt x="0" y="779511"/>
                </a:lnTo>
                <a:lnTo>
                  <a:pt x="785554" y="779511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39">
            <a:extLst xmlns:a="http://schemas.openxmlformats.org/drawingml/2006/main">
              <a:ext uri="{FF2B5EF4-FFF2-40B4-BE49-F238E27FC236}">
                <a16:creationId xmlns:a16="http://schemas.microsoft.com/office/drawing/2014/main" id="{DDA930AD-C8B7-4CC5-8913-88128D2C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36" y="2060295"/>
            <a:ext cx="1102441" cy="1093814"/>
          </a:xfrm>
          <a:custGeom xmlns:a="http://schemas.openxmlformats.org/drawingml/2006/main">
            <a:pathLst>
              <a:path w="804437" h="798142">
                <a:moveTo>
                  <a:pt x="804437" y="0"/>
                </a:moveTo>
                <a:lnTo>
                  <a:pt x="804437" y="798142"/>
                </a:lnTo>
                <a:lnTo>
                  <a:pt x="0" y="798142"/>
                </a:lnTo>
                <a:lnTo>
                  <a:pt x="0" y="0"/>
                </a:lnTo>
                <a:lnTo>
                  <a:pt x="804437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6" y="779259"/>
                </a:lnTo>
                <a:lnTo>
                  <a:pt x="785554" y="788701"/>
                </a:lnTo>
                <a:lnTo>
                  <a:pt x="785554" y="9442"/>
                </a:lnTo>
                <a:lnTo>
                  <a:pt x="794996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40">
            <a:extLst xmlns:a="http://schemas.openxmlformats.org/drawingml/2006/main">
              <a:ext uri="{FF2B5EF4-FFF2-40B4-BE49-F238E27FC236}">
                <a16:creationId xmlns:a16="http://schemas.microsoft.com/office/drawing/2014/main" id="{A6F99D11-30F4-4C19-8CE0-7222ED8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930" y="207444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41">
            <a:extLst xmlns:a="http://schemas.openxmlformats.org/drawingml/2006/main">
              <a:ext uri="{FF2B5EF4-FFF2-40B4-BE49-F238E27FC236}">
                <a16:creationId xmlns:a16="http://schemas.microsoft.com/office/drawing/2014/main" id="{2A4F831A-EA66-45DF-B86D-DE7B070B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36" y="2061158"/>
            <a:ext cx="295019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42">
            <a:extLst xmlns:a="http://schemas.openxmlformats.org/drawingml/2006/main">
              <a:ext uri="{FF2B5EF4-FFF2-40B4-BE49-F238E27FC236}">
                <a16:creationId xmlns:a16="http://schemas.microsoft.com/office/drawing/2014/main" id="{85742EB1-6F69-4720-8C63-9A3C4FDB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930" y="234358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43">
            <a:extLst xmlns:a="http://schemas.openxmlformats.org/drawingml/2006/main">
              <a:ext uri="{FF2B5EF4-FFF2-40B4-BE49-F238E27FC236}">
                <a16:creationId xmlns:a16="http://schemas.microsoft.com/office/drawing/2014/main" id="{93E77BD0-DC80-45E9-BBF2-B60B3D6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36" y="2331161"/>
            <a:ext cx="295019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44">
            <a:extLst xmlns:a="http://schemas.openxmlformats.org/drawingml/2006/main">
              <a:ext uri="{FF2B5EF4-FFF2-40B4-BE49-F238E27FC236}">
                <a16:creationId xmlns:a16="http://schemas.microsoft.com/office/drawing/2014/main" id="{FA5A219B-1447-46FC-8912-570A0568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930" y="261272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45">
            <a:extLst xmlns:a="http://schemas.openxmlformats.org/drawingml/2006/main">
              <a:ext uri="{FF2B5EF4-FFF2-40B4-BE49-F238E27FC236}">
                <a16:creationId xmlns:a16="http://schemas.microsoft.com/office/drawing/2014/main" id="{72B96D19-793C-4C66-A542-3FCF83EC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36" y="2599438"/>
            <a:ext cx="295019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46">
            <a:extLst xmlns:a="http://schemas.openxmlformats.org/drawingml/2006/main">
              <a:ext uri="{FF2B5EF4-FFF2-40B4-BE49-F238E27FC236}">
                <a16:creationId xmlns:a16="http://schemas.microsoft.com/office/drawing/2014/main" id="{C6AFC6EF-BF2D-4769-B2D9-F1820570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930" y="287979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47">
            <a:extLst xmlns:a="http://schemas.openxmlformats.org/drawingml/2006/main">
              <a:ext uri="{FF2B5EF4-FFF2-40B4-BE49-F238E27FC236}">
                <a16:creationId xmlns:a16="http://schemas.microsoft.com/office/drawing/2014/main" id="{18E5A9DC-43B1-432D-A9D5-378CDFE3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36" y="2867717"/>
            <a:ext cx="295019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48">
            <a:extLst xmlns:a="http://schemas.openxmlformats.org/drawingml/2006/main">
              <a:ext uri="{FF2B5EF4-FFF2-40B4-BE49-F238E27FC236}">
                <a16:creationId xmlns:a16="http://schemas.microsoft.com/office/drawing/2014/main" id="{20091CF1-3FF1-42FE-8172-8B05A547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071" y="207444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49">
            <a:extLst xmlns:a="http://schemas.openxmlformats.org/drawingml/2006/main">
              <a:ext uri="{FF2B5EF4-FFF2-40B4-BE49-F238E27FC236}">
                <a16:creationId xmlns:a16="http://schemas.microsoft.com/office/drawing/2014/main" id="{83128B5E-3DB0-4017-9F13-420CF322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476" y="2061158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50">
            <a:extLst xmlns:a="http://schemas.openxmlformats.org/drawingml/2006/main">
              <a:ext uri="{FF2B5EF4-FFF2-40B4-BE49-F238E27FC236}">
                <a16:creationId xmlns:a16="http://schemas.microsoft.com/office/drawing/2014/main" id="{F9F869F8-7B5B-4A18-8A9F-1AAD4FE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071" y="234358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51">
            <a:extLst xmlns:a="http://schemas.openxmlformats.org/drawingml/2006/main">
              <a:ext uri="{FF2B5EF4-FFF2-40B4-BE49-F238E27FC236}">
                <a16:creationId xmlns:a16="http://schemas.microsoft.com/office/drawing/2014/main" id="{B626D136-43AA-4E1D-93BB-4F8615D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476" y="2331161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52">
            <a:extLst xmlns:a="http://schemas.openxmlformats.org/drawingml/2006/main">
              <a:ext uri="{FF2B5EF4-FFF2-40B4-BE49-F238E27FC236}">
                <a16:creationId xmlns:a16="http://schemas.microsoft.com/office/drawing/2014/main" id="{E401C72E-8739-42EA-BAEE-7C3BF1D2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071" y="261272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53">
            <a:extLst xmlns:a="http://schemas.openxmlformats.org/drawingml/2006/main">
              <a:ext uri="{FF2B5EF4-FFF2-40B4-BE49-F238E27FC236}">
                <a16:creationId xmlns:a16="http://schemas.microsoft.com/office/drawing/2014/main" id="{CF690FAB-3867-4AF0-AF0F-7EF7EB04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476" y="259943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54">
            <a:extLst xmlns:a="http://schemas.openxmlformats.org/drawingml/2006/main">
              <a:ext uri="{FF2B5EF4-FFF2-40B4-BE49-F238E27FC236}">
                <a16:creationId xmlns:a16="http://schemas.microsoft.com/office/drawing/2014/main" id="{BAF0ED9A-5C5F-4CA6-8433-DE9331D5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071" y="287979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55">
            <a:extLst xmlns:a="http://schemas.openxmlformats.org/drawingml/2006/main">
              <a:ext uri="{FF2B5EF4-FFF2-40B4-BE49-F238E27FC236}">
                <a16:creationId xmlns:a16="http://schemas.microsoft.com/office/drawing/2014/main" id="{627FC305-A74A-4939-9EE6-7533FE71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476" y="2867717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56">
            <a:extLst xmlns:a="http://schemas.openxmlformats.org/drawingml/2006/main">
              <a:ext uri="{FF2B5EF4-FFF2-40B4-BE49-F238E27FC236}">
                <a16:creationId xmlns:a16="http://schemas.microsoft.com/office/drawing/2014/main" id="{C7FD33CB-8A05-4263-B186-8D903DDD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11" y="207444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57">
            <a:extLst xmlns:a="http://schemas.openxmlformats.org/drawingml/2006/main">
              <a:ext uri="{FF2B5EF4-FFF2-40B4-BE49-F238E27FC236}">
                <a16:creationId xmlns:a16="http://schemas.microsoft.com/office/drawing/2014/main" id="{461BB5E3-E0F1-4E1F-B329-12934180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616" y="2061158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58">
            <a:extLst xmlns:a="http://schemas.openxmlformats.org/drawingml/2006/main">
              <a:ext uri="{FF2B5EF4-FFF2-40B4-BE49-F238E27FC236}">
                <a16:creationId xmlns:a16="http://schemas.microsoft.com/office/drawing/2014/main" id="{4B65ACB8-6587-4E44-8B0C-D22FBA9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11" y="234358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59">
            <a:extLst xmlns:a="http://schemas.openxmlformats.org/drawingml/2006/main">
              <a:ext uri="{FF2B5EF4-FFF2-40B4-BE49-F238E27FC236}">
                <a16:creationId xmlns:a16="http://schemas.microsoft.com/office/drawing/2014/main" id="{543A6959-A165-454B-89AD-4F770FB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616" y="2331161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0">
            <a:extLst xmlns:a="http://schemas.openxmlformats.org/drawingml/2006/main">
              <a:ext uri="{FF2B5EF4-FFF2-40B4-BE49-F238E27FC236}">
                <a16:creationId xmlns:a16="http://schemas.microsoft.com/office/drawing/2014/main" id="{37401405-5352-4928-9B12-E2FC80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11" y="261272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61">
            <a:extLst xmlns:a="http://schemas.openxmlformats.org/drawingml/2006/main">
              <a:ext uri="{FF2B5EF4-FFF2-40B4-BE49-F238E27FC236}">
                <a16:creationId xmlns:a16="http://schemas.microsoft.com/office/drawing/2014/main" id="{7E6A3258-677F-4B69-9D31-620D4F2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616" y="259943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62">
            <a:extLst xmlns:a="http://schemas.openxmlformats.org/drawingml/2006/main">
              <a:ext uri="{FF2B5EF4-FFF2-40B4-BE49-F238E27FC236}">
                <a16:creationId xmlns:a16="http://schemas.microsoft.com/office/drawing/2014/main" id="{FBC5BBFF-BB4E-4706-963D-66D4C63C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11" y="287979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63">
            <a:extLst xmlns:a="http://schemas.openxmlformats.org/drawingml/2006/main">
              <a:ext uri="{FF2B5EF4-FFF2-40B4-BE49-F238E27FC236}">
                <a16:creationId xmlns:a16="http://schemas.microsoft.com/office/drawing/2014/main" id="{20F4FFDB-B878-406D-9A64-FAEA8865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616" y="2867717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64">
            <a:extLst xmlns:a="http://schemas.openxmlformats.org/drawingml/2006/main">
              <a:ext uri="{FF2B5EF4-FFF2-40B4-BE49-F238E27FC236}">
                <a16:creationId xmlns:a16="http://schemas.microsoft.com/office/drawing/2014/main" id="{6CAB114C-4613-461C-B26B-CE587015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352" y="2074442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65">
            <a:extLst xmlns:a="http://schemas.openxmlformats.org/drawingml/2006/main">
              <a:ext uri="{FF2B5EF4-FFF2-40B4-BE49-F238E27FC236}">
                <a16:creationId xmlns:a16="http://schemas.microsoft.com/office/drawing/2014/main" id="{8AAF407E-E672-4F04-BB0B-751AF5E0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57" y="2061158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66">
            <a:extLst xmlns:a="http://schemas.openxmlformats.org/drawingml/2006/main">
              <a:ext uri="{FF2B5EF4-FFF2-40B4-BE49-F238E27FC236}">
                <a16:creationId xmlns:a16="http://schemas.microsoft.com/office/drawing/2014/main" id="{DA95C39A-223D-4629-94AE-C907E3F2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352" y="2343582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67">
            <a:extLst xmlns:a="http://schemas.openxmlformats.org/drawingml/2006/main">
              <a:ext uri="{FF2B5EF4-FFF2-40B4-BE49-F238E27FC236}">
                <a16:creationId xmlns:a16="http://schemas.microsoft.com/office/drawing/2014/main" id="{D03AEF4F-8145-4D25-A91A-897EFCEA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57" y="2331161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68">
            <a:extLst xmlns:a="http://schemas.openxmlformats.org/drawingml/2006/main">
              <a:ext uri="{FF2B5EF4-FFF2-40B4-BE49-F238E27FC236}">
                <a16:creationId xmlns:a16="http://schemas.microsoft.com/office/drawing/2014/main" id="{3C5360DC-E08C-4165-8B74-B906E137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352" y="2612723"/>
            <a:ext cx="269141" cy="267070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69">
            <a:extLst xmlns:a="http://schemas.openxmlformats.org/drawingml/2006/main">
              <a:ext uri="{FF2B5EF4-FFF2-40B4-BE49-F238E27FC236}">
                <a16:creationId xmlns:a16="http://schemas.microsoft.com/office/drawing/2014/main" id="{4C8D3B94-472E-4B41-AE21-F7EFD193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57" y="2599438"/>
            <a:ext cx="295020" cy="294157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70">
            <a:extLst xmlns:a="http://schemas.openxmlformats.org/drawingml/2006/main">
              <a:ext uri="{FF2B5EF4-FFF2-40B4-BE49-F238E27FC236}">
                <a16:creationId xmlns:a16="http://schemas.microsoft.com/office/drawing/2014/main" id="{7B8FDAFD-4034-4956-9C1B-9866C02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352" y="2879793"/>
            <a:ext cx="269141" cy="269141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71">
            <a:extLst xmlns:a="http://schemas.openxmlformats.org/drawingml/2006/main">
              <a:ext uri="{FF2B5EF4-FFF2-40B4-BE49-F238E27FC236}">
                <a16:creationId xmlns:a16="http://schemas.microsoft.com/office/drawing/2014/main" id="{471C059F-7713-4748-9196-C87EF1C6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57" y="2867717"/>
            <a:ext cx="295020" cy="294156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72">
            <a:extLst xmlns:a="http://schemas.openxmlformats.org/drawingml/2006/main">
              <a:ext uri="{FF2B5EF4-FFF2-40B4-BE49-F238E27FC236}">
                <a16:creationId xmlns:a16="http://schemas.microsoft.com/office/drawing/2014/main" id="{159E5C25-65BE-40B5-B244-3FE66A4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160" y="2417942"/>
            <a:ext cx="169246" cy="241918"/>
          </a:xfrm>
          <a:custGeom xmlns:a="http://schemas.openxmlformats.org/drawingml/2006/main">
            <a:pathLst>
              <a:path w="123497" h="176525">
                <a:moveTo>
                  <a:pt x="93584" y="114435"/>
                </a:moveTo>
                <a:cubicBezTo>
                  <a:pt x="96908" y="97967"/>
                  <a:pt x="96606" y="85278"/>
                  <a:pt x="92678" y="76366"/>
                </a:cubicBezTo>
                <a:cubicBezTo>
                  <a:pt x="88750" y="67754"/>
                  <a:pt x="81348" y="63448"/>
                  <a:pt x="70470" y="63448"/>
                </a:cubicBezTo>
                <a:cubicBezTo>
                  <a:pt x="59594" y="63448"/>
                  <a:pt x="50530" y="67754"/>
                  <a:pt x="43279" y="76366"/>
                </a:cubicBezTo>
                <a:cubicBezTo>
                  <a:pt x="36179" y="84826"/>
                  <a:pt x="30892" y="97516"/>
                  <a:pt x="27418" y="114435"/>
                </a:cubicBezTo>
                <a:cubicBezTo>
                  <a:pt x="24246" y="131203"/>
                  <a:pt x="24548" y="143967"/>
                  <a:pt x="28324" y="152729"/>
                </a:cubicBezTo>
                <a:cubicBezTo>
                  <a:pt x="32404" y="161341"/>
                  <a:pt x="39807" y="165647"/>
                  <a:pt x="50533" y="165647"/>
                </a:cubicBezTo>
                <a:cubicBezTo>
                  <a:pt x="61408" y="165647"/>
                  <a:pt x="70472" y="161341"/>
                  <a:pt x="77724" y="152729"/>
                </a:cubicBezTo>
                <a:cubicBezTo>
                  <a:pt x="85126" y="144269"/>
                  <a:pt x="90412" y="131505"/>
                  <a:pt x="93584" y="114435"/>
                </a:cubicBezTo>
                <a:moveTo>
                  <a:pt x="123497" y="7026"/>
                </a:moveTo>
                <a:lnTo>
                  <a:pt x="119192" y="28778"/>
                </a:lnTo>
                <a:lnTo>
                  <a:pt x="106730" y="31724"/>
                </a:lnTo>
                <a:cubicBezTo>
                  <a:pt x="107182" y="25228"/>
                  <a:pt x="104991" y="20244"/>
                  <a:pt x="100157" y="16770"/>
                </a:cubicBezTo>
                <a:cubicBezTo>
                  <a:pt x="95473" y="13446"/>
                  <a:pt x="89657" y="11784"/>
                  <a:pt x="82710" y="11784"/>
                </a:cubicBezTo>
                <a:cubicBezTo>
                  <a:pt x="75912" y="11784"/>
                  <a:pt x="69567" y="13597"/>
                  <a:pt x="63675" y="17223"/>
                </a:cubicBezTo>
                <a:cubicBezTo>
                  <a:pt x="57631" y="20998"/>
                  <a:pt x="54232" y="25303"/>
                  <a:pt x="53479" y="30137"/>
                </a:cubicBezTo>
                <a:cubicBezTo>
                  <a:pt x="52421" y="37087"/>
                  <a:pt x="52874" y="41770"/>
                  <a:pt x="54838" y="44186"/>
                </a:cubicBezTo>
                <a:cubicBezTo>
                  <a:pt x="59369" y="49776"/>
                  <a:pt x="65261" y="52570"/>
                  <a:pt x="72513" y="52570"/>
                </a:cubicBezTo>
                <a:cubicBezTo>
                  <a:pt x="89735" y="52570"/>
                  <a:pt x="102424" y="58236"/>
                  <a:pt x="110582" y="69568"/>
                </a:cubicBezTo>
                <a:cubicBezTo>
                  <a:pt x="118740" y="80746"/>
                  <a:pt x="121006" y="95701"/>
                  <a:pt x="117380" y="114435"/>
                </a:cubicBezTo>
                <a:cubicBezTo>
                  <a:pt x="113754" y="133017"/>
                  <a:pt x="105671" y="148047"/>
                  <a:pt x="93131" y="159527"/>
                </a:cubicBezTo>
                <a:cubicBezTo>
                  <a:pt x="80744" y="170859"/>
                  <a:pt x="65864" y="176525"/>
                  <a:pt x="48493" y="176525"/>
                </a:cubicBezTo>
                <a:cubicBezTo>
                  <a:pt x="31421" y="176525"/>
                  <a:pt x="18806" y="170859"/>
                  <a:pt x="10648" y="159527"/>
                </a:cubicBezTo>
                <a:cubicBezTo>
                  <a:pt x="2341" y="148349"/>
                  <a:pt x="0" y="133319"/>
                  <a:pt x="3626" y="114435"/>
                </a:cubicBezTo>
                <a:cubicBezTo>
                  <a:pt x="7250" y="95701"/>
                  <a:pt x="15407" y="80746"/>
                  <a:pt x="28099" y="69568"/>
                </a:cubicBezTo>
                <a:cubicBezTo>
                  <a:pt x="33537" y="64582"/>
                  <a:pt x="38749" y="60956"/>
                  <a:pt x="43735" y="58691"/>
                </a:cubicBezTo>
                <a:cubicBezTo>
                  <a:pt x="39201" y="56727"/>
                  <a:pt x="36104" y="54007"/>
                  <a:pt x="34444" y="50530"/>
                </a:cubicBezTo>
                <a:cubicBezTo>
                  <a:pt x="32480" y="46605"/>
                  <a:pt x="32404" y="39505"/>
                  <a:pt x="34216" y="29231"/>
                </a:cubicBezTo>
                <a:cubicBezTo>
                  <a:pt x="36028" y="19713"/>
                  <a:pt x="41089" y="12463"/>
                  <a:pt x="49399" y="7479"/>
                </a:cubicBezTo>
                <a:cubicBezTo>
                  <a:pt x="57556" y="2493"/>
                  <a:pt x="68886" y="0"/>
                  <a:pt x="83388" y="0"/>
                </a:cubicBezTo>
                <a:cubicBezTo>
                  <a:pt x="86864" y="0"/>
                  <a:pt x="92605" y="604"/>
                  <a:pt x="100610" y="1812"/>
                </a:cubicBezTo>
                <a:cubicBezTo>
                  <a:pt x="107258" y="2870"/>
                  <a:pt x="114887" y="4608"/>
                  <a:pt x="123497" y="70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text-373 (">
            <a:extLst xmlns:a="http://schemas.openxmlformats.org/drawingml/2006/main">
              <a:ext uri="{FF2B5EF4-FFF2-40B4-BE49-F238E27FC236}">
                <a16:creationId xmlns:a16="http://schemas.microsoft.com/office/drawing/2014/main" id="{38155638-60EC-4E13-BD49-3896CB8E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630" y="2338219"/>
            <a:ext cx="188784" cy="444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9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9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9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</a:t>
            </a:r>
          </a:p>
        </p:txBody>
      </p:sp>
      <p:sp>
        <p:nvSpPr>
          <p:cNvPr id="382" name="path-374">
            <a:extLst xmlns:a="http://schemas.openxmlformats.org/drawingml/2006/main">
              <a:ext uri="{FF2B5EF4-FFF2-40B4-BE49-F238E27FC236}">
                <a16:creationId xmlns:a16="http://schemas.microsoft.com/office/drawing/2014/main" id="{83095CAD-B7F5-4151-A67C-2CB727D2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457" y="2489987"/>
            <a:ext cx="190362" cy="169247"/>
          </a:xfrm>
          <a:custGeom xmlns:a="http://schemas.openxmlformats.org/drawingml/2006/main">
            <a:pathLst>
              <a:path w="138905" h="123498">
                <a:moveTo>
                  <a:pt x="81802" y="70021"/>
                </a:moveTo>
                <a:lnTo>
                  <a:pt x="81349" y="37616"/>
                </a:lnTo>
                <a:cubicBezTo>
                  <a:pt x="81199" y="20547"/>
                  <a:pt x="75912" y="11861"/>
                  <a:pt x="65488" y="11559"/>
                </a:cubicBezTo>
                <a:cubicBezTo>
                  <a:pt x="56876" y="11559"/>
                  <a:pt x="48643" y="16091"/>
                  <a:pt x="40787" y="25155"/>
                </a:cubicBezTo>
                <a:cubicBezTo>
                  <a:pt x="34141" y="32556"/>
                  <a:pt x="29080" y="44793"/>
                  <a:pt x="25604" y="61865"/>
                </a:cubicBezTo>
                <a:cubicBezTo>
                  <a:pt x="24094" y="68964"/>
                  <a:pt x="23339" y="75611"/>
                  <a:pt x="23339" y="81805"/>
                </a:cubicBezTo>
                <a:cubicBezTo>
                  <a:pt x="23339" y="88451"/>
                  <a:pt x="24397" y="94116"/>
                  <a:pt x="26513" y="98800"/>
                </a:cubicBezTo>
                <a:cubicBezTo>
                  <a:pt x="30441" y="107259"/>
                  <a:pt x="36710" y="111413"/>
                  <a:pt x="45320" y="111261"/>
                </a:cubicBezTo>
                <a:cubicBezTo>
                  <a:pt x="54987" y="111261"/>
                  <a:pt x="64882" y="101895"/>
                  <a:pt x="75004" y="83164"/>
                </a:cubicBezTo>
                <a:lnTo>
                  <a:pt x="81802" y="70021"/>
                </a:lnTo>
                <a:moveTo>
                  <a:pt x="138905" y="2721"/>
                </a:moveTo>
                <a:lnTo>
                  <a:pt x="137546" y="9291"/>
                </a:lnTo>
                <a:cubicBezTo>
                  <a:pt x="130144" y="11557"/>
                  <a:pt x="124480" y="16089"/>
                  <a:pt x="120552" y="22886"/>
                </a:cubicBezTo>
                <a:lnTo>
                  <a:pt x="103104" y="54386"/>
                </a:lnTo>
                <a:lnTo>
                  <a:pt x="104235" y="88150"/>
                </a:lnTo>
                <a:cubicBezTo>
                  <a:pt x="104539" y="99782"/>
                  <a:pt x="105975" y="106201"/>
                  <a:pt x="108543" y="107409"/>
                </a:cubicBezTo>
                <a:cubicBezTo>
                  <a:pt x="109449" y="107863"/>
                  <a:pt x="110657" y="108090"/>
                  <a:pt x="112167" y="108090"/>
                </a:cubicBezTo>
                <a:cubicBezTo>
                  <a:pt x="116095" y="108090"/>
                  <a:pt x="121911" y="106051"/>
                  <a:pt x="129614" y="101974"/>
                </a:cubicBezTo>
                <a:lnTo>
                  <a:pt x="127125" y="115341"/>
                </a:lnTo>
                <a:cubicBezTo>
                  <a:pt x="119117" y="119571"/>
                  <a:pt x="111865" y="121686"/>
                  <a:pt x="105369" y="121686"/>
                </a:cubicBezTo>
                <a:cubicBezTo>
                  <a:pt x="98873" y="121686"/>
                  <a:pt x="93359" y="119420"/>
                  <a:pt x="88828" y="114888"/>
                </a:cubicBezTo>
                <a:cubicBezTo>
                  <a:pt x="84900" y="110810"/>
                  <a:pt x="82861" y="105749"/>
                  <a:pt x="82711" y="99705"/>
                </a:cubicBezTo>
                <a:lnTo>
                  <a:pt x="82483" y="91774"/>
                </a:lnTo>
                <a:lnTo>
                  <a:pt x="75685" y="104010"/>
                </a:lnTo>
                <a:cubicBezTo>
                  <a:pt x="72361" y="110356"/>
                  <a:pt x="66696" y="115568"/>
                  <a:pt x="58691" y="119646"/>
                </a:cubicBezTo>
                <a:cubicBezTo>
                  <a:pt x="53857" y="122214"/>
                  <a:pt x="47512" y="123498"/>
                  <a:pt x="39656" y="123498"/>
                </a:cubicBezTo>
                <a:lnTo>
                  <a:pt x="38975" y="123498"/>
                </a:lnTo>
                <a:cubicBezTo>
                  <a:pt x="24473" y="123498"/>
                  <a:pt x="13748" y="117833"/>
                  <a:pt x="6798" y="106503"/>
                </a:cubicBezTo>
                <a:cubicBezTo>
                  <a:pt x="2266" y="98949"/>
                  <a:pt x="0" y="89810"/>
                  <a:pt x="0" y="79084"/>
                </a:cubicBezTo>
                <a:cubicBezTo>
                  <a:pt x="0" y="73798"/>
                  <a:pt x="604" y="67908"/>
                  <a:pt x="1812" y="61412"/>
                </a:cubicBezTo>
                <a:cubicBezTo>
                  <a:pt x="5286" y="43132"/>
                  <a:pt x="12763" y="28251"/>
                  <a:pt x="24245" y="16770"/>
                </a:cubicBezTo>
                <a:cubicBezTo>
                  <a:pt x="34821" y="5892"/>
                  <a:pt x="49173" y="302"/>
                  <a:pt x="67300" y="0"/>
                </a:cubicBezTo>
                <a:cubicBezTo>
                  <a:pt x="79990" y="0"/>
                  <a:pt x="89054" y="2493"/>
                  <a:pt x="94491" y="7479"/>
                </a:cubicBezTo>
                <a:cubicBezTo>
                  <a:pt x="99477" y="11861"/>
                  <a:pt x="102046" y="18810"/>
                  <a:pt x="102198" y="28325"/>
                </a:cubicBezTo>
                <a:lnTo>
                  <a:pt x="102423" y="32405"/>
                </a:lnTo>
                <a:lnTo>
                  <a:pt x="108996" y="20169"/>
                </a:lnTo>
                <a:cubicBezTo>
                  <a:pt x="113376" y="12313"/>
                  <a:pt x="119645" y="6497"/>
                  <a:pt x="127802" y="2721"/>
                </a:cubicBezTo>
                <a:lnTo>
                  <a:pt x="138905" y="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text-375 +">
            <a:extLst xmlns:a="http://schemas.openxmlformats.org/drawingml/2006/main">
              <a:ext uri="{FF2B5EF4-FFF2-40B4-BE49-F238E27FC236}">
                <a16:creationId xmlns:a16="http://schemas.microsoft.com/office/drawing/2014/main" id="{CA837B46-1B62-476F-83B8-5E720E8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8913" y="2340561"/>
            <a:ext cx="287914" cy="43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384" name="text-376 𝛽">
            <a:extLst xmlns:a="http://schemas.openxmlformats.org/drawingml/2006/main">
              <a:ext uri="{FF2B5EF4-FFF2-40B4-BE49-F238E27FC236}">
                <a16:creationId xmlns:a16="http://schemas.microsoft.com/office/drawing/2014/main" id="{BA6334D5-5230-4A9B-9D3C-74041BF7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9108" y="2340552"/>
            <a:ext cx="244094" cy="434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𝛽</a:t>
            </a:r>
          </a:p>
        </p:txBody>
      </p:sp>
      <p:sp>
        <p:nvSpPr>
          <p:cNvPr id="385" name="path-377">
            <a:extLst xmlns:a="http://schemas.openxmlformats.org/drawingml/2006/main">
              <a:ext uri="{FF2B5EF4-FFF2-40B4-BE49-F238E27FC236}">
                <a16:creationId xmlns:a16="http://schemas.microsoft.com/office/drawing/2014/main" id="{BE7E8799-14BC-4995-ACAE-DFE10A5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271" y="2559912"/>
            <a:ext cx="53892" cy="156220"/>
          </a:xfrm>
          <a:custGeom xmlns:a="http://schemas.openxmlformats.org/drawingml/2006/main">
            <a:pathLst>
              <a:path w="39324" h="113992">
                <a:moveTo>
                  <a:pt x="36299" y="0"/>
                </a:moveTo>
                <a:lnTo>
                  <a:pt x="32399" y="17115"/>
                </a:lnTo>
                <a:lnTo>
                  <a:pt x="16637" y="17115"/>
                </a:lnTo>
                <a:lnTo>
                  <a:pt x="20378" y="0"/>
                </a:lnTo>
                <a:lnTo>
                  <a:pt x="36299" y="0"/>
                </a:lnTo>
                <a:moveTo>
                  <a:pt x="17115" y="85096"/>
                </a:moveTo>
                <a:cubicBezTo>
                  <a:pt x="16372" y="88227"/>
                  <a:pt x="15854" y="90721"/>
                  <a:pt x="15562" y="92579"/>
                </a:cubicBezTo>
                <a:cubicBezTo>
                  <a:pt x="15271" y="94436"/>
                  <a:pt x="15125" y="96108"/>
                  <a:pt x="15125" y="97594"/>
                </a:cubicBezTo>
                <a:cubicBezTo>
                  <a:pt x="15125" y="99610"/>
                  <a:pt x="15536" y="101070"/>
                  <a:pt x="16358" y="101972"/>
                </a:cubicBezTo>
                <a:cubicBezTo>
                  <a:pt x="17181" y="102874"/>
                  <a:pt x="18415" y="103325"/>
                  <a:pt x="20060" y="103325"/>
                </a:cubicBezTo>
                <a:cubicBezTo>
                  <a:pt x="21015" y="103325"/>
                  <a:pt x="21971" y="103139"/>
                  <a:pt x="22926" y="102768"/>
                </a:cubicBezTo>
                <a:cubicBezTo>
                  <a:pt x="23881" y="102396"/>
                  <a:pt x="24903" y="101813"/>
                  <a:pt x="25990" y="101017"/>
                </a:cubicBezTo>
                <a:cubicBezTo>
                  <a:pt x="27078" y="100221"/>
                  <a:pt x="28272" y="99199"/>
                  <a:pt x="29573" y="97952"/>
                </a:cubicBezTo>
                <a:cubicBezTo>
                  <a:pt x="30873" y="96705"/>
                  <a:pt x="32319" y="95206"/>
                  <a:pt x="33911" y="93454"/>
                </a:cubicBezTo>
                <a:lnTo>
                  <a:pt x="39324" y="98708"/>
                </a:lnTo>
                <a:cubicBezTo>
                  <a:pt x="36564" y="101521"/>
                  <a:pt x="34057" y="103896"/>
                  <a:pt x="31802" y="105833"/>
                </a:cubicBezTo>
                <a:cubicBezTo>
                  <a:pt x="29546" y="107770"/>
                  <a:pt x="27410" y="109348"/>
                  <a:pt x="25393" y="110569"/>
                </a:cubicBezTo>
                <a:cubicBezTo>
                  <a:pt x="23377" y="111790"/>
                  <a:pt x="21400" y="112665"/>
                  <a:pt x="19463" y="113196"/>
                </a:cubicBezTo>
                <a:cubicBezTo>
                  <a:pt x="17526" y="113727"/>
                  <a:pt x="15470" y="113992"/>
                  <a:pt x="13294" y="113992"/>
                </a:cubicBezTo>
                <a:cubicBezTo>
                  <a:pt x="11277" y="113992"/>
                  <a:pt x="9460" y="113620"/>
                  <a:pt x="7841" y="112877"/>
                </a:cubicBezTo>
                <a:cubicBezTo>
                  <a:pt x="6222" y="112135"/>
                  <a:pt x="4829" y="111113"/>
                  <a:pt x="3662" y="109813"/>
                </a:cubicBezTo>
                <a:cubicBezTo>
                  <a:pt x="2494" y="108513"/>
                  <a:pt x="1592" y="106960"/>
                  <a:pt x="955" y="105156"/>
                </a:cubicBezTo>
                <a:cubicBezTo>
                  <a:pt x="318" y="103352"/>
                  <a:pt x="0" y="101362"/>
                  <a:pt x="0" y="99186"/>
                </a:cubicBezTo>
                <a:cubicBezTo>
                  <a:pt x="0" y="97434"/>
                  <a:pt x="212" y="95259"/>
                  <a:pt x="637" y="92658"/>
                </a:cubicBezTo>
                <a:cubicBezTo>
                  <a:pt x="1061" y="90058"/>
                  <a:pt x="1605" y="87232"/>
                  <a:pt x="2269" y="84180"/>
                </a:cubicBezTo>
                <a:cubicBezTo>
                  <a:pt x="2932" y="81129"/>
                  <a:pt x="3662" y="77932"/>
                  <a:pt x="4458" y="74588"/>
                </a:cubicBezTo>
                <a:cubicBezTo>
                  <a:pt x="5254" y="71245"/>
                  <a:pt x="6037" y="67928"/>
                  <a:pt x="6806" y="64638"/>
                </a:cubicBezTo>
                <a:cubicBezTo>
                  <a:pt x="7576" y="61348"/>
                  <a:pt x="8265" y="58177"/>
                  <a:pt x="8876" y="55125"/>
                </a:cubicBezTo>
                <a:cubicBezTo>
                  <a:pt x="9486" y="52074"/>
                  <a:pt x="9924" y="49301"/>
                  <a:pt x="10189" y="46807"/>
                </a:cubicBezTo>
                <a:cubicBezTo>
                  <a:pt x="10295" y="46382"/>
                  <a:pt x="10348" y="45971"/>
                  <a:pt x="10348" y="45573"/>
                </a:cubicBezTo>
                <a:cubicBezTo>
                  <a:pt x="10348" y="45175"/>
                  <a:pt x="10348" y="44817"/>
                  <a:pt x="10348" y="44498"/>
                </a:cubicBezTo>
                <a:cubicBezTo>
                  <a:pt x="10242" y="42429"/>
                  <a:pt x="9513" y="40916"/>
                  <a:pt x="8159" y="39961"/>
                </a:cubicBezTo>
                <a:cubicBezTo>
                  <a:pt x="6806" y="39006"/>
                  <a:pt x="4405" y="38475"/>
                  <a:pt x="955" y="38369"/>
                </a:cubicBezTo>
                <a:lnTo>
                  <a:pt x="1910" y="32956"/>
                </a:lnTo>
                <a:lnTo>
                  <a:pt x="24995" y="32080"/>
                </a:lnTo>
                <a:lnTo>
                  <a:pt x="28896" y="32080"/>
                </a:lnTo>
                <a:lnTo>
                  <a:pt x="17115" y="85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text-378 )">
            <a:extLst xmlns:a="http://schemas.openxmlformats.org/drawingml/2006/main">
              <a:ext uri="{FF2B5EF4-FFF2-40B4-BE49-F238E27FC236}">
                <a16:creationId xmlns:a16="http://schemas.microsoft.com/office/drawing/2014/main" id="{86691BFF-BC88-44B8-B2B4-250ADDC3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698" y="2362177"/>
            <a:ext cx="184795" cy="434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387" name="path-379">
            <a:extLst xmlns:a="http://schemas.openxmlformats.org/drawingml/2006/main">
              <a:ext uri="{FF2B5EF4-FFF2-40B4-BE49-F238E27FC236}">
                <a16:creationId xmlns:a16="http://schemas.microsoft.com/office/drawing/2014/main" id="{53CDE7AF-7FE6-4749-A382-6CFA3E8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430" y="2418265"/>
            <a:ext cx="127202" cy="141493"/>
          </a:xfrm>
          <a:custGeom xmlns:a="http://schemas.openxmlformats.org/drawingml/2006/main">
            <a:pathLst>
              <a:path w="92817" h="103245">
                <a:moveTo>
                  <a:pt x="10269" y="103245"/>
                </a:moveTo>
                <a:lnTo>
                  <a:pt x="11304" y="98390"/>
                </a:lnTo>
                <a:cubicBezTo>
                  <a:pt x="12630" y="98071"/>
                  <a:pt x="13771" y="97793"/>
                  <a:pt x="14727" y="97554"/>
                </a:cubicBezTo>
                <a:cubicBezTo>
                  <a:pt x="15682" y="97315"/>
                  <a:pt x="16504" y="96997"/>
                  <a:pt x="17194" y="96599"/>
                </a:cubicBezTo>
                <a:cubicBezTo>
                  <a:pt x="17884" y="96201"/>
                  <a:pt x="18481" y="95657"/>
                  <a:pt x="18985" y="94967"/>
                </a:cubicBezTo>
                <a:cubicBezTo>
                  <a:pt x="19490" y="94277"/>
                  <a:pt x="19980" y="93335"/>
                  <a:pt x="20458" y="92141"/>
                </a:cubicBezTo>
                <a:cubicBezTo>
                  <a:pt x="20936" y="90947"/>
                  <a:pt x="21413" y="89395"/>
                  <a:pt x="21891" y="87484"/>
                </a:cubicBezTo>
                <a:cubicBezTo>
                  <a:pt x="22369" y="85574"/>
                  <a:pt x="22926" y="83212"/>
                  <a:pt x="23563" y="80399"/>
                </a:cubicBezTo>
                <a:lnTo>
                  <a:pt x="39642" y="8438"/>
                </a:lnTo>
                <a:lnTo>
                  <a:pt x="28657" y="8438"/>
                </a:lnTo>
                <a:cubicBezTo>
                  <a:pt x="26906" y="8438"/>
                  <a:pt x="25420" y="8491"/>
                  <a:pt x="24199" y="8597"/>
                </a:cubicBezTo>
                <a:cubicBezTo>
                  <a:pt x="22979" y="8703"/>
                  <a:pt x="21864" y="8982"/>
                  <a:pt x="20856" y="9433"/>
                </a:cubicBezTo>
                <a:cubicBezTo>
                  <a:pt x="19848" y="9884"/>
                  <a:pt x="18906" y="10508"/>
                  <a:pt x="18030" y="11304"/>
                </a:cubicBezTo>
                <a:cubicBezTo>
                  <a:pt x="17155" y="12100"/>
                  <a:pt x="16252" y="13188"/>
                  <a:pt x="15324" y="14567"/>
                </a:cubicBezTo>
                <a:cubicBezTo>
                  <a:pt x="14395" y="15947"/>
                  <a:pt x="13387" y="17645"/>
                  <a:pt x="12299" y="19662"/>
                </a:cubicBezTo>
                <a:cubicBezTo>
                  <a:pt x="11211" y="21679"/>
                  <a:pt x="9950" y="24093"/>
                  <a:pt x="8518" y="26906"/>
                </a:cubicBezTo>
                <a:lnTo>
                  <a:pt x="0" y="26906"/>
                </a:lnTo>
                <a:lnTo>
                  <a:pt x="5970" y="0"/>
                </a:lnTo>
                <a:lnTo>
                  <a:pt x="92817" y="0"/>
                </a:lnTo>
                <a:lnTo>
                  <a:pt x="86370" y="28100"/>
                </a:lnTo>
                <a:lnTo>
                  <a:pt x="78011" y="28100"/>
                </a:lnTo>
                <a:lnTo>
                  <a:pt x="78011" y="23563"/>
                </a:lnTo>
                <a:cubicBezTo>
                  <a:pt x="78011" y="22713"/>
                  <a:pt x="77971" y="21745"/>
                  <a:pt x="77892" y="20657"/>
                </a:cubicBezTo>
                <a:cubicBezTo>
                  <a:pt x="77812" y="19569"/>
                  <a:pt x="77693" y="18481"/>
                  <a:pt x="77534" y="17393"/>
                </a:cubicBezTo>
                <a:cubicBezTo>
                  <a:pt x="77374" y="16305"/>
                  <a:pt x="77189" y="15297"/>
                  <a:pt x="76976" y="14368"/>
                </a:cubicBezTo>
                <a:cubicBezTo>
                  <a:pt x="76764" y="13440"/>
                  <a:pt x="76525" y="12683"/>
                  <a:pt x="76260" y="12100"/>
                </a:cubicBezTo>
                <a:cubicBezTo>
                  <a:pt x="75888" y="11357"/>
                  <a:pt x="75504" y="10746"/>
                  <a:pt x="75106" y="10269"/>
                </a:cubicBezTo>
                <a:cubicBezTo>
                  <a:pt x="74708" y="9791"/>
                  <a:pt x="74204" y="9420"/>
                  <a:pt x="73593" y="9154"/>
                </a:cubicBezTo>
                <a:cubicBezTo>
                  <a:pt x="72983" y="8889"/>
                  <a:pt x="72253" y="8703"/>
                  <a:pt x="71404" y="8597"/>
                </a:cubicBezTo>
                <a:cubicBezTo>
                  <a:pt x="70555" y="8491"/>
                  <a:pt x="69467" y="8438"/>
                  <a:pt x="68140" y="8438"/>
                </a:cubicBezTo>
                <a:lnTo>
                  <a:pt x="55324" y="8438"/>
                </a:lnTo>
                <a:lnTo>
                  <a:pt x="38926" y="81036"/>
                </a:lnTo>
                <a:cubicBezTo>
                  <a:pt x="38342" y="83477"/>
                  <a:pt x="37931" y="85560"/>
                  <a:pt x="37692" y="87285"/>
                </a:cubicBezTo>
                <a:cubicBezTo>
                  <a:pt x="37453" y="89010"/>
                  <a:pt x="37334" y="90562"/>
                  <a:pt x="37334" y="91942"/>
                </a:cubicBezTo>
                <a:cubicBezTo>
                  <a:pt x="37387" y="93003"/>
                  <a:pt x="37546" y="93919"/>
                  <a:pt x="37812" y="94688"/>
                </a:cubicBezTo>
                <a:cubicBezTo>
                  <a:pt x="38077" y="95458"/>
                  <a:pt x="38555" y="96108"/>
                  <a:pt x="39244" y="96638"/>
                </a:cubicBezTo>
                <a:cubicBezTo>
                  <a:pt x="39934" y="97169"/>
                  <a:pt x="40863" y="97567"/>
                  <a:pt x="42031" y="97832"/>
                </a:cubicBezTo>
                <a:cubicBezTo>
                  <a:pt x="43198" y="98098"/>
                  <a:pt x="44711" y="98284"/>
                  <a:pt x="46568" y="98390"/>
                </a:cubicBezTo>
                <a:lnTo>
                  <a:pt x="45453" y="103245"/>
                </a:lnTo>
                <a:lnTo>
                  <a:pt x="10269" y="103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text-380 /">
            <a:extLst xmlns:a="http://schemas.openxmlformats.org/drawingml/2006/main">
              <a:ext uri="{FF2B5EF4-FFF2-40B4-BE49-F238E27FC236}">
                <a16:creationId xmlns:a16="http://schemas.microsoft.com/office/drawing/2014/main" id="{F905BE0D-EE6D-4ABD-A452-A08FED4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328" y="2362151"/>
            <a:ext cx="208151" cy="434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/</a:t>
            </a:r>
          </a:p>
        </p:txBody>
      </p:sp>
      <p:sp>
        <p:nvSpPr>
          <p:cNvPr id="389" name="text-381 𝑑">
            <a:extLst xmlns:a="http://schemas.openxmlformats.org/drawingml/2006/main">
              <a:ext uri="{FF2B5EF4-FFF2-40B4-BE49-F238E27FC236}">
                <a16:creationId xmlns:a16="http://schemas.microsoft.com/office/drawing/2014/main" id="{6C2E567D-40A8-4C88-9010-B5623FF5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150" y="2362106"/>
            <a:ext cx="235908" cy="434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𝑑</a:t>
            </a:r>
          </a:p>
        </p:txBody>
      </p:sp>
      <p:sp>
        <p:nvSpPr>
          <p:cNvPr id="390" name="text-382 Head">
            <a:extLst xmlns:a="http://schemas.openxmlformats.org/drawingml/2006/main">
              <a:ext uri="{FF2B5EF4-FFF2-40B4-BE49-F238E27FC236}">
                <a16:creationId xmlns:a16="http://schemas.microsoft.com/office/drawing/2014/main" id="{3B146AC3-FD06-43C3-A202-4807EA4E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6494" y="1598521"/>
            <a:ext cx="711545" cy="43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391" name="text-383 ℎ">
            <a:extLst xmlns:a="http://schemas.openxmlformats.org/drawingml/2006/main">
              <a:ext uri="{FF2B5EF4-FFF2-40B4-BE49-F238E27FC236}">
                <a16:creationId xmlns:a16="http://schemas.microsoft.com/office/drawing/2014/main" id="{2FFF63DC-F933-4876-B798-F01C6C43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9729" y="1598709"/>
            <a:ext cx="228169" cy="434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446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ℎ</a:t>
            </a:r>
          </a:p>
        </p:txBody>
      </p:sp>
      <p:sp>
        <p:nvSpPr>
          <p:cNvPr id="392" name="text-384 Softmax">
            <a:extLst xmlns:a="http://schemas.openxmlformats.org/drawingml/2006/main">
              <a:ext uri="{FF2B5EF4-FFF2-40B4-BE49-F238E27FC236}">
                <a16:creationId xmlns:a16="http://schemas.microsoft.com/office/drawing/2014/main" id="{45E2AB6F-8F49-41FA-AD1A-663CC13D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5613" y="3304960"/>
            <a:ext cx="1108327" cy="434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Softmax</a:t>
            </a:r>
          </a:p>
        </p:txBody>
      </p:sp>
      <p:sp>
        <p:nvSpPr>
          <p:cNvPr id="393" name="text-384 Operation">
            <a:extLst xmlns:a="http://schemas.openxmlformats.org/drawingml/2006/main">
              <a:ext uri="{FF2B5EF4-FFF2-40B4-BE49-F238E27FC236}">
                <a16:creationId xmlns:a16="http://schemas.microsoft.com/office/drawing/2014/main" id="{72624AAC-A98E-4E1E-9F98-BEEEC671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5658" y="3304871"/>
            <a:ext cx="1298121" cy="435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Operation</a:t>
            </a:r>
          </a:p>
        </p:txBody>
      </p:sp>
      <p:sp>
        <p:nvSpPr>
          <p:cNvPr id="394" name="path-385">
            <a:extLst xmlns:a="http://schemas.openxmlformats.org/drawingml/2006/main">
              <a:ext uri="{FF2B5EF4-FFF2-40B4-BE49-F238E27FC236}">
                <a16:creationId xmlns:a16="http://schemas.microsoft.com/office/drawing/2014/main" id="{579A572A-69D9-4021-9BBE-F6877AAC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899" y="3669858"/>
            <a:ext cx="174683" cy="1314855"/>
          </a:xfrm>
          <a:custGeom xmlns:a="http://schemas.openxmlformats.org/drawingml/2006/main">
            <a:pathLst>
              <a:path w="127464" h="959433">
                <a:moveTo>
                  <a:pt x="25040" y="959433"/>
                </a:moveTo>
                <a:lnTo>
                  <a:pt x="35766" y="859300"/>
                </a:lnTo>
                <a:lnTo>
                  <a:pt x="10726" y="856619"/>
                </a:lnTo>
                <a:lnTo>
                  <a:pt x="0" y="956764"/>
                </a:lnTo>
                <a:lnTo>
                  <a:pt x="25040" y="959433"/>
                </a:lnTo>
                <a:moveTo>
                  <a:pt x="43798" y="784194"/>
                </a:moveTo>
                <a:lnTo>
                  <a:pt x="54523" y="684048"/>
                </a:lnTo>
                <a:lnTo>
                  <a:pt x="29484" y="681380"/>
                </a:lnTo>
                <a:lnTo>
                  <a:pt x="18770" y="781513"/>
                </a:lnTo>
                <a:lnTo>
                  <a:pt x="43798" y="784194"/>
                </a:lnTo>
                <a:moveTo>
                  <a:pt x="62567" y="608955"/>
                </a:moveTo>
                <a:lnTo>
                  <a:pt x="73280" y="508809"/>
                </a:lnTo>
                <a:lnTo>
                  <a:pt x="48241" y="506128"/>
                </a:lnTo>
                <a:lnTo>
                  <a:pt x="37527" y="606274"/>
                </a:lnTo>
                <a:lnTo>
                  <a:pt x="62567" y="608955"/>
                </a:lnTo>
                <a:moveTo>
                  <a:pt x="81325" y="433704"/>
                </a:moveTo>
                <a:lnTo>
                  <a:pt x="92038" y="333571"/>
                </a:lnTo>
                <a:lnTo>
                  <a:pt x="67011" y="330890"/>
                </a:lnTo>
                <a:lnTo>
                  <a:pt x="56286" y="431023"/>
                </a:lnTo>
                <a:lnTo>
                  <a:pt x="81325" y="433704"/>
                </a:lnTo>
                <a:moveTo>
                  <a:pt x="100083" y="258465"/>
                </a:moveTo>
                <a:lnTo>
                  <a:pt x="110809" y="158319"/>
                </a:lnTo>
                <a:lnTo>
                  <a:pt x="85769" y="155638"/>
                </a:lnTo>
                <a:lnTo>
                  <a:pt x="75043" y="255784"/>
                </a:lnTo>
                <a:lnTo>
                  <a:pt x="100083" y="258465"/>
                </a:lnTo>
                <a:moveTo>
                  <a:pt x="118840" y="83213"/>
                </a:moveTo>
                <a:lnTo>
                  <a:pt x="127464" y="2669"/>
                </a:lnTo>
                <a:lnTo>
                  <a:pt x="102437" y="0"/>
                </a:lnTo>
                <a:lnTo>
                  <a:pt x="93813" y="80532"/>
                </a:lnTo>
                <a:lnTo>
                  <a:pt x="118840" y="832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86">
            <a:extLst xmlns:a="http://schemas.openxmlformats.org/drawingml/2006/main">
              <a:ext uri="{FF2B5EF4-FFF2-40B4-BE49-F238E27FC236}">
                <a16:creationId xmlns:a16="http://schemas.microsoft.com/office/drawing/2014/main" id="{ED491981-4DF9-48B7-ADEF-B55EE6F1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64" y="3964447"/>
            <a:ext cx="1130666" cy="1031205"/>
          </a:xfrm>
          <a:custGeom xmlns:a="http://schemas.openxmlformats.org/drawingml/2006/main">
            <a:pathLst>
              <a:path w="825033" h="752457">
                <a:moveTo>
                  <a:pt x="808101" y="752457"/>
                </a:moveTo>
                <a:lnTo>
                  <a:pt x="733549" y="684754"/>
                </a:lnTo>
                <a:lnTo>
                  <a:pt x="750468" y="666122"/>
                </a:lnTo>
                <a:lnTo>
                  <a:pt x="825033" y="733825"/>
                </a:lnTo>
                <a:lnTo>
                  <a:pt x="808101" y="752457"/>
                </a:lnTo>
                <a:moveTo>
                  <a:pt x="677628" y="633982"/>
                </a:moveTo>
                <a:lnTo>
                  <a:pt x="603064" y="566278"/>
                </a:lnTo>
                <a:lnTo>
                  <a:pt x="619996" y="547634"/>
                </a:lnTo>
                <a:lnTo>
                  <a:pt x="694548" y="615338"/>
                </a:lnTo>
                <a:lnTo>
                  <a:pt x="677628" y="633982"/>
                </a:lnTo>
                <a:moveTo>
                  <a:pt x="547143" y="515495"/>
                </a:moveTo>
                <a:lnTo>
                  <a:pt x="472591" y="447791"/>
                </a:lnTo>
                <a:lnTo>
                  <a:pt x="489523" y="429147"/>
                </a:lnTo>
                <a:lnTo>
                  <a:pt x="564075" y="496850"/>
                </a:lnTo>
                <a:lnTo>
                  <a:pt x="547143" y="515495"/>
                </a:lnTo>
                <a:moveTo>
                  <a:pt x="416671" y="397007"/>
                </a:moveTo>
                <a:lnTo>
                  <a:pt x="342119" y="329303"/>
                </a:lnTo>
                <a:lnTo>
                  <a:pt x="359038" y="310671"/>
                </a:lnTo>
                <a:lnTo>
                  <a:pt x="433603" y="378375"/>
                </a:lnTo>
                <a:lnTo>
                  <a:pt x="416671" y="397007"/>
                </a:lnTo>
                <a:moveTo>
                  <a:pt x="286199" y="278532"/>
                </a:moveTo>
                <a:lnTo>
                  <a:pt x="211634" y="210828"/>
                </a:lnTo>
                <a:lnTo>
                  <a:pt x="228566" y="192183"/>
                </a:lnTo>
                <a:lnTo>
                  <a:pt x="303118" y="259888"/>
                </a:lnTo>
                <a:lnTo>
                  <a:pt x="286199" y="278532"/>
                </a:lnTo>
                <a:moveTo>
                  <a:pt x="155714" y="160044"/>
                </a:moveTo>
                <a:lnTo>
                  <a:pt x="81162" y="92340"/>
                </a:lnTo>
                <a:lnTo>
                  <a:pt x="98081" y="73696"/>
                </a:lnTo>
                <a:lnTo>
                  <a:pt x="172646" y="141400"/>
                </a:lnTo>
                <a:lnTo>
                  <a:pt x="155714" y="160044"/>
                </a:lnTo>
                <a:moveTo>
                  <a:pt x="25241" y="41556"/>
                </a:moveTo>
                <a:lnTo>
                  <a:pt x="0" y="18631"/>
                </a:lnTo>
                <a:lnTo>
                  <a:pt x="16920" y="0"/>
                </a:lnTo>
                <a:lnTo>
                  <a:pt x="42173" y="22924"/>
                </a:lnTo>
                <a:lnTo>
                  <a:pt x="25241" y="415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text-387 MOE">
            <a:extLst xmlns:a="http://schemas.openxmlformats.org/drawingml/2006/main">
              <a:ext uri="{FF2B5EF4-FFF2-40B4-BE49-F238E27FC236}">
                <a16:creationId xmlns:a16="http://schemas.microsoft.com/office/drawing/2014/main" id="{0A3280BD-4F97-4724-B678-4D5D9712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13738" y="1332954"/>
            <a:ext cx="797886" cy="43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MOE</a:t>
            </a:r>
          </a:p>
        </p:txBody>
      </p:sp>
      <p:sp>
        <p:nvSpPr>
          <p:cNvPr id="397" name="text-388 PMA">
            <a:extLst xmlns:a="http://schemas.openxmlformats.org/drawingml/2006/main">
              <a:ext uri="{FF2B5EF4-FFF2-40B4-BE49-F238E27FC236}">
                <a16:creationId xmlns:a16="http://schemas.microsoft.com/office/drawing/2014/main" id="{8A4C9B64-79BB-44C4-A718-D96CEB1B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131" y="1078408"/>
            <a:ext cx="763276" cy="435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PMA</a:t>
            </a:r>
          </a:p>
        </p:txBody>
      </p:sp>
      <p:pic>
        <p:nvPic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14F76451-F539-4A53-A6C3-FD46BA95FB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a35cb965746d5"/>
          <a:stretch xmlns:a="http://schemas.openxmlformats.org/drawingml/2006/main"/>
        </p:blipFill>
        <p:spPr>
          <a:xfrm xmlns:a="http://schemas.openxmlformats.org/drawingml/2006/main">
            <a:off x="9989520" y="7655343"/>
            <a:ext cx="1574195" cy="639871"/>
          </a:xfrm>
          <a:prstGeom xmlns:a="http://schemas.openxmlformats.org/drawingml/2006/main" prst="rect">
            <a:avLst/>
          </a:prstGeom>
        </p:spPr>
      </p:pic>
      <p:sp>
        <p:nvSpPr>
          <p:cNvPr id="399" name="text-390 Linear">
            <a:extLst xmlns:a="http://schemas.openxmlformats.org/drawingml/2006/main">
              <a:ext uri="{FF2B5EF4-FFF2-40B4-BE49-F238E27FC236}">
                <a16:creationId xmlns:a16="http://schemas.microsoft.com/office/drawing/2014/main" id="{D579BC4B-C846-4A8F-9E39-A6FE279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3746" y="7734434"/>
            <a:ext cx="866716" cy="4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2A050FD4-2F06-4596-8E7D-F75542B73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67ca512b349a9"/>
          <a:stretch xmlns:a="http://schemas.openxmlformats.org/drawingml/2006/main"/>
        </p:blipFill>
        <p:spPr>
          <a:xfrm xmlns:a="http://schemas.openxmlformats.org/drawingml/2006/main">
            <a:off x="9981757" y="6967826"/>
            <a:ext cx="1574195" cy="639871"/>
          </a:xfrm>
          <a:prstGeom xmlns:a="http://schemas.openxmlformats.org/drawingml/2006/main" prst="rect">
            <a:avLst/>
          </a:prstGeom>
        </p:spPr>
      </p:pic>
      <p:sp>
        <p:nvSpPr>
          <p:cNvPr id="401" name="text-392 Conv1d">
            <a:extLst xmlns:a="http://schemas.openxmlformats.org/drawingml/2006/main">
              <a:ext uri="{FF2B5EF4-FFF2-40B4-BE49-F238E27FC236}">
                <a16:creationId xmlns:a16="http://schemas.microsoft.com/office/drawing/2014/main" id="{72164008-F84E-4271-96B7-B3F0F749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9718" y="7047102"/>
            <a:ext cx="1039311" cy="43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Conv1d</a:t>
            </a:r>
          </a:p>
        </p:txBody>
      </p:sp>
      <p:sp>
        <p:nvSpPr>
          <p:cNvPr id="402" name="path-393">
            <a:extLst xmlns:a="http://schemas.openxmlformats.org/drawingml/2006/main">
              <a:ext uri="{FF2B5EF4-FFF2-40B4-BE49-F238E27FC236}">
                <a16:creationId xmlns:a16="http://schemas.microsoft.com/office/drawing/2014/main" id="{EF8D3815-A2C7-43E4-8A27-C5BB9A9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079" y="5340013"/>
            <a:ext cx="69011" cy="293415"/>
          </a:xfrm>
          <a:custGeom xmlns:a="http://schemas.openxmlformats.org/drawingml/2006/main">
            <a:pathLst>
              <a:path w="50356" h="214101">
                <a:moveTo>
                  <a:pt x="0" y="75307"/>
                </a:moveTo>
                <a:lnTo>
                  <a:pt x="25178" y="75534"/>
                </a:lnTo>
                <a:lnTo>
                  <a:pt x="50356" y="75748"/>
                </a:lnTo>
                <a:lnTo>
                  <a:pt x="25846" y="0"/>
                </a:lnTo>
                <a:lnTo>
                  <a:pt x="0" y="75307"/>
                </a:lnTo>
                <a:moveTo>
                  <a:pt x="33399" y="214101"/>
                </a:moveTo>
                <a:lnTo>
                  <a:pt x="34947" y="37843"/>
                </a:lnTo>
                <a:lnTo>
                  <a:pt x="16076" y="37679"/>
                </a:lnTo>
                <a:lnTo>
                  <a:pt x="14514" y="213925"/>
                </a:lnTo>
                <a:lnTo>
                  <a:pt x="33399" y="2141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7A9F037C-ACBB-42EA-8072-1C46FBE13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6202e822341a5"/>
          <a:stretch xmlns:a="http://schemas.openxmlformats.org/drawingml/2006/main"/>
        </p:blipFill>
        <p:spPr>
          <a:xfrm xmlns:a="http://schemas.openxmlformats.org/drawingml/2006/main">
            <a:off x="9401208" y="4410325"/>
            <a:ext cx="2679225" cy="1056994"/>
          </a:xfrm>
          <a:prstGeom xmlns:a="http://schemas.openxmlformats.org/drawingml/2006/main" prst="rect">
            <a:avLst/>
          </a:prstGeom>
        </p:spPr>
      </p:pic>
      <p:sp>
        <p:nvSpPr>
          <p:cNvPr id="404" name="text-395 SSM">
            <a:extLst xmlns:a="http://schemas.openxmlformats.org/drawingml/2006/main">
              <a:ext uri="{FF2B5EF4-FFF2-40B4-BE49-F238E27FC236}">
                <a16:creationId xmlns:a16="http://schemas.microsoft.com/office/drawing/2014/main" id="{6909B2B9-8881-4705-8B4C-5FB1703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3516" y="4511591"/>
            <a:ext cx="694042" cy="434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SSM</a:t>
            </a:r>
          </a:p>
        </p:txBody>
      </p:sp>
      <p:sp>
        <p:nvSpPr>
          <p:cNvPr id="405" name="text-395 &amp;">
            <a:extLst xmlns:a="http://schemas.openxmlformats.org/drawingml/2006/main">
              <a:ext uri="{FF2B5EF4-FFF2-40B4-BE49-F238E27FC236}">
                <a16:creationId xmlns:a16="http://schemas.microsoft.com/office/drawing/2014/main" id="{2BA9359A-BF80-436B-989F-815B0476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9500" y="4511390"/>
            <a:ext cx="314605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&amp;</a:t>
            </a:r>
          </a:p>
        </p:txBody>
      </p:sp>
      <p:sp>
        <p:nvSpPr>
          <p:cNvPr id="406" name="text-395 PMA">
            <a:extLst xmlns:a="http://schemas.openxmlformats.org/drawingml/2006/main">
              <a:ext uri="{FF2B5EF4-FFF2-40B4-BE49-F238E27FC236}">
                <a16:creationId xmlns:a16="http://schemas.microsoft.com/office/drawing/2014/main" id="{641C6B0F-D7F7-4E6B-9F35-58D78E21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5925" y="4511277"/>
            <a:ext cx="763275" cy="435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PMA</a:t>
            </a:r>
          </a:p>
        </p:txBody>
      </p:sp>
      <p:sp>
        <p:nvSpPr>
          <p:cNvPr id="407" name="text-396 Fusion">
            <a:extLst xmlns:a="http://schemas.openxmlformats.org/drawingml/2006/main">
              <a:ext uri="{FF2B5EF4-FFF2-40B4-BE49-F238E27FC236}">
                <a16:creationId xmlns:a16="http://schemas.microsoft.com/office/drawing/2014/main" id="{0B199FA5-165F-4E4C-9267-94CE5726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4831" y="4884125"/>
            <a:ext cx="953224" cy="43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408" name="path-397">
            <a:extLst xmlns:a="http://schemas.openxmlformats.org/drawingml/2006/main">
              <a:ext uri="{FF2B5EF4-FFF2-40B4-BE49-F238E27FC236}">
                <a16:creationId xmlns:a16="http://schemas.microsoft.com/office/drawing/2014/main" id="{6F038286-E3CC-4746-AAB2-F6C23910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84" y="3777791"/>
            <a:ext cx="69011" cy="982638"/>
          </a:xfrm>
          <a:custGeom xmlns:a="http://schemas.openxmlformats.org/drawingml/2006/main">
            <a:pathLst>
              <a:path w="50356" h="717019">
                <a:moveTo>
                  <a:pt x="50356" y="75333"/>
                </a:moveTo>
                <a:lnTo>
                  <a:pt x="25178" y="75534"/>
                </a:lnTo>
                <a:lnTo>
                  <a:pt x="0" y="75735"/>
                </a:lnTo>
                <a:lnTo>
                  <a:pt x="24587" y="0"/>
                </a:lnTo>
                <a:lnTo>
                  <a:pt x="50356" y="75333"/>
                </a:lnTo>
                <a:moveTo>
                  <a:pt x="20811" y="717019"/>
                </a:moveTo>
                <a:lnTo>
                  <a:pt x="15448" y="37843"/>
                </a:lnTo>
                <a:lnTo>
                  <a:pt x="34331" y="37691"/>
                </a:lnTo>
                <a:lnTo>
                  <a:pt x="39694" y="716868"/>
                </a:lnTo>
                <a:lnTo>
                  <a:pt x="20811" y="717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98">
            <a:extLst xmlns:a="http://schemas.openxmlformats.org/drawingml/2006/main">
              <a:ext uri="{FF2B5EF4-FFF2-40B4-BE49-F238E27FC236}">
                <a16:creationId xmlns:a16="http://schemas.microsoft.com/office/drawing/2014/main" id="{CEB90733-ECCF-48FB-9B53-34C2E0AE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674" y="5102790"/>
            <a:ext cx="69011" cy="736686"/>
          </a:xfrm>
          <a:custGeom xmlns:a="http://schemas.openxmlformats.org/drawingml/2006/main">
            <a:pathLst>
              <a:path w="50356" h="537550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537550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537550"/>
                </a:lnTo>
                <a:lnTo>
                  <a:pt x="34620" y="5375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3508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3" name="path-1">
            <a:extLst xmlns:a="http://schemas.openxmlformats.org/drawingml/2006/main">
              <a:ext uri="{FF2B5EF4-FFF2-40B4-BE49-F238E27FC236}">
                <a16:creationId xmlns:a16="http://schemas.microsoft.com/office/drawing/2014/main" id="{B3137431-9978-47D5-88A5-DA22C94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87" y="0"/>
            <a:ext cx="15489851" cy="10287000"/>
          </a:xfrm>
          <a:custGeom xmlns:a="http://schemas.openxmlformats.org/drawingml/2006/main">
            <a:pathLst>
              <a:path w="12836497" h="8524875">
                <a:moveTo>
                  <a:pt x="0" y="8524875"/>
                </a:moveTo>
                <a:lnTo>
                  <a:pt x="12836497" y="8524875"/>
                </a:lnTo>
                <a:lnTo>
                  <a:pt x="12836497" y="0"/>
                </a:lnTo>
                <a:lnTo>
                  <a:pt x="0" y="0"/>
                </a:lnTo>
                <a:lnTo>
                  <a:pt x="0" y="8524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 ...">
            <a:extLst xmlns:a="http://schemas.openxmlformats.org/drawingml/2006/main">
              <a:ext uri="{FF2B5EF4-FFF2-40B4-BE49-F238E27FC236}">
                <a16:creationId xmlns:a16="http://schemas.microsoft.com/office/drawing/2014/main" id="{65C956AA-02AB-4D1F-97CA-596D64C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69558">
            <a:off x="10230759" y="8012553"/>
            <a:ext cx="450204" cy="677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8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F11166E6-14B4-47BD-80E2-5B618E95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547" y="2830523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7993D55C-F854-4F18-B506-59CD700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01" y="2800477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A9D52CA1-1D72-4157-83A9-8203DB7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547" y="3156399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B196E128-89D2-45DE-90BA-C8FE6F2B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01" y="3128375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5A0705CE-EE92-49D1-81DE-8B6E1C00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547" y="3485741"/>
            <a:ext cx="308543" cy="325877"/>
          </a:xfrm>
          <a:custGeom xmlns:a="http://schemas.openxmlformats.org/drawingml/2006/main">
            <a:pathLst>
              <a:path w="255691" h="270055">
                <a:moveTo>
                  <a:pt x="0" y="0"/>
                </a:moveTo>
                <a:lnTo>
                  <a:pt x="0" y="270055"/>
                </a:lnTo>
                <a:lnTo>
                  <a:pt x="255691" y="270055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63800BEE-E69A-46A9-ACCC-A45DB8C1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01" y="3456274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49B5A154-6263-4660-B29E-05844685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547" y="3811618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980524CB-5C79-4D28-BBEA-639D3612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01" y="3784172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EBAABF18-0366-4F68-AE15-C8C5AB01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547" y="4140960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3A865B70-1715-4427-A9F8-90B44F9F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01" y="4112070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4283F-6AE0-4FD6-A385-D4DD5D220D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8626173204bd2"/>
          <a:stretch xmlns:a="http://schemas.openxmlformats.org/drawingml/2006/main"/>
        </p:blipFill>
        <p:spPr>
          <a:xfrm xmlns:a="http://schemas.openxmlformats.org/drawingml/2006/main">
            <a:off x="6992244" y="2793226"/>
            <a:ext cx="643315" cy="1892102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B4138-B99E-420D-BE75-13A077E624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dd0d57450491c"/>
          <a:stretch xmlns:a="http://schemas.openxmlformats.org/drawingml/2006/main"/>
        </p:blipFill>
        <p:spPr>
          <a:xfrm xmlns:a="http://schemas.openxmlformats.org/drawingml/2006/main">
            <a:off x="9360641" y="3885257"/>
            <a:ext cx="770104" cy="798627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1C7F8-47EF-4D94-895A-566EB758C3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fd66a934c4031"/>
          <a:stretch xmlns:a="http://schemas.openxmlformats.org/drawingml/2006/main"/>
        </p:blipFill>
        <p:spPr>
          <a:xfrm xmlns:a="http://schemas.openxmlformats.org/drawingml/2006/main">
            <a:off x="11741712" y="2793226"/>
            <a:ext cx="643315" cy="1892102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BD309-CF45-438E-A8BA-5C541E352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db5b85c434cc5"/>
          <a:stretch xmlns:a="http://schemas.openxmlformats.org/drawingml/2006/main"/>
        </p:blipFill>
        <p:spPr>
          <a:xfrm xmlns:a="http://schemas.openxmlformats.org/drawingml/2006/main">
            <a:off x="9424757" y="1701196"/>
            <a:ext cx="643315" cy="1892102"/>
          </a:xfrm>
          <a:prstGeom xmlns:a="http://schemas.openxmlformats.org/drawingml/2006/main" prst="rect">
            <a:avLst/>
          </a:prstGeom>
        </p:spPr>
      </p:pic>
      <p:sp>
        <p:nvSpPr>
          <p:cNvPr id="17" name="text-17 𝑿">
            <a:extLst xmlns:a="http://schemas.openxmlformats.org/drawingml/2006/main">
              <a:ext uri="{FF2B5EF4-FFF2-40B4-BE49-F238E27FC236}">
                <a16:creationId xmlns:a16="http://schemas.microsoft.com/office/drawing/2014/main" id="{EE7B5549-B31A-403D-B1A6-94D01041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9376" y="2108563"/>
            <a:ext cx="453652" cy="728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𝑿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24B88-6BCF-425E-B710-C0A05D84F0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84b7ab6e54452"/>
          <a:stretch xmlns:a="http://schemas.openxmlformats.org/drawingml/2006/main"/>
        </p:blipFill>
        <p:spPr>
          <a:xfrm xmlns:a="http://schemas.openxmlformats.org/drawingml/2006/main">
            <a:off x="5015249" y="4593056"/>
            <a:ext cx="2281795" cy="1192972"/>
          </a:xfrm>
          <a:prstGeom xmlns:a="http://schemas.openxmlformats.org/drawingml/2006/main" prst="rect">
            <a:avLst/>
          </a:prstGeom>
        </p:spPr>
      </p:pic>
      <p:sp>
        <p:nvSpPr>
          <p:cNvPr id="19" name="text-19 Linear">
            <a:extLst xmlns:a="http://schemas.openxmlformats.org/drawingml/2006/main">
              <a:ext uri="{FF2B5EF4-FFF2-40B4-BE49-F238E27FC236}">
                <a16:creationId xmlns:a16="http://schemas.microsoft.com/office/drawing/2014/main" id="{90D4A45F-3BB0-4022-990F-94A97575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1187" y="4691668"/>
            <a:ext cx="969600" cy="486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20" name="text-20 Projection">
            <a:extLst xmlns:a="http://schemas.openxmlformats.org/drawingml/2006/main">
              <a:ext uri="{FF2B5EF4-FFF2-40B4-BE49-F238E27FC236}">
                <a16:creationId xmlns:a16="http://schemas.microsoft.com/office/drawing/2014/main" id="{6B79351F-A764-4FE7-B861-07EB853D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180" y="5108064"/>
            <a:ext cx="1489660" cy="486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Projection</a:t>
            </a:r>
          </a:p>
        </p:txBody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E2A9DD43-A244-45DE-9412-E7C78F6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767" y="4471025"/>
            <a:ext cx="758354" cy="715020"/>
          </a:xfrm>
          <a:custGeom xmlns:a="http://schemas.openxmlformats.org/drawingml/2006/main">
            <a:pathLst>
              <a:path w="628451" h="592540">
                <a:moveTo>
                  <a:pt x="484805" y="496776"/>
                </a:moveTo>
                <a:lnTo>
                  <a:pt x="484805" y="544658"/>
                </a:lnTo>
                <a:lnTo>
                  <a:pt x="484805" y="592540"/>
                </a:lnTo>
                <a:lnTo>
                  <a:pt x="628451" y="544658"/>
                </a:lnTo>
                <a:lnTo>
                  <a:pt x="484805" y="496776"/>
                </a:lnTo>
                <a:moveTo>
                  <a:pt x="0" y="0"/>
                </a:moveTo>
                <a:lnTo>
                  <a:pt x="0" y="562613"/>
                </a:lnTo>
                <a:lnTo>
                  <a:pt x="556628" y="562613"/>
                </a:lnTo>
                <a:lnTo>
                  <a:pt x="556628" y="526702"/>
                </a:lnTo>
                <a:lnTo>
                  <a:pt x="17956" y="526702"/>
                </a:lnTo>
                <a:lnTo>
                  <a:pt x="35911" y="544658"/>
                </a:lnTo>
                <a:lnTo>
                  <a:pt x="3591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80116611-E13D-4770-8C6F-C8F0845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344" y="4470302"/>
            <a:ext cx="226785" cy="680354"/>
          </a:xfrm>
          <a:custGeom xmlns:a="http://schemas.openxmlformats.org/drawingml/2006/main">
            <a:pathLst>
              <a:path w="187937" h="563812">
                <a:moveTo>
                  <a:pt x="92174" y="143646"/>
                </a:moveTo>
                <a:lnTo>
                  <a:pt x="140055" y="143646"/>
                </a:lnTo>
                <a:lnTo>
                  <a:pt x="187937" y="143646"/>
                </a:lnTo>
                <a:lnTo>
                  <a:pt x="140055" y="0"/>
                </a:lnTo>
                <a:lnTo>
                  <a:pt x="92174" y="143646"/>
                </a:lnTo>
                <a:moveTo>
                  <a:pt x="0" y="563812"/>
                </a:moveTo>
                <a:lnTo>
                  <a:pt x="158010" y="563812"/>
                </a:lnTo>
                <a:lnTo>
                  <a:pt x="158010" y="71823"/>
                </a:lnTo>
                <a:lnTo>
                  <a:pt x="122099" y="71823"/>
                </a:lnTo>
                <a:lnTo>
                  <a:pt x="122099" y="545856"/>
                </a:lnTo>
                <a:lnTo>
                  <a:pt x="140055" y="527900"/>
                </a:lnTo>
                <a:lnTo>
                  <a:pt x="0" y="527900"/>
                </a:lnTo>
                <a:lnTo>
                  <a:pt x="0" y="5638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4DA4FAEE-09B8-4660-A0F9-C8366BF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344" y="4468858"/>
            <a:ext cx="2657853" cy="681798"/>
          </a:xfrm>
          <a:custGeom xmlns:a="http://schemas.openxmlformats.org/drawingml/2006/main">
            <a:pathLst>
              <a:path w="2202572" h="565009">
                <a:moveTo>
                  <a:pt x="2106809" y="143647"/>
                </a:moveTo>
                <a:lnTo>
                  <a:pt x="2154691" y="143647"/>
                </a:lnTo>
                <a:lnTo>
                  <a:pt x="2202572" y="143647"/>
                </a:lnTo>
                <a:lnTo>
                  <a:pt x="2154691" y="0"/>
                </a:lnTo>
                <a:lnTo>
                  <a:pt x="2106809" y="143647"/>
                </a:lnTo>
                <a:moveTo>
                  <a:pt x="0" y="565009"/>
                </a:moveTo>
                <a:lnTo>
                  <a:pt x="2172647" y="565009"/>
                </a:lnTo>
                <a:lnTo>
                  <a:pt x="2172647" y="71823"/>
                </a:lnTo>
                <a:lnTo>
                  <a:pt x="2136736" y="71823"/>
                </a:lnTo>
                <a:lnTo>
                  <a:pt x="2136736" y="547053"/>
                </a:lnTo>
                <a:lnTo>
                  <a:pt x="2154691" y="529097"/>
                </a:lnTo>
                <a:lnTo>
                  <a:pt x="0" y="529097"/>
                </a:lnTo>
                <a:lnTo>
                  <a:pt x="0" y="565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0A138B8F-9778-4EA7-9B9F-0EBE077C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344" y="4470302"/>
            <a:ext cx="4976253" cy="680354"/>
          </a:xfrm>
          <a:custGeom xmlns:a="http://schemas.openxmlformats.org/drawingml/2006/main">
            <a:pathLst>
              <a:path w="4123839" h="563812">
                <a:moveTo>
                  <a:pt x="4028074" y="143646"/>
                </a:moveTo>
                <a:lnTo>
                  <a:pt x="4075957" y="143646"/>
                </a:lnTo>
                <a:lnTo>
                  <a:pt x="4123839" y="143646"/>
                </a:lnTo>
                <a:lnTo>
                  <a:pt x="4075957" y="0"/>
                </a:lnTo>
                <a:lnTo>
                  <a:pt x="4028074" y="143646"/>
                </a:lnTo>
                <a:moveTo>
                  <a:pt x="0" y="563812"/>
                </a:moveTo>
                <a:lnTo>
                  <a:pt x="4093912" y="563812"/>
                </a:lnTo>
                <a:lnTo>
                  <a:pt x="4093912" y="71823"/>
                </a:lnTo>
                <a:lnTo>
                  <a:pt x="4058001" y="71823"/>
                </a:lnTo>
                <a:lnTo>
                  <a:pt x="4058001" y="545856"/>
                </a:lnTo>
                <a:lnTo>
                  <a:pt x="4075957" y="527900"/>
                </a:lnTo>
                <a:lnTo>
                  <a:pt x="0" y="527900"/>
                </a:lnTo>
                <a:lnTo>
                  <a:pt x="0" y="5638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7CDD8113-6A67-498A-BED6-61413F46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083" y="3378271"/>
            <a:ext cx="115560" cy="599461"/>
          </a:xfrm>
          <a:custGeom xmlns:a="http://schemas.openxmlformats.org/drawingml/2006/main">
            <a:pathLst>
              <a:path w="95765" h="496776">
                <a:moveTo>
                  <a:pt x="0" y="143646"/>
                </a:moveTo>
                <a:lnTo>
                  <a:pt x="47883" y="143646"/>
                </a:lnTo>
                <a:lnTo>
                  <a:pt x="95765" y="143646"/>
                </a:lnTo>
                <a:lnTo>
                  <a:pt x="47883" y="0"/>
                </a:lnTo>
                <a:lnTo>
                  <a:pt x="0" y="143646"/>
                </a:lnTo>
                <a:moveTo>
                  <a:pt x="65838" y="496776"/>
                </a:moveTo>
                <a:lnTo>
                  <a:pt x="65838" y="389041"/>
                </a:lnTo>
                <a:lnTo>
                  <a:pt x="29927" y="389041"/>
                </a:lnTo>
                <a:lnTo>
                  <a:pt x="29927" y="496776"/>
                </a:lnTo>
                <a:lnTo>
                  <a:pt x="65838" y="496776"/>
                </a:lnTo>
                <a:moveTo>
                  <a:pt x="65838" y="353130"/>
                </a:moveTo>
                <a:lnTo>
                  <a:pt x="65838" y="245396"/>
                </a:lnTo>
                <a:lnTo>
                  <a:pt x="29927" y="245396"/>
                </a:lnTo>
                <a:lnTo>
                  <a:pt x="29927" y="353130"/>
                </a:lnTo>
                <a:lnTo>
                  <a:pt x="65838" y="353130"/>
                </a:lnTo>
                <a:moveTo>
                  <a:pt x="65838" y="209484"/>
                </a:moveTo>
                <a:lnTo>
                  <a:pt x="65838" y="101749"/>
                </a:lnTo>
                <a:lnTo>
                  <a:pt x="29927" y="101749"/>
                </a:lnTo>
                <a:lnTo>
                  <a:pt x="29927" y="209484"/>
                </a:lnTo>
                <a:lnTo>
                  <a:pt x="65838" y="2094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B7957646-EF1B-457D-BC52-22FC7F0C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353" y="4179961"/>
            <a:ext cx="1965946" cy="115559"/>
          </a:xfrm>
          <a:custGeom xmlns:a="http://schemas.openxmlformats.org/drawingml/2006/main">
            <a:pathLst>
              <a:path w="1629186" h="95764">
                <a:moveTo>
                  <a:pt x="143648" y="0"/>
                </a:moveTo>
                <a:lnTo>
                  <a:pt x="143648" y="47883"/>
                </a:lnTo>
                <a:lnTo>
                  <a:pt x="143648" y="95764"/>
                </a:lnTo>
                <a:lnTo>
                  <a:pt x="0" y="47883"/>
                </a:lnTo>
                <a:lnTo>
                  <a:pt x="143648" y="0"/>
                </a:lnTo>
                <a:moveTo>
                  <a:pt x="1629186" y="65838"/>
                </a:moveTo>
                <a:lnTo>
                  <a:pt x="1521452" y="65838"/>
                </a:lnTo>
                <a:lnTo>
                  <a:pt x="1521452" y="29927"/>
                </a:lnTo>
                <a:lnTo>
                  <a:pt x="1629186" y="29927"/>
                </a:lnTo>
                <a:lnTo>
                  <a:pt x="1629186" y="65838"/>
                </a:lnTo>
                <a:moveTo>
                  <a:pt x="1485541" y="65838"/>
                </a:moveTo>
                <a:lnTo>
                  <a:pt x="1377806" y="65838"/>
                </a:lnTo>
                <a:lnTo>
                  <a:pt x="1377806" y="29927"/>
                </a:lnTo>
                <a:lnTo>
                  <a:pt x="1485541" y="29927"/>
                </a:lnTo>
                <a:lnTo>
                  <a:pt x="1485541" y="65838"/>
                </a:lnTo>
                <a:moveTo>
                  <a:pt x="1341895" y="65838"/>
                </a:moveTo>
                <a:lnTo>
                  <a:pt x="1234160" y="65838"/>
                </a:lnTo>
                <a:lnTo>
                  <a:pt x="1234160" y="29927"/>
                </a:lnTo>
                <a:lnTo>
                  <a:pt x="1341895" y="29927"/>
                </a:lnTo>
                <a:lnTo>
                  <a:pt x="1341895" y="65838"/>
                </a:lnTo>
                <a:moveTo>
                  <a:pt x="1198249" y="65838"/>
                </a:moveTo>
                <a:lnTo>
                  <a:pt x="1090513" y="65838"/>
                </a:lnTo>
                <a:lnTo>
                  <a:pt x="1090513" y="29927"/>
                </a:lnTo>
                <a:lnTo>
                  <a:pt x="1198249" y="29927"/>
                </a:lnTo>
                <a:lnTo>
                  <a:pt x="1198249" y="65838"/>
                </a:lnTo>
                <a:moveTo>
                  <a:pt x="1054601" y="65838"/>
                </a:moveTo>
                <a:lnTo>
                  <a:pt x="946867" y="65838"/>
                </a:lnTo>
                <a:lnTo>
                  <a:pt x="946867" y="29927"/>
                </a:lnTo>
                <a:lnTo>
                  <a:pt x="1054601" y="29927"/>
                </a:lnTo>
                <a:lnTo>
                  <a:pt x="1054601" y="65838"/>
                </a:lnTo>
                <a:moveTo>
                  <a:pt x="910955" y="65838"/>
                </a:moveTo>
                <a:lnTo>
                  <a:pt x="803221" y="65838"/>
                </a:lnTo>
                <a:lnTo>
                  <a:pt x="803221" y="29927"/>
                </a:lnTo>
                <a:lnTo>
                  <a:pt x="910955" y="29927"/>
                </a:lnTo>
                <a:lnTo>
                  <a:pt x="910955" y="65838"/>
                </a:lnTo>
                <a:moveTo>
                  <a:pt x="767309" y="65838"/>
                </a:moveTo>
                <a:lnTo>
                  <a:pt x="659575" y="65838"/>
                </a:lnTo>
                <a:lnTo>
                  <a:pt x="659575" y="29927"/>
                </a:lnTo>
                <a:lnTo>
                  <a:pt x="767309" y="29927"/>
                </a:lnTo>
                <a:lnTo>
                  <a:pt x="767309" y="65838"/>
                </a:lnTo>
                <a:moveTo>
                  <a:pt x="623664" y="65838"/>
                </a:moveTo>
                <a:lnTo>
                  <a:pt x="515929" y="65838"/>
                </a:lnTo>
                <a:lnTo>
                  <a:pt x="515929" y="29927"/>
                </a:lnTo>
                <a:lnTo>
                  <a:pt x="623664" y="29927"/>
                </a:lnTo>
                <a:lnTo>
                  <a:pt x="623664" y="65838"/>
                </a:lnTo>
                <a:moveTo>
                  <a:pt x="480018" y="65838"/>
                </a:moveTo>
                <a:lnTo>
                  <a:pt x="372283" y="65838"/>
                </a:lnTo>
                <a:lnTo>
                  <a:pt x="372283" y="29927"/>
                </a:lnTo>
                <a:lnTo>
                  <a:pt x="480018" y="29927"/>
                </a:lnTo>
                <a:lnTo>
                  <a:pt x="480018" y="65838"/>
                </a:lnTo>
                <a:moveTo>
                  <a:pt x="336372" y="65838"/>
                </a:moveTo>
                <a:lnTo>
                  <a:pt x="228637" y="65838"/>
                </a:lnTo>
                <a:lnTo>
                  <a:pt x="228637" y="29927"/>
                </a:lnTo>
                <a:lnTo>
                  <a:pt x="336372" y="29927"/>
                </a:lnTo>
                <a:lnTo>
                  <a:pt x="336372" y="65838"/>
                </a:lnTo>
                <a:moveTo>
                  <a:pt x="192726" y="65838"/>
                </a:moveTo>
                <a:lnTo>
                  <a:pt x="84992" y="65838"/>
                </a:lnTo>
                <a:lnTo>
                  <a:pt x="84992" y="29927"/>
                </a:lnTo>
                <a:lnTo>
                  <a:pt x="192726" y="29927"/>
                </a:lnTo>
                <a:lnTo>
                  <a:pt x="192726" y="658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0DA36694-9DAF-4487-92F6-ECBE464D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073" y="3592056"/>
            <a:ext cx="1721827" cy="115558"/>
          </a:xfrm>
          <a:custGeom xmlns:a="http://schemas.openxmlformats.org/drawingml/2006/main">
            <a:pathLst>
              <a:path w="1426885" h="95763">
                <a:moveTo>
                  <a:pt x="1283239" y="95763"/>
                </a:moveTo>
                <a:lnTo>
                  <a:pt x="1283239" y="47882"/>
                </a:lnTo>
                <a:lnTo>
                  <a:pt x="1283239" y="0"/>
                </a:lnTo>
                <a:lnTo>
                  <a:pt x="1426885" y="47882"/>
                </a:lnTo>
                <a:lnTo>
                  <a:pt x="1283239" y="95763"/>
                </a:lnTo>
                <a:moveTo>
                  <a:pt x="0" y="29926"/>
                </a:moveTo>
                <a:lnTo>
                  <a:pt x="1355062" y="29926"/>
                </a:lnTo>
                <a:lnTo>
                  <a:pt x="1355062" y="65837"/>
                </a:lnTo>
                <a:lnTo>
                  <a:pt x="0" y="65837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C81D31">
              <a:alpha val="9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8 Discretize">
            <a:extLst xmlns:a="http://schemas.openxmlformats.org/drawingml/2006/main">
              <a:ext uri="{FF2B5EF4-FFF2-40B4-BE49-F238E27FC236}">
                <a16:creationId xmlns:a16="http://schemas.microsoft.com/office/drawing/2014/main" id="{A9C3F6B0-A4CF-44C6-BA67-553F7A91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9808" y="3702603"/>
            <a:ext cx="1470207" cy="486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Discretize</a:t>
            </a:r>
          </a:p>
        </p:txBody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CAF93A36-EC4F-4171-9956-9AA86300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457" y="6162084"/>
            <a:ext cx="1709115" cy="1785384"/>
          </a:xfrm>
          <a:custGeom xmlns:a="http://schemas.openxmlformats.org/drawingml/2006/main">
            <a:pathLst>
              <a:path w="1416350" h="1479554">
                <a:moveTo>
                  <a:pt x="0" y="0"/>
                </a:moveTo>
                <a:lnTo>
                  <a:pt x="0" y="1479554"/>
                </a:lnTo>
                <a:lnTo>
                  <a:pt x="1416350" y="1479554"/>
                </a:lnTo>
                <a:lnTo>
                  <a:pt x="14163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7D424301-4CCF-4F46-A1DB-4AD3DC41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501" y="6138683"/>
            <a:ext cx="1752161" cy="1831609"/>
          </a:xfrm>
          <a:custGeom xmlns:a="http://schemas.openxmlformats.org/drawingml/2006/main">
            <a:pathLst>
              <a:path w="1452023" h="1517861">
                <a:moveTo>
                  <a:pt x="1452023" y="0"/>
                </a:moveTo>
                <a:lnTo>
                  <a:pt x="1452023" y="1517861"/>
                </a:lnTo>
                <a:lnTo>
                  <a:pt x="0" y="1517861"/>
                </a:lnTo>
                <a:lnTo>
                  <a:pt x="0" y="0"/>
                </a:lnTo>
                <a:lnTo>
                  <a:pt x="1452023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1499905"/>
                </a:lnTo>
                <a:lnTo>
                  <a:pt x="17956" y="1481949"/>
                </a:lnTo>
                <a:lnTo>
                  <a:pt x="1434067" y="1481949"/>
                </a:lnTo>
                <a:lnTo>
                  <a:pt x="1416111" y="1499905"/>
                </a:lnTo>
                <a:lnTo>
                  <a:pt x="1416111" y="17956"/>
                </a:lnTo>
                <a:lnTo>
                  <a:pt x="1434067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BAB0B243-CE6E-4A2A-AB54-2CA2BCBF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457" y="6162084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50405E43-864D-4EB6-A9C0-730D6C8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501" y="6140128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093B6E5C-E1DA-46DB-888D-8BEC9BE2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457" y="6612764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80282DF4-4755-45FF-B6F5-AC2BC2A0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501" y="6592252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927B530E-32FE-429C-857C-C1234593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457" y="7063443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E5CF1AE7-F0A3-4B1B-A38F-A36ED4C1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501" y="7041487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6E04DCC7-A136-444F-B0B3-C31DF3EF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457" y="7514123"/>
            <a:ext cx="426412" cy="447213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AC4F39B8-F06D-4667-B7C4-A205BCD5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501" y="7490721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75724F26-9FCC-43BC-B4AD-3965D3C6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868" y="6162084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9683745F-019D-425C-8BB7-571A00FB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693" y="6140128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BD427CB2-DD16-4B5E-83A5-3C00F5F4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868" y="6612764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2BA29E0A-3350-4D6E-A227-367E7ABD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693" y="6592252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6ED79FCA-F41E-4E55-91E6-CD727D06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868" y="7063443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18E71704-6BC1-4F91-9C6D-3AA4C916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693" y="7041487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1ADD85AD-A0AA-41C1-A8E5-F40FCFD4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868" y="7514123"/>
            <a:ext cx="426412" cy="447213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0F0879B5-097E-4675-BB03-7FB36BA6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693" y="7490721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2F2EC757-9ADF-4D3D-AD40-E9BCC88B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80" y="6162084"/>
            <a:ext cx="429880" cy="450680"/>
          </a:xfrm>
          <a:custGeom xmlns:a="http://schemas.openxmlformats.org/drawingml/2006/main">
            <a:pathLst>
              <a:path w="356243" h="373480">
                <a:moveTo>
                  <a:pt x="0" y="0"/>
                </a:moveTo>
                <a:lnTo>
                  <a:pt x="0" y="373480"/>
                </a:lnTo>
                <a:lnTo>
                  <a:pt x="356243" y="373480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B2167401-7C4E-467F-951F-E7892C47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914" y="6140128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B0A8D9DB-0B44-44B6-A483-81FD09AD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80" y="6612764"/>
            <a:ext cx="429880" cy="450680"/>
          </a:xfrm>
          <a:custGeom xmlns:a="http://schemas.openxmlformats.org/drawingml/2006/main">
            <a:pathLst>
              <a:path w="356243" h="373480">
                <a:moveTo>
                  <a:pt x="0" y="0"/>
                </a:moveTo>
                <a:lnTo>
                  <a:pt x="0" y="373480"/>
                </a:lnTo>
                <a:lnTo>
                  <a:pt x="356243" y="373480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DFC65522-4387-4044-B07A-7859E83D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914" y="6592252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21BB15C2-5143-4E57-8F44-D3B7090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80" y="7063443"/>
            <a:ext cx="429880" cy="450680"/>
          </a:xfrm>
          <a:custGeom xmlns:a="http://schemas.openxmlformats.org/drawingml/2006/main">
            <a:pathLst>
              <a:path w="356243" h="373480">
                <a:moveTo>
                  <a:pt x="0" y="0"/>
                </a:moveTo>
                <a:lnTo>
                  <a:pt x="0" y="373480"/>
                </a:lnTo>
                <a:lnTo>
                  <a:pt x="356243" y="373480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3E481AD1-7F8F-462B-8867-E713398F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914" y="7041487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9ED97C6D-B834-438F-B7CD-D42D210C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80" y="7514123"/>
            <a:ext cx="429880" cy="447213"/>
          </a:xfrm>
          <a:custGeom xmlns:a="http://schemas.openxmlformats.org/drawingml/2006/main">
            <a:pathLst>
              <a:path w="356243" h="370607">
                <a:moveTo>
                  <a:pt x="0" y="0"/>
                </a:moveTo>
                <a:lnTo>
                  <a:pt x="0" y="370607"/>
                </a:lnTo>
                <a:lnTo>
                  <a:pt x="356243" y="370607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0F026AFD-2507-4FFF-8BD0-AA3B62FD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914" y="7490721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B1985AC6-F437-4B43-A51A-672576BD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160" y="6162084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DD8EE590-5DB6-4265-89FE-B3EAB313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35" y="6140128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BCBD8E27-3DA5-4FF9-BE54-7DF99C04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160" y="6612764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578D1CDC-7854-4A60-B79F-542B4072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35" y="6592252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FF47BA99-CD3D-4020-8F8A-D8645B12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160" y="7063443"/>
            <a:ext cx="426412" cy="450680"/>
          </a:xfrm>
          <a:custGeom xmlns:a="http://schemas.openxmlformats.org/drawingml/2006/main">
            <a:pathLst>
              <a:path w="353369" h="373480">
                <a:moveTo>
                  <a:pt x="0" y="0"/>
                </a:moveTo>
                <a:lnTo>
                  <a:pt x="0" y="373480"/>
                </a:lnTo>
                <a:lnTo>
                  <a:pt x="353369" y="373480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D6F3A9D1-067F-422C-9C2C-148846B8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35" y="7041487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39A13DEB-D66B-4EBE-90C2-AB2F40CB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160" y="7514123"/>
            <a:ext cx="426412" cy="447213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2C5A1204-B51F-439D-B4F5-6DC2D91E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35" y="7490721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A68C1991-16BD-4B94-A476-79C6F7E8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80" y="6404757"/>
            <a:ext cx="1709115" cy="1788851"/>
          </a:xfrm>
          <a:custGeom xmlns:a="http://schemas.openxmlformats.org/drawingml/2006/main">
            <a:pathLst>
              <a:path w="1416350" h="1482428">
                <a:moveTo>
                  <a:pt x="0" y="0"/>
                </a:moveTo>
                <a:lnTo>
                  <a:pt x="0" y="1482428"/>
                </a:lnTo>
                <a:lnTo>
                  <a:pt x="1416350" y="1482428"/>
                </a:lnTo>
                <a:lnTo>
                  <a:pt x="14163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897BF337-2547-44C2-BE0C-AB40D731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602" y="6384246"/>
            <a:ext cx="1752161" cy="1831607"/>
          </a:xfrm>
          <a:custGeom xmlns:a="http://schemas.openxmlformats.org/drawingml/2006/main">
            <a:pathLst>
              <a:path w="1452023" h="1517859">
                <a:moveTo>
                  <a:pt x="1452023" y="0"/>
                </a:moveTo>
                <a:lnTo>
                  <a:pt x="1452023" y="1517859"/>
                </a:lnTo>
                <a:lnTo>
                  <a:pt x="0" y="1517859"/>
                </a:lnTo>
                <a:lnTo>
                  <a:pt x="0" y="0"/>
                </a:lnTo>
                <a:lnTo>
                  <a:pt x="1452023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1499903"/>
                </a:lnTo>
                <a:lnTo>
                  <a:pt x="17956" y="1481948"/>
                </a:lnTo>
                <a:lnTo>
                  <a:pt x="1434067" y="1481948"/>
                </a:lnTo>
                <a:lnTo>
                  <a:pt x="1416111" y="1499903"/>
                </a:lnTo>
                <a:lnTo>
                  <a:pt x="1416111" y="17956"/>
                </a:lnTo>
                <a:lnTo>
                  <a:pt x="1434067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7559C9F7-100F-478A-876F-9C2A9C7A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80" y="6408225"/>
            <a:ext cx="426412" cy="447212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C3D9DC87-44F3-4EF4-B783-3E6677BC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602" y="6385690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8FD1728A-3906-473C-A537-F9926F89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80" y="6858903"/>
            <a:ext cx="426412" cy="4506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93AE710C-2DF1-4ADA-8700-FE5A58FE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602" y="6837813"/>
            <a:ext cx="470556" cy="492570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93190A8A-6E36-49D4-B63D-56928AE6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80" y="7309582"/>
            <a:ext cx="426412" cy="447213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CC989F9F-3C75-4192-B113-2E396D0C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602" y="7287049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255F09A3-7B42-4C98-B24A-B379F0CA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80" y="7756796"/>
            <a:ext cx="426412" cy="4506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E3050E43-7B89-4315-8389-744C2042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602" y="7736284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6ED30356-1A61-4FFD-9863-D45D647E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392" y="6408225"/>
            <a:ext cx="429880" cy="447212"/>
          </a:xfrm>
          <a:custGeom xmlns:a="http://schemas.openxmlformats.org/drawingml/2006/main">
            <a:pathLst>
              <a:path w="356243" h="370607">
                <a:moveTo>
                  <a:pt x="0" y="0"/>
                </a:moveTo>
                <a:lnTo>
                  <a:pt x="0" y="370607"/>
                </a:lnTo>
                <a:lnTo>
                  <a:pt x="356243" y="370607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56B35E3C-59AE-4671-9EEB-FE78D13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794" y="6385690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E8A3A7D5-67CF-4715-957F-15235118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392" y="6858903"/>
            <a:ext cx="429880" cy="450679"/>
          </a:xfrm>
          <a:custGeom xmlns:a="http://schemas.openxmlformats.org/drawingml/2006/main">
            <a:pathLst>
              <a:path w="356243" h="373479">
                <a:moveTo>
                  <a:pt x="0" y="0"/>
                </a:moveTo>
                <a:lnTo>
                  <a:pt x="0" y="373479"/>
                </a:lnTo>
                <a:lnTo>
                  <a:pt x="356243" y="373479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1FA5C8F4-8FE1-495B-A961-6A87244B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794" y="6837813"/>
            <a:ext cx="470556" cy="492570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48AD6B59-235F-4676-B3A3-523F68A3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392" y="7309582"/>
            <a:ext cx="429880" cy="447213"/>
          </a:xfrm>
          <a:custGeom xmlns:a="http://schemas.openxmlformats.org/drawingml/2006/main">
            <a:pathLst>
              <a:path w="356243" h="370607">
                <a:moveTo>
                  <a:pt x="0" y="0"/>
                </a:moveTo>
                <a:lnTo>
                  <a:pt x="0" y="370607"/>
                </a:lnTo>
                <a:lnTo>
                  <a:pt x="356243" y="370607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F70CC138-DFB4-499D-9752-4C0FC433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794" y="7287049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AD451C2D-9D49-40F8-AA21-0110E10F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392" y="7756796"/>
            <a:ext cx="429880" cy="450679"/>
          </a:xfrm>
          <a:custGeom xmlns:a="http://schemas.openxmlformats.org/drawingml/2006/main">
            <a:pathLst>
              <a:path w="356243" h="373479">
                <a:moveTo>
                  <a:pt x="0" y="0"/>
                </a:moveTo>
                <a:lnTo>
                  <a:pt x="0" y="373479"/>
                </a:lnTo>
                <a:lnTo>
                  <a:pt x="356243" y="373479"/>
                </a:lnTo>
                <a:lnTo>
                  <a:pt x="356243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DFF030A2-13F0-4F1F-90FF-6AFF7C27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794" y="7736284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1CB0FBCD-EC4B-468A-8F1F-91F2F50C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272" y="6408225"/>
            <a:ext cx="426412" cy="447212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540B2FC5-07D9-4035-9A4A-4BDC1165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015" y="6385690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804B99CB-F1F4-4898-B032-B69A6418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272" y="6858903"/>
            <a:ext cx="426412" cy="4506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FDC33B2E-E5DC-449F-9787-A1EA732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015" y="6837813"/>
            <a:ext cx="470556" cy="492570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C38088E5-9BEA-45E2-8444-B7986905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272" y="7309582"/>
            <a:ext cx="426412" cy="447213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47C55034-DEC8-4AC2-9F83-9A29E18A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015" y="7287049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54E73166-A0EC-4721-8CC0-D9B1AAD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272" y="7756796"/>
            <a:ext cx="426412" cy="4506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095C93ED-E33B-41F6-A68A-40179C8F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015" y="7736284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061A8FCE-58CC-42F3-A30D-577C0A2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684" y="6408225"/>
            <a:ext cx="426412" cy="447212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94F3780F-6D54-4A4C-A8DC-43282FA0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207" y="6385690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5F26DDF2-935F-44D7-9F43-B2FC05D2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684" y="6858903"/>
            <a:ext cx="426412" cy="4506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7985A4F1-4ABD-4CFB-8372-D458B4A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207" y="6837813"/>
            <a:ext cx="470556" cy="492570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B021D123-E2CE-4862-A452-34AB9BCB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684" y="7309582"/>
            <a:ext cx="426412" cy="447213"/>
          </a:xfrm>
          <a:custGeom xmlns:a="http://schemas.openxmlformats.org/drawingml/2006/main">
            <a:pathLst>
              <a:path w="353369" h="370607">
                <a:moveTo>
                  <a:pt x="0" y="0"/>
                </a:moveTo>
                <a:lnTo>
                  <a:pt x="0" y="370607"/>
                </a:lnTo>
                <a:lnTo>
                  <a:pt x="353369" y="370607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F305D94E-28CE-4F61-B379-F8165CED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207" y="7287049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EDCD2BBE-D854-4220-A75E-6FF70944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684" y="7756796"/>
            <a:ext cx="426412" cy="450679"/>
          </a:xfrm>
          <a:custGeom xmlns:a="http://schemas.openxmlformats.org/drawingml/2006/main">
            <a:pathLst>
              <a:path w="353369" h="373479">
                <a:moveTo>
                  <a:pt x="0" y="0"/>
                </a:moveTo>
                <a:lnTo>
                  <a:pt x="0" y="373479"/>
                </a:lnTo>
                <a:lnTo>
                  <a:pt x="353369" y="373479"/>
                </a:lnTo>
                <a:lnTo>
                  <a:pt x="35336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A1D9D40C-AA4F-42FF-993E-8FB4ADBA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207" y="7736284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34225809-6367-4F7E-BE6D-F4ECA22A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097" y="6716765"/>
            <a:ext cx="1709115" cy="1788851"/>
          </a:xfrm>
          <a:custGeom xmlns:a="http://schemas.openxmlformats.org/drawingml/2006/main">
            <a:pathLst>
              <a:path w="1416350" h="1482428">
                <a:moveTo>
                  <a:pt x="0" y="0"/>
                </a:moveTo>
                <a:lnTo>
                  <a:pt x="0" y="1482428"/>
                </a:lnTo>
                <a:lnTo>
                  <a:pt x="1416350" y="1482428"/>
                </a:lnTo>
                <a:lnTo>
                  <a:pt x="14163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EEEABFF1-3D98-433F-8CD3-E2CEA3FB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39" y="6696255"/>
            <a:ext cx="1752161" cy="1831607"/>
          </a:xfrm>
          <a:custGeom xmlns:a="http://schemas.openxmlformats.org/drawingml/2006/main">
            <a:pathLst>
              <a:path w="1452023" h="1517859">
                <a:moveTo>
                  <a:pt x="1452023" y="0"/>
                </a:moveTo>
                <a:lnTo>
                  <a:pt x="1452023" y="1517859"/>
                </a:lnTo>
                <a:lnTo>
                  <a:pt x="0" y="1517859"/>
                </a:lnTo>
                <a:lnTo>
                  <a:pt x="0" y="0"/>
                </a:lnTo>
                <a:lnTo>
                  <a:pt x="1452023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1499903"/>
                </a:lnTo>
                <a:lnTo>
                  <a:pt x="17956" y="1481948"/>
                </a:lnTo>
                <a:lnTo>
                  <a:pt x="1434067" y="1481948"/>
                </a:lnTo>
                <a:lnTo>
                  <a:pt x="1416111" y="1499903"/>
                </a:lnTo>
                <a:lnTo>
                  <a:pt x="1416111" y="17956"/>
                </a:lnTo>
                <a:lnTo>
                  <a:pt x="1434067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F8044DC7-B26E-4B2C-A844-5F9CED6D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097" y="6720233"/>
            <a:ext cx="426410" cy="447212"/>
          </a:xfrm>
          <a:custGeom xmlns:a="http://schemas.openxmlformats.org/drawingml/2006/main">
            <a:pathLst>
              <a:path w="353367" h="370607">
                <a:moveTo>
                  <a:pt x="0" y="0"/>
                </a:moveTo>
                <a:lnTo>
                  <a:pt x="0" y="370607"/>
                </a:lnTo>
                <a:lnTo>
                  <a:pt x="353367" y="370607"/>
                </a:lnTo>
                <a:lnTo>
                  <a:pt x="353367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CE0D30DB-641A-4D34-A91F-5D408BF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39" y="6697699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0465F3DC-4E98-496F-AFC3-7F91D6F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097" y="7170912"/>
            <a:ext cx="426410" cy="450680"/>
          </a:xfrm>
          <a:custGeom xmlns:a="http://schemas.openxmlformats.org/drawingml/2006/main">
            <a:pathLst>
              <a:path w="353367" h="373480">
                <a:moveTo>
                  <a:pt x="0" y="0"/>
                </a:moveTo>
                <a:lnTo>
                  <a:pt x="0" y="373480"/>
                </a:lnTo>
                <a:lnTo>
                  <a:pt x="353367" y="373480"/>
                </a:lnTo>
                <a:lnTo>
                  <a:pt x="353367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EC8AA98C-1D7B-4CAD-A614-5F2A3654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39" y="7149823"/>
            <a:ext cx="470556" cy="492569"/>
          </a:xfrm>
          <a:custGeom xmlns:a="http://schemas.openxmlformats.org/drawingml/2006/main">
            <a:pathLst>
              <a:path w="389951" h="408194">
                <a:moveTo>
                  <a:pt x="389951" y="0"/>
                </a:moveTo>
                <a:lnTo>
                  <a:pt x="389951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FA81A795-3A65-4323-8973-991B7107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097" y="7621592"/>
            <a:ext cx="426410" cy="447213"/>
          </a:xfrm>
          <a:custGeom xmlns:a="http://schemas.openxmlformats.org/drawingml/2006/main">
            <a:pathLst>
              <a:path w="353367" h="370607">
                <a:moveTo>
                  <a:pt x="0" y="0"/>
                </a:moveTo>
                <a:lnTo>
                  <a:pt x="0" y="370607"/>
                </a:lnTo>
                <a:lnTo>
                  <a:pt x="353367" y="370607"/>
                </a:lnTo>
                <a:lnTo>
                  <a:pt x="353367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C548B694-2B47-4CB7-AC09-80D9394A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39" y="7599058"/>
            <a:ext cx="470556" cy="492570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96" y="372282"/>
                </a:lnTo>
                <a:lnTo>
                  <a:pt x="354040" y="390238"/>
                </a:lnTo>
                <a:lnTo>
                  <a:pt x="354040" y="17956"/>
                </a:lnTo>
                <a:lnTo>
                  <a:pt x="371996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055DCF93-9754-43E2-895E-44B6CD78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097" y="8068804"/>
            <a:ext cx="426410" cy="450679"/>
          </a:xfrm>
          <a:custGeom xmlns:a="http://schemas.openxmlformats.org/drawingml/2006/main">
            <a:pathLst>
              <a:path w="353367" h="373479">
                <a:moveTo>
                  <a:pt x="0" y="0"/>
                </a:moveTo>
                <a:lnTo>
                  <a:pt x="0" y="373479"/>
                </a:lnTo>
                <a:lnTo>
                  <a:pt x="353367" y="373479"/>
                </a:lnTo>
                <a:lnTo>
                  <a:pt x="353367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FFEEAA8A-4BCD-417F-BDC2-52B26572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39" y="8048292"/>
            <a:ext cx="470556" cy="492570"/>
          </a:xfrm>
          <a:custGeom xmlns:a="http://schemas.openxmlformats.org/drawingml/2006/main">
            <a:pathLst>
              <a:path w="389951" h="408195">
                <a:moveTo>
                  <a:pt x="389951" y="0"/>
                </a:moveTo>
                <a:lnTo>
                  <a:pt x="389951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51" y="0"/>
                </a:lnTo>
                <a:moveTo>
                  <a:pt x="17956" y="35912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96" y="372283"/>
                </a:lnTo>
                <a:lnTo>
                  <a:pt x="354040" y="390239"/>
                </a:lnTo>
                <a:lnTo>
                  <a:pt x="354040" y="17956"/>
                </a:lnTo>
                <a:lnTo>
                  <a:pt x="371996" y="35912"/>
                </a:lnTo>
                <a:lnTo>
                  <a:pt x="17956" y="359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1DC9EA66-3C97-4C5D-9830-B5C85BD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507" y="6720233"/>
            <a:ext cx="426414" cy="447212"/>
          </a:xfrm>
          <a:custGeom xmlns:a="http://schemas.openxmlformats.org/drawingml/2006/main">
            <a:pathLst>
              <a:path w="353371" h="370607">
                <a:moveTo>
                  <a:pt x="0" y="0"/>
                </a:moveTo>
                <a:lnTo>
                  <a:pt x="0" y="370607"/>
                </a:lnTo>
                <a:lnTo>
                  <a:pt x="353371" y="370607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06BE574D-C2B2-45B5-A06A-E112A0AF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361" y="6697699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987A744B-F854-4FF8-AE7B-1C4FCF4F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507" y="7170912"/>
            <a:ext cx="426414" cy="450680"/>
          </a:xfrm>
          <a:custGeom xmlns:a="http://schemas.openxmlformats.org/drawingml/2006/main">
            <a:pathLst>
              <a:path w="353371" h="373480">
                <a:moveTo>
                  <a:pt x="0" y="0"/>
                </a:moveTo>
                <a:lnTo>
                  <a:pt x="0" y="373480"/>
                </a:lnTo>
                <a:lnTo>
                  <a:pt x="353371" y="373480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4C9F7EFB-7243-4333-BC51-B859DA8E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361" y="7149823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64AFB832-1105-4F4F-8022-04F3F0BB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507" y="7621592"/>
            <a:ext cx="426414" cy="447213"/>
          </a:xfrm>
          <a:custGeom xmlns:a="http://schemas.openxmlformats.org/drawingml/2006/main">
            <a:pathLst>
              <a:path w="353371" h="370607">
                <a:moveTo>
                  <a:pt x="0" y="0"/>
                </a:moveTo>
                <a:lnTo>
                  <a:pt x="0" y="370607"/>
                </a:lnTo>
                <a:lnTo>
                  <a:pt x="353371" y="370607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5E057F8D-6351-4468-9303-5E923C23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361" y="7599058"/>
            <a:ext cx="470527" cy="492570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16848B1F-B8B9-4E96-AFFA-A901B578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507" y="8068804"/>
            <a:ext cx="426414" cy="450679"/>
          </a:xfrm>
          <a:custGeom xmlns:a="http://schemas.openxmlformats.org/drawingml/2006/main">
            <a:pathLst>
              <a:path w="353371" h="373479">
                <a:moveTo>
                  <a:pt x="0" y="0"/>
                </a:moveTo>
                <a:lnTo>
                  <a:pt x="0" y="373479"/>
                </a:lnTo>
                <a:lnTo>
                  <a:pt x="353371" y="373479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9C312587-4D1B-407B-8C70-1385EFF5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361" y="8048292"/>
            <a:ext cx="470527" cy="492570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2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71" y="372283"/>
                </a:lnTo>
                <a:lnTo>
                  <a:pt x="354016" y="390239"/>
                </a:lnTo>
                <a:lnTo>
                  <a:pt x="354016" y="17956"/>
                </a:lnTo>
                <a:lnTo>
                  <a:pt x="371971" y="35912"/>
                </a:lnTo>
                <a:lnTo>
                  <a:pt x="17956" y="359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905C40B5-DBD7-444C-9438-5F9168C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921" y="6720233"/>
            <a:ext cx="429877" cy="447212"/>
          </a:xfrm>
          <a:custGeom xmlns:a="http://schemas.openxmlformats.org/drawingml/2006/main">
            <a:pathLst>
              <a:path w="356241" h="370607">
                <a:moveTo>
                  <a:pt x="0" y="0"/>
                </a:moveTo>
                <a:lnTo>
                  <a:pt x="0" y="370607"/>
                </a:lnTo>
                <a:lnTo>
                  <a:pt x="356241" y="370607"/>
                </a:lnTo>
                <a:lnTo>
                  <a:pt x="356241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F34801B0-F863-4C34-8AD2-6B50BD21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53" y="6697699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A4DF0D60-3369-4FC6-896B-35F702EF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921" y="7170912"/>
            <a:ext cx="429877" cy="450680"/>
          </a:xfrm>
          <a:custGeom xmlns:a="http://schemas.openxmlformats.org/drawingml/2006/main">
            <a:pathLst>
              <a:path w="356241" h="373480">
                <a:moveTo>
                  <a:pt x="0" y="0"/>
                </a:moveTo>
                <a:lnTo>
                  <a:pt x="0" y="373480"/>
                </a:lnTo>
                <a:lnTo>
                  <a:pt x="356241" y="373480"/>
                </a:lnTo>
                <a:lnTo>
                  <a:pt x="356241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6BD5357E-73F1-4395-A628-DFC4DCA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53" y="7149823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70926958-39D4-4F96-9584-D793BCE0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921" y="7621592"/>
            <a:ext cx="429877" cy="447213"/>
          </a:xfrm>
          <a:custGeom xmlns:a="http://schemas.openxmlformats.org/drawingml/2006/main">
            <a:pathLst>
              <a:path w="356241" h="370607">
                <a:moveTo>
                  <a:pt x="0" y="0"/>
                </a:moveTo>
                <a:lnTo>
                  <a:pt x="0" y="370607"/>
                </a:lnTo>
                <a:lnTo>
                  <a:pt x="356241" y="370607"/>
                </a:lnTo>
                <a:lnTo>
                  <a:pt x="35624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F08357C5-770A-4F21-AECB-52F3517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53" y="7599058"/>
            <a:ext cx="470527" cy="492570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DC7D3E4E-591B-427D-BD61-E910581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921" y="8068804"/>
            <a:ext cx="429877" cy="450679"/>
          </a:xfrm>
          <a:custGeom xmlns:a="http://schemas.openxmlformats.org/drawingml/2006/main">
            <a:pathLst>
              <a:path w="356241" h="373479">
                <a:moveTo>
                  <a:pt x="0" y="0"/>
                </a:moveTo>
                <a:lnTo>
                  <a:pt x="0" y="373479"/>
                </a:lnTo>
                <a:lnTo>
                  <a:pt x="356241" y="373479"/>
                </a:lnTo>
                <a:lnTo>
                  <a:pt x="35624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99FC74C9-F911-4E8E-A909-7779188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53" y="8048292"/>
            <a:ext cx="470527" cy="492570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2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71" y="372283"/>
                </a:lnTo>
                <a:lnTo>
                  <a:pt x="354016" y="390239"/>
                </a:lnTo>
                <a:lnTo>
                  <a:pt x="354016" y="17956"/>
                </a:lnTo>
                <a:lnTo>
                  <a:pt x="371971" y="35912"/>
                </a:lnTo>
                <a:lnTo>
                  <a:pt x="17956" y="359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5BE5ABE0-F77F-4E04-88EE-592FE130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799" y="6720233"/>
            <a:ext cx="426414" cy="447212"/>
          </a:xfrm>
          <a:custGeom xmlns:a="http://schemas.openxmlformats.org/drawingml/2006/main">
            <a:pathLst>
              <a:path w="353371" h="370607">
                <a:moveTo>
                  <a:pt x="0" y="0"/>
                </a:moveTo>
                <a:lnTo>
                  <a:pt x="0" y="370607"/>
                </a:lnTo>
                <a:lnTo>
                  <a:pt x="353371" y="370607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8C1D9C5A-4A8D-46A3-A2E9-3DA68C83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74" y="6697699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44DB8817-CAF3-4C03-9612-CE36F891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799" y="7170912"/>
            <a:ext cx="426414" cy="450680"/>
          </a:xfrm>
          <a:custGeom xmlns:a="http://schemas.openxmlformats.org/drawingml/2006/main">
            <a:pathLst>
              <a:path w="353371" h="373480">
                <a:moveTo>
                  <a:pt x="0" y="0"/>
                </a:moveTo>
                <a:lnTo>
                  <a:pt x="0" y="373480"/>
                </a:lnTo>
                <a:lnTo>
                  <a:pt x="353371" y="373480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9488C17A-CAD8-4A04-A1F8-27A2057D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74" y="7149823"/>
            <a:ext cx="470527" cy="492569"/>
          </a:xfrm>
          <a:custGeom xmlns:a="http://schemas.openxmlformats.org/drawingml/2006/main">
            <a:pathLst>
              <a:path w="389927" h="408194">
                <a:moveTo>
                  <a:pt x="389927" y="0"/>
                </a:moveTo>
                <a:lnTo>
                  <a:pt x="389927" y="408194"/>
                </a:lnTo>
                <a:lnTo>
                  <a:pt x="0" y="408194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C3FF0969-F39C-4B90-8647-86383F8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799" y="7621592"/>
            <a:ext cx="426414" cy="447213"/>
          </a:xfrm>
          <a:custGeom xmlns:a="http://schemas.openxmlformats.org/drawingml/2006/main">
            <a:pathLst>
              <a:path w="353371" h="370607">
                <a:moveTo>
                  <a:pt x="0" y="0"/>
                </a:moveTo>
                <a:lnTo>
                  <a:pt x="0" y="370607"/>
                </a:lnTo>
                <a:lnTo>
                  <a:pt x="353371" y="370607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7E76ABB1-CC6E-47D5-BFB6-A7395E30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74" y="7599058"/>
            <a:ext cx="470527" cy="492570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1"/>
                </a:moveTo>
                <a:lnTo>
                  <a:pt x="35911" y="17956"/>
                </a:lnTo>
                <a:lnTo>
                  <a:pt x="35911" y="390238"/>
                </a:lnTo>
                <a:lnTo>
                  <a:pt x="17956" y="372282"/>
                </a:lnTo>
                <a:lnTo>
                  <a:pt x="371971" y="372282"/>
                </a:lnTo>
                <a:lnTo>
                  <a:pt x="354016" y="390238"/>
                </a:lnTo>
                <a:lnTo>
                  <a:pt x="354016" y="17956"/>
                </a:lnTo>
                <a:lnTo>
                  <a:pt x="371971" y="35911"/>
                </a:lnTo>
                <a:lnTo>
                  <a:pt x="17956" y="3591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6BF5B6D9-EF1E-418C-85BF-01D16975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799" y="8068804"/>
            <a:ext cx="426414" cy="450679"/>
          </a:xfrm>
          <a:custGeom xmlns:a="http://schemas.openxmlformats.org/drawingml/2006/main">
            <a:pathLst>
              <a:path w="353371" h="373479">
                <a:moveTo>
                  <a:pt x="0" y="0"/>
                </a:moveTo>
                <a:lnTo>
                  <a:pt x="0" y="373479"/>
                </a:lnTo>
                <a:lnTo>
                  <a:pt x="353371" y="373479"/>
                </a:lnTo>
                <a:lnTo>
                  <a:pt x="353371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CEEEA206-3913-4DF2-A639-87012F49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74" y="8048292"/>
            <a:ext cx="470527" cy="492570"/>
          </a:xfrm>
          <a:custGeom xmlns:a="http://schemas.openxmlformats.org/drawingml/2006/main">
            <a:pathLst>
              <a:path w="389927" h="408195">
                <a:moveTo>
                  <a:pt x="389927" y="0"/>
                </a:moveTo>
                <a:lnTo>
                  <a:pt x="389927" y="408195"/>
                </a:lnTo>
                <a:lnTo>
                  <a:pt x="0" y="408195"/>
                </a:lnTo>
                <a:lnTo>
                  <a:pt x="0" y="0"/>
                </a:lnTo>
                <a:lnTo>
                  <a:pt x="389927" y="0"/>
                </a:lnTo>
                <a:moveTo>
                  <a:pt x="17956" y="35912"/>
                </a:moveTo>
                <a:lnTo>
                  <a:pt x="35911" y="17956"/>
                </a:lnTo>
                <a:lnTo>
                  <a:pt x="35911" y="390239"/>
                </a:lnTo>
                <a:lnTo>
                  <a:pt x="17956" y="372283"/>
                </a:lnTo>
                <a:lnTo>
                  <a:pt x="371971" y="372283"/>
                </a:lnTo>
                <a:lnTo>
                  <a:pt x="354016" y="390239"/>
                </a:lnTo>
                <a:lnTo>
                  <a:pt x="354016" y="17956"/>
                </a:lnTo>
                <a:lnTo>
                  <a:pt x="371971" y="35912"/>
                </a:lnTo>
                <a:lnTo>
                  <a:pt x="17956" y="359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C6963749-3E0D-4378-A0DB-31B8129C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627" y="7535501"/>
            <a:ext cx="2441182" cy="115558"/>
          </a:xfrm>
          <a:custGeom xmlns:a="http://schemas.openxmlformats.org/drawingml/2006/main">
            <a:pathLst>
              <a:path w="2023017" h="95763">
                <a:moveTo>
                  <a:pt x="1879369" y="95763"/>
                </a:moveTo>
                <a:lnTo>
                  <a:pt x="1879369" y="47881"/>
                </a:lnTo>
                <a:lnTo>
                  <a:pt x="1879369" y="0"/>
                </a:lnTo>
                <a:lnTo>
                  <a:pt x="2023017" y="47881"/>
                </a:lnTo>
                <a:lnTo>
                  <a:pt x="1879369" y="95763"/>
                </a:lnTo>
                <a:moveTo>
                  <a:pt x="0" y="29925"/>
                </a:moveTo>
                <a:lnTo>
                  <a:pt x="1951194" y="29925"/>
                </a:lnTo>
                <a:lnTo>
                  <a:pt x="1951194" y="65837"/>
                </a:lnTo>
                <a:lnTo>
                  <a:pt x="0" y="65837"/>
                </a:lnTo>
                <a:lnTo>
                  <a:pt x="0" y="299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ext-132 Enhanced">
            <a:extLst xmlns:a="http://schemas.openxmlformats.org/drawingml/2006/main">
              <a:ext uri="{FF2B5EF4-FFF2-40B4-BE49-F238E27FC236}">
                <a16:creationId xmlns:a16="http://schemas.microsoft.com/office/drawing/2014/main" id="{BD33222C-0AA5-4D83-9921-C93B1F5F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3531" y="7029214"/>
            <a:ext cx="1431903" cy="486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Enhanced</a:t>
            </a:r>
          </a:p>
        </p:txBody>
      </p:sp>
      <p:sp>
        <p:nvSpPr>
          <p:cNvPr id="133" name="text-133 Multi-head">
            <a:extLst xmlns:a="http://schemas.openxmlformats.org/drawingml/2006/main">
              <a:ext uri="{FF2B5EF4-FFF2-40B4-BE49-F238E27FC236}">
                <a16:creationId xmlns:a16="http://schemas.microsoft.com/office/drawing/2014/main" id="{9054590C-0408-4959-889A-2AE71630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8642" y="7703939"/>
            <a:ext cx="1605214" cy="486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Multi-head</a:t>
            </a:r>
          </a:p>
        </p:txBody>
      </p:sp>
      <p:sp>
        <p:nvSpPr>
          <p:cNvPr id="134" name="text-134 Attention">
            <a:extLst xmlns:a="http://schemas.openxmlformats.org/drawingml/2006/main">
              <a:ext uri="{FF2B5EF4-FFF2-40B4-BE49-F238E27FC236}">
                <a16:creationId xmlns:a16="http://schemas.microsoft.com/office/drawing/2014/main" id="{FAC69180-C831-411D-8C1F-C050E98E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200" y="8119911"/>
            <a:ext cx="1374103" cy="486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</p:txBody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B8D5BB9-4ECD-4BDD-A915-5BA99AF44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cd030455047e4"/>
          <a:stretch xmlns:a="http://schemas.openxmlformats.org/drawingml/2006/main"/>
        </p:blipFill>
        <p:spPr>
          <a:xfrm xmlns:a="http://schemas.openxmlformats.org/drawingml/2006/main">
            <a:off x="11741712" y="6735227"/>
            <a:ext cx="643315" cy="1892102"/>
          </a:xfrm>
          <a:prstGeom xmlns:a="http://schemas.openxmlformats.org/drawingml/2006/main" prst="rect">
            <a:avLst/>
          </a:prstGeom>
        </p:spPr>
      </p:pic>
      <p:sp>
        <p:nvSpPr>
          <p:cNvPr id="136" name="text-136 𝑽">
            <a:extLst xmlns:a="http://schemas.openxmlformats.org/drawingml/2006/main">
              <a:ext uri="{FF2B5EF4-FFF2-40B4-BE49-F238E27FC236}">
                <a16:creationId xmlns:a16="http://schemas.microsoft.com/office/drawing/2014/main" id="{ED62DB34-B4CF-4BDC-B7B5-F59E0802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2479" y="6031822"/>
            <a:ext cx="431048" cy="727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𝑽</a:t>
            </a:r>
          </a:p>
        </p:txBody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AB3A5C38-E92E-4690-83C6-211AE1E3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734" y="8409414"/>
            <a:ext cx="6916196" cy="566238"/>
          </a:xfrm>
          <a:custGeom xmlns:a="http://schemas.openxmlformats.org/drawingml/2006/main">
            <a:pathLst>
              <a:path w="5731477" h="469243">
                <a:moveTo>
                  <a:pt x="5635712" y="149631"/>
                </a:moveTo>
                <a:lnTo>
                  <a:pt x="5683594" y="149631"/>
                </a:lnTo>
                <a:lnTo>
                  <a:pt x="5731477" y="149631"/>
                </a:lnTo>
                <a:lnTo>
                  <a:pt x="5683594" y="5986"/>
                </a:lnTo>
                <a:lnTo>
                  <a:pt x="5635712" y="149631"/>
                </a:lnTo>
                <a:moveTo>
                  <a:pt x="0" y="0"/>
                </a:moveTo>
                <a:lnTo>
                  <a:pt x="0" y="469243"/>
                </a:lnTo>
                <a:lnTo>
                  <a:pt x="5701550" y="469243"/>
                </a:lnTo>
                <a:lnTo>
                  <a:pt x="5701550" y="77808"/>
                </a:lnTo>
                <a:lnTo>
                  <a:pt x="5665639" y="77808"/>
                </a:lnTo>
                <a:lnTo>
                  <a:pt x="5665639" y="451288"/>
                </a:lnTo>
                <a:lnTo>
                  <a:pt x="5683594" y="433332"/>
                </a:lnTo>
                <a:lnTo>
                  <a:pt x="17956" y="433332"/>
                </a:lnTo>
                <a:lnTo>
                  <a:pt x="35911" y="451288"/>
                </a:lnTo>
                <a:lnTo>
                  <a:pt x="3591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C0E9BADB-2320-4AC8-959E-795B6E0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885" y="7515278"/>
            <a:ext cx="1320259" cy="115559"/>
          </a:xfrm>
          <a:custGeom xmlns:a="http://schemas.openxmlformats.org/drawingml/2006/main">
            <a:pathLst>
              <a:path w="1094104" h="95764">
                <a:moveTo>
                  <a:pt x="950458" y="95764"/>
                </a:moveTo>
                <a:lnTo>
                  <a:pt x="950458" y="47882"/>
                </a:lnTo>
                <a:lnTo>
                  <a:pt x="950458" y="0"/>
                </a:lnTo>
                <a:lnTo>
                  <a:pt x="1094104" y="47882"/>
                </a:lnTo>
                <a:lnTo>
                  <a:pt x="950458" y="95764"/>
                </a:lnTo>
                <a:moveTo>
                  <a:pt x="0" y="29926"/>
                </a:moveTo>
                <a:lnTo>
                  <a:pt x="1022281" y="29926"/>
                </a:lnTo>
                <a:lnTo>
                  <a:pt x="1022281" y="65837"/>
                </a:lnTo>
                <a:lnTo>
                  <a:pt x="0" y="65837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0A700F0-57E7-41F4-AA22-A7395EE508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1fadb569e4410"/>
          <a:stretch xmlns:a="http://schemas.openxmlformats.org/drawingml/2006/main"/>
        </p:blipFill>
        <p:spPr>
          <a:xfrm xmlns:a="http://schemas.openxmlformats.org/drawingml/2006/main">
            <a:off x="8511842" y="1701196"/>
            <a:ext cx="643315" cy="1892102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9CE0D5C-1AE5-46F5-B417-BADD95653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5514265f342d8"/>
          <a:stretch xmlns:a="http://schemas.openxmlformats.org/drawingml/2006/main"/>
        </p:blipFill>
        <p:spPr>
          <a:xfrm xmlns:a="http://schemas.openxmlformats.org/drawingml/2006/main">
            <a:off x="10329005" y="1704084"/>
            <a:ext cx="643315" cy="1892102"/>
          </a:xfrm>
          <a:prstGeom xmlns:a="http://schemas.openxmlformats.org/drawingml/2006/main" prst="rect">
            <a:avLst/>
          </a:prstGeom>
        </p:spPr>
      </p:pic>
      <p:sp>
        <p:nvSpPr>
          <p:cNvPr id="141" name="path-141">
            <a:extLst xmlns:a="http://schemas.openxmlformats.org/drawingml/2006/main">
              <a:ext uri="{FF2B5EF4-FFF2-40B4-BE49-F238E27FC236}">
                <a16:creationId xmlns:a16="http://schemas.microsoft.com/office/drawing/2014/main" id="{31417C39-CA94-4B69-934D-8E68CA4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181" y="2538679"/>
            <a:ext cx="2093232" cy="1161713"/>
          </a:xfrm>
          <a:custGeom xmlns:a="http://schemas.openxmlformats.org/drawingml/2006/main">
            <a:pathLst>
              <a:path w="1734669" h="962716">
                <a:moveTo>
                  <a:pt x="1588582" y="0"/>
                </a:moveTo>
                <a:lnTo>
                  <a:pt x="1591238" y="47810"/>
                </a:lnTo>
                <a:lnTo>
                  <a:pt x="1593920" y="95620"/>
                </a:lnTo>
                <a:lnTo>
                  <a:pt x="1734669" y="39790"/>
                </a:lnTo>
                <a:lnTo>
                  <a:pt x="1588582" y="0"/>
                </a:lnTo>
                <a:moveTo>
                  <a:pt x="288" y="962716"/>
                </a:moveTo>
                <a:lnTo>
                  <a:pt x="20757" y="962549"/>
                </a:lnTo>
                <a:lnTo>
                  <a:pt x="41369" y="962045"/>
                </a:lnTo>
                <a:lnTo>
                  <a:pt x="61935" y="961231"/>
                </a:lnTo>
                <a:lnTo>
                  <a:pt x="82477" y="960082"/>
                </a:lnTo>
                <a:lnTo>
                  <a:pt x="102970" y="958622"/>
                </a:lnTo>
                <a:lnTo>
                  <a:pt x="123414" y="956850"/>
                </a:lnTo>
                <a:lnTo>
                  <a:pt x="143812" y="954791"/>
                </a:lnTo>
                <a:lnTo>
                  <a:pt x="164115" y="952422"/>
                </a:lnTo>
                <a:lnTo>
                  <a:pt x="184344" y="949764"/>
                </a:lnTo>
                <a:lnTo>
                  <a:pt x="204480" y="946795"/>
                </a:lnTo>
                <a:lnTo>
                  <a:pt x="224518" y="943563"/>
                </a:lnTo>
                <a:lnTo>
                  <a:pt x="244437" y="940043"/>
                </a:lnTo>
                <a:lnTo>
                  <a:pt x="264261" y="936261"/>
                </a:lnTo>
                <a:lnTo>
                  <a:pt x="283916" y="932215"/>
                </a:lnTo>
                <a:lnTo>
                  <a:pt x="303452" y="927906"/>
                </a:lnTo>
                <a:lnTo>
                  <a:pt x="322843" y="923333"/>
                </a:lnTo>
                <a:lnTo>
                  <a:pt x="342069" y="918496"/>
                </a:lnTo>
                <a:lnTo>
                  <a:pt x="361174" y="913397"/>
                </a:lnTo>
                <a:lnTo>
                  <a:pt x="398666" y="902552"/>
                </a:lnTo>
                <a:lnTo>
                  <a:pt x="435439" y="890773"/>
                </a:lnTo>
                <a:lnTo>
                  <a:pt x="471350" y="878084"/>
                </a:lnTo>
                <a:lnTo>
                  <a:pt x="506303" y="864558"/>
                </a:lnTo>
                <a:lnTo>
                  <a:pt x="540228" y="850217"/>
                </a:lnTo>
                <a:lnTo>
                  <a:pt x="573051" y="835110"/>
                </a:lnTo>
                <a:lnTo>
                  <a:pt x="604701" y="819285"/>
                </a:lnTo>
                <a:lnTo>
                  <a:pt x="635082" y="802742"/>
                </a:lnTo>
                <a:lnTo>
                  <a:pt x="664074" y="785600"/>
                </a:lnTo>
                <a:lnTo>
                  <a:pt x="678151" y="776718"/>
                </a:lnTo>
                <a:lnTo>
                  <a:pt x="691798" y="767740"/>
                </a:lnTo>
                <a:lnTo>
                  <a:pt x="705085" y="758595"/>
                </a:lnTo>
                <a:lnTo>
                  <a:pt x="717990" y="749329"/>
                </a:lnTo>
                <a:lnTo>
                  <a:pt x="730488" y="739921"/>
                </a:lnTo>
                <a:lnTo>
                  <a:pt x="742577" y="730369"/>
                </a:lnTo>
                <a:lnTo>
                  <a:pt x="754285" y="720672"/>
                </a:lnTo>
                <a:lnTo>
                  <a:pt x="765561" y="710856"/>
                </a:lnTo>
                <a:lnTo>
                  <a:pt x="776407" y="700921"/>
                </a:lnTo>
                <a:lnTo>
                  <a:pt x="786822" y="690866"/>
                </a:lnTo>
                <a:lnTo>
                  <a:pt x="796756" y="680690"/>
                </a:lnTo>
                <a:lnTo>
                  <a:pt x="806261" y="670396"/>
                </a:lnTo>
                <a:lnTo>
                  <a:pt x="815287" y="659982"/>
                </a:lnTo>
                <a:lnTo>
                  <a:pt x="823834" y="649448"/>
                </a:lnTo>
                <a:lnTo>
                  <a:pt x="831877" y="638818"/>
                </a:lnTo>
                <a:lnTo>
                  <a:pt x="839420" y="628092"/>
                </a:lnTo>
                <a:lnTo>
                  <a:pt x="846434" y="617247"/>
                </a:lnTo>
                <a:lnTo>
                  <a:pt x="852922" y="606306"/>
                </a:lnTo>
                <a:lnTo>
                  <a:pt x="858884" y="595269"/>
                </a:lnTo>
                <a:lnTo>
                  <a:pt x="864270" y="584137"/>
                </a:lnTo>
                <a:lnTo>
                  <a:pt x="869082" y="572908"/>
                </a:lnTo>
                <a:lnTo>
                  <a:pt x="873319" y="561585"/>
                </a:lnTo>
                <a:lnTo>
                  <a:pt x="876935" y="550188"/>
                </a:lnTo>
                <a:lnTo>
                  <a:pt x="879928" y="538721"/>
                </a:lnTo>
                <a:lnTo>
                  <a:pt x="882273" y="527181"/>
                </a:lnTo>
                <a:lnTo>
                  <a:pt x="883997" y="515570"/>
                </a:lnTo>
                <a:lnTo>
                  <a:pt x="885027" y="503934"/>
                </a:lnTo>
                <a:lnTo>
                  <a:pt x="885362" y="492802"/>
                </a:lnTo>
                <a:lnTo>
                  <a:pt x="885673" y="482196"/>
                </a:lnTo>
                <a:lnTo>
                  <a:pt x="885602" y="483249"/>
                </a:lnTo>
                <a:lnTo>
                  <a:pt x="886559" y="472667"/>
                </a:lnTo>
                <a:lnTo>
                  <a:pt x="886440" y="473673"/>
                </a:lnTo>
                <a:lnTo>
                  <a:pt x="887994" y="463091"/>
                </a:lnTo>
                <a:lnTo>
                  <a:pt x="887804" y="464073"/>
                </a:lnTo>
                <a:lnTo>
                  <a:pt x="889982" y="453514"/>
                </a:lnTo>
                <a:lnTo>
                  <a:pt x="889743" y="454448"/>
                </a:lnTo>
                <a:lnTo>
                  <a:pt x="892520" y="443890"/>
                </a:lnTo>
                <a:lnTo>
                  <a:pt x="892258" y="444800"/>
                </a:lnTo>
                <a:lnTo>
                  <a:pt x="895586" y="434266"/>
                </a:lnTo>
                <a:lnTo>
                  <a:pt x="895298" y="435104"/>
                </a:lnTo>
                <a:lnTo>
                  <a:pt x="899223" y="424618"/>
                </a:lnTo>
                <a:lnTo>
                  <a:pt x="898913" y="425408"/>
                </a:lnTo>
                <a:lnTo>
                  <a:pt x="903390" y="414946"/>
                </a:lnTo>
                <a:lnTo>
                  <a:pt x="903054" y="415687"/>
                </a:lnTo>
                <a:lnTo>
                  <a:pt x="908082" y="405274"/>
                </a:lnTo>
                <a:lnTo>
                  <a:pt x="907723" y="405968"/>
                </a:lnTo>
                <a:lnTo>
                  <a:pt x="913325" y="395602"/>
                </a:lnTo>
                <a:lnTo>
                  <a:pt x="912966" y="396248"/>
                </a:lnTo>
                <a:lnTo>
                  <a:pt x="919070" y="385929"/>
                </a:lnTo>
                <a:lnTo>
                  <a:pt x="918711" y="386527"/>
                </a:lnTo>
                <a:lnTo>
                  <a:pt x="925344" y="376257"/>
                </a:lnTo>
                <a:lnTo>
                  <a:pt x="924984" y="376831"/>
                </a:lnTo>
                <a:lnTo>
                  <a:pt x="932142" y="366632"/>
                </a:lnTo>
                <a:lnTo>
                  <a:pt x="931760" y="367136"/>
                </a:lnTo>
                <a:lnTo>
                  <a:pt x="939445" y="357008"/>
                </a:lnTo>
                <a:lnTo>
                  <a:pt x="939061" y="357487"/>
                </a:lnTo>
                <a:lnTo>
                  <a:pt x="947226" y="347431"/>
                </a:lnTo>
                <a:lnTo>
                  <a:pt x="946843" y="347863"/>
                </a:lnTo>
                <a:lnTo>
                  <a:pt x="955508" y="337880"/>
                </a:lnTo>
                <a:lnTo>
                  <a:pt x="955125" y="338310"/>
                </a:lnTo>
                <a:lnTo>
                  <a:pt x="964271" y="328399"/>
                </a:lnTo>
                <a:lnTo>
                  <a:pt x="963913" y="328781"/>
                </a:lnTo>
                <a:lnTo>
                  <a:pt x="973488" y="318966"/>
                </a:lnTo>
                <a:lnTo>
                  <a:pt x="973154" y="319325"/>
                </a:lnTo>
                <a:lnTo>
                  <a:pt x="983184" y="309605"/>
                </a:lnTo>
                <a:lnTo>
                  <a:pt x="982849" y="309940"/>
                </a:lnTo>
                <a:lnTo>
                  <a:pt x="993337" y="300316"/>
                </a:lnTo>
                <a:lnTo>
                  <a:pt x="993001" y="300627"/>
                </a:lnTo>
                <a:lnTo>
                  <a:pt x="1003942" y="291099"/>
                </a:lnTo>
                <a:lnTo>
                  <a:pt x="1003608" y="291386"/>
                </a:lnTo>
                <a:lnTo>
                  <a:pt x="1014955" y="281977"/>
                </a:lnTo>
                <a:lnTo>
                  <a:pt x="1014643" y="282240"/>
                </a:lnTo>
                <a:lnTo>
                  <a:pt x="1026421" y="272951"/>
                </a:lnTo>
                <a:lnTo>
                  <a:pt x="1026087" y="273191"/>
                </a:lnTo>
                <a:lnTo>
                  <a:pt x="1038273" y="264021"/>
                </a:lnTo>
                <a:lnTo>
                  <a:pt x="1037963" y="264261"/>
                </a:lnTo>
                <a:lnTo>
                  <a:pt x="1050554" y="255211"/>
                </a:lnTo>
                <a:lnTo>
                  <a:pt x="1050244" y="255426"/>
                </a:lnTo>
                <a:lnTo>
                  <a:pt x="1063196" y="246497"/>
                </a:lnTo>
                <a:lnTo>
                  <a:pt x="1062908" y="246712"/>
                </a:lnTo>
                <a:lnTo>
                  <a:pt x="1076243" y="237926"/>
                </a:lnTo>
                <a:lnTo>
                  <a:pt x="1075956" y="238117"/>
                </a:lnTo>
                <a:lnTo>
                  <a:pt x="1089674" y="229475"/>
                </a:lnTo>
                <a:lnTo>
                  <a:pt x="1089244" y="229738"/>
                </a:lnTo>
                <a:lnTo>
                  <a:pt x="1117734" y="212884"/>
                </a:lnTo>
                <a:lnTo>
                  <a:pt x="1117159" y="213195"/>
                </a:lnTo>
                <a:lnTo>
                  <a:pt x="1147013" y="196963"/>
                </a:lnTo>
                <a:lnTo>
                  <a:pt x="1146463" y="197250"/>
                </a:lnTo>
                <a:lnTo>
                  <a:pt x="1177562" y="181688"/>
                </a:lnTo>
                <a:lnTo>
                  <a:pt x="1177035" y="181927"/>
                </a:lnTo>
                <a:lnTo>
                  <a:pt x="1209355" y="167060"/>
                </a:lnTo>
                <a:lnTo>
                  <a:pt x="1208828" y="167300"/>
                </a:lnTo>
                <a:lnTo>
                  <a:pt x="1242251" y="153174"/>
                </a:lnTo>
                <a:lnTo>
                  <a:pt x="1241724" y="153390"/>
                </a:lnTo>
                <a:lnTo>
                  <a:pt x="1276174" y="140055"/>
                </a:lnTo>
                <a:lnTo>
                  <a:pt x="1275672" y="140246"/>
                </a:lnTo>
                <a:lnTo>
                  <a:pt x="1311081" y="127725"/>
                </a:lnTo>
                <a:lnTo>
                  <a:pt x="1310578" y="127893"/>
                </a:lnTo>
                <a:lnTo>
                  <a:pt x="1346850" y="116257"/>
                </a:lnTo>
                <a:lnTo>
                  <a:pt x="1346370" y="116425"/>
                </a:lnTo>
                <a:lnTo>
                  <a:pt x="1383430" y="105700"/>
                </a:lnTo>
                <a:lnTo>
                  <a:pt x="1383047" y="105795"/>
                </a:lnTo>
                <a:lnTo>
                  <a:pt x="1401864" y="100792"/>
                </a:lnTo>
                <a:lnTo>
                  <a:pt x="1401625" y="100863"/>
                </a:lnTo>
                <a:lnTo>
                  <a:pt x="1420586" y="96100"/>
                </a:lnTo>
                <a:lnTo>
                  <a:pt x="1420347" y="96147"/>
                </a:lnTo>
                <a:lnTo>
                  <a:pt x="1439476" y="91646"/>
                </a:lnTo>
                <a:lnTo>
                  <a:pt x="1439237" y="91694"/>
                </a:lnTo>
                <a:lnTo>
                  <a:pt x="1458510" y="87432"/>
                </a:lnTo>
                <a:lnTo>
                  <a:pt x="1458271" y="87480"/>
                </a:lnTo>
                <a:lnTo>
                  <a:pt x="1477688" y="83482"/>
                </a:lnTo>
                <a:lnTo>
                  <a:pt x="1477422" y="83530"/>
                </a:lnTo>
                <a:lnTo>
                  <a:pt x="1496983" y="79796"/>
                </a:lnTo>
                <a:lnTo>
                  <a:pt x="1496720" y="79843"/>
                </a:lnTo>
                <a:lnTo>
                  <a:pt x="1516400" y="76372"/>
                </a:lnTo>
                <a:lnTo>
                  <a:pt x="1516136" y="76419"/>
                </a:lnTo>
                <a:lnTo>
                  <a:pt x="1535910" y="73212"/>
                </a:lnTo>
                <a:lnTo>
                  <a:pt x="1535671" y="73260"/>
                </a:lnTo>
                <a:lnTo>
                  <a:pt x="1555542" y="70338"/>
                </a:lnTo>
                <a:lnTo>
                  <a:pt x="1555278" y="70387"/>
                </a:lnTo>
                <a:lnTo>
                  <a:pt x="1575245" y="67753"/>
                </a:lnTo>
                <a:lnTo>
                  <a:pt x="1574120" y="67873"/>
                </a:lnTo>
                <a:lnTo>
                  <a:pt x="1664186" y="61720"/>
                </a:lnTo>
                <a:lnTo>
                  <a:pt x="1661744" y="25880"/>
                </a:lnTo>
                <a:lnTo>
                  <a:pt x="1571128" y="32081"/>
                </a:lnTo>
                <a:lnTo>
                  <a:pt x="1550467" y="34786"/>
                </a:lnTo>
                <a:lnTo>
                  <a:pt x="1530333" y="37755"/>
                </a:lnTo>
                <a:lnTo>
                  <a:pt x="1510294" y="40987"/>
                </a:lnTo>
                <a:lnTo>
                  <a:pt x="1490374" y="44506"/>
                </a:lnTo>
                <a:lnTo>
                  <a:pt x="1470552" y="48289"/>
                </a:lnTo>
                <a:lnTo>
                  <a:pt x="1450896" y="52335"/>
                </a:lnTo>
                <a:lnTo>
                  <a:pt x="1431360" y="56645"/>
                </a:lnTo>
                <a:lnTo>
                  <a:pt x="1411969" y="61217"/>
                </a:lnTo>
                <a:lnTo>
                  <a:pt x="1392744" y="66053"/>
                </a:lnTo>
                <a:lnTo>
                  <a:pt x="1373638" y="71153"/>
                </a:lnTo>
                <a:lnTo>
                  <a:pt x="1336146" y="81998"/>
                </a:lnTo>
                <a:lnTo>
                  <a:pt x="1299375" y="93777"/>
                </a:lnTo>
                <a:lnTo>
                  <a:pt x="1263463" y="106466"/>
                </a:lnTo>
                <a:lnTo>
                  <a:pt x="1228508" y="119992"/>
                </a:lnTo>
                <a:lnTo>
                  <a:pt x="1194583" y="134333"/>
                </a:lnTo>
                <a:lnTo>
                  <a:pt x="1161760" y="149440"/>
                </a:lnTo>
                <a:lnTo>
                  <a:pt x="1130111" y="165265"/>
                </a:lnTo>
                <a:lnTo>
                  <a:pt x="1099730" y="181808"/>
                </a:lnTo>
                <a:lnTo>
                  <a:pt x="1070737" y="198950"/>
                </a:lnTo>
                <a:lnTo>
                  <a:pt x="1056660" y="207832"/>
                </a:lnTo>
                <a:lnTo>
                  <a:pt x="1043013" y="216810"/>
                </a:lnTo>
                <a:lnTo>
                  <a:pt x="1029727" y="225955"/>
                </a:lnTo>
                <a:lnTo>
                  <a:pt x="1016821" y="235220"/>
                </a:lnTo>
                <a:lnTo>
                  <a:pt x="1004325" y="244629"/>
                </a:lnTo>
                <a:lnTo>
                  <a:pt x="992235" y="254182"/>
                </a:lnTo>
                <a:lnTo>
                  <a:pt x="980527" y="263878"/>
                </a:lnTo>
                <a:lnTo>
                  <a:pt x="969251" y="273694"/>
                </a:lnTo>
                <a:lnTo>
                  <a:pt x="958406" y="283629"/>
                </a:lnTo>
                <a:lnTo>
                  <a:pt x="947992" y="293685"/>
                </a:lnTo>
                <a:lnTo>
                  <a:pt x="938055" y="303859"/>
                </a:lnTo>
                <a:lnTo>
                  <a:pt x="928551" y="314154"/>
                </a:lnTo>
                <a:lnTo>
                  <a:pt x="919526" y="324568"/>
                </a:lnTo>
                <a:lnTo>
                  <a:pt x="910980" y="335102"/>
                </a:lnTo>
                <a:lnTo>
                  <a:pt x="902934" y="345732"/>
                </a:lnTo>
                <a:lnTo>
                  <a:pt x="895393" y="356458"/>
                </a:lnTo>
                <a:lnTo>
                  <a:pt x="888379" y="367303"/>
                </a:lnTo>
                <a:lnTo>
                  <a:pt x="881890" y="378244"/>
                </a:lnTo>
                <a:lnTo>
                  <a:pt x="875930" y="389281"/>
                </a:lnTo>
                <a:lnTo>
                  <a:pt x="870541" y="400413"/>
                </a:lnTo>
                <a:lnTo>
                  <a:pt x="865730" y="411642"/>
                </a:lnTo>
                <a:lnTo>
                  <a:pt x="861492" y="422966"/>
                </a:lnTo>
                <a:lnTo>
                  <a:pt x="857878" y="434361"/>
                </a:lnTo>
                <a:lnTo>
                  <a:pt x="854885" y="445829"/>
                </a:lnTo>
                <a:lnTo>
                  <a:pt x="852539" y="457369"/>
                </a:lnTo>
                <a:lnTo>
                  <a:pt x="850814" y="468981"/>
                </a:lnTo>
                <a:lnTo>
                  <a:pt x="849785" y="480616"/>
                </a:lnTo>
                <a:lnTo>
                  <a:pt x="849450" y="491748"/>
                </a:lnTo>
                <a:lnTo>
                  <a:pt x="849140" y="502354"/>
                </a:lnTo>
                <a:lnTo>
                  <a:pt x="849211" y="501301"/>
                </a:lnTo>
                <a:lnTo>
                  <a:pt x="848252" y="511882"/>
                </a:lnTo>
                <a:lnTo>
                  <a:pt x="848374" y="510877"/>
                </a:lnTo>
                <a:lnTo>
                  <a:pt x="846817" y="521459"/>
                </a:lnTo>
                <a:lnTo>
                  <a:pt x="847008" y="520477"/>
                </a:lnTo>
                <a:lnTo>
                  <a:pt x="844829" y="531036"/>
                </a:lnTo>
                <a:lnTo>
                  <a:pt x="845069" y="530101"/>
                </a:lnTo>
                <a:lnTo>
                  <a:pt x="842292" y="540660"/>
                </a:lnTo>
                <a:lnTo>
                  <a:pt x="842555" y="539750"/>
                </a:lnTo>
                <a:lnTo>
                  <a:pt x="839228" y="550284"/>
                </a:lnTo>
                <a:lnTo>
                  <a:pt x="839515" y="549446"/>
                </a:lnTo>
                <a:lnTo>
                  <a:pt x="835588" y="559932"/>
                </a:lnTo>
                <a:lnTo>
                  <a:pt x="835900" y="559143"/>
                </a:lnTo>
                <a:lnTo>
                  <a:pt x="831423" y="569604"/>
                </a:lnTo>
                <a:lnTo>
                  <a:pt x="831758" y="568862"/>
                </a:lnTo>
                <a:lnTo>
                  <a:pt x="826730" y="579277"/>
                </a:lnTo>
                <a:lnTo>
                  <a:pt x="827090" y="578582"/>
                </a:lnTo>
                <a:lnTo>
                  <a:pt x="821487" y="588949"/>
                </a:lnTo>
                <a:lnTo>
                  <a:pt x="821846" y="588302"/>
                </a:lnTo>
                <a:lnTo>
                  <a:pt x="815741" y="598621"/>
                </a:lnTo>
                <a:lnTo>
                  <a:pt x="816100" y="598022"/>
                </a:lnTo>
                <a:lnTo>
                  <a:pt x="809469" y="608293"/>
                </a:lnTo>
                <a:lnTo>
                  <a:pt x="809828" y="607718"/>
                </a:lnTo>
                <a:lnTo>
                  <a:pt x="802670" y="617917"/>
                </a:lnTo>
                <a:lnTo>
                  <a:pt x="803053" y="617415"/>
                </a:lnTo>
                <a:lnTo>
                  <a:pt x="795368" y="627542"/>
                </a:lnTo>
                <a:lnTo>
                  <a:pt x="795751" y="627062"/>
                </a:lnTo>
                <a:lnTo>
                  <a:pt x="787588" y="637118"/>
                </a:lnTo>
                <a:lnTo>
                  <a:pt x="787969" y="636687"/>
                </a:lnTo>
                <a:lnTo>
                  <a:pt x="779303" y="646671"/>
                </a:lnTo>
                <a:lnTo>
                  <a:pt x="779686" y="646240"/>
                </a:lnTo>
                <a:lnTo>
                  <a:pt x="770540" y="656151"/>
                </a:lnTo>
                <a:lnTo>
                  <a:pt x="770901" y="655768"/>
                </a:lnTo>
                <a:lnTo>
                  <a:pt x="761323" y="665584"/>
                </a:lnTo>
                <a:lnTo>
                  <a:pt x="761659" y="665225"/>
                </a:lnTo>
                <a:lnTo>
                  <a:pt x="751628" y="674945"/>
                </a:lnTo>
                <a:lnTo>
                  <a:pt x="751962" y="674610"/>
                </a:lnTo>
                <a:lnTo>
                  <a:pt x="741476" y="684234"/>
                </a:lnTo>
                <a:lnTo>
                  <a:pt x="741811" y="683923"/>
                </a:lnTo>
                <a:lnTo>
                  <a:pt x="730871" y="693451"/>
                </a:lnTo>
                <a:lnTo>
                  <a:pt x="731206" y="693164"/>
                </a:lnTo>
                <a:lnTo>
                  <a:pt x="719859" y="702573"/>
                </a:lnTo>
                <a:lnTo>
                  <a:pt x="720169" y="702309"/>
                </a:lnTo>
                <a:lnTo>
                  <a:pt x="708390" y="711598"/>
                </a:lnTo>
                <a:lnTo>
                  <a:pt x="708725" y="711359"/>
                </a:lnTo>
                <a:lnTo>
                  <a:pt x="696539" y="720528"/>
                </a:lnTo>
                <a:lnTo>
                  <a:pt x="696851" y="720289"/>
                </a:lnTo>
                <a:lnTo>
                  <a:pt x="684257" y="729339"/>
                </a:lnTo>
                <a:lnTo>
                  <a:pt x="684569" y="729123"/>
                </a:lnTo>
                <a:lnTo>
                  <a:pt x="671617" y="738053"/>
                </a:lnTo>
                <a:lnTo>
                  <a:pt x="671903" y="737838"/>
                </a:lnTo>
                <a:lnTo>
                  <a:pt x="658568" y="746624"/>
                </a:lnTo>
                <a:lnTo>
                  <a:pt x="658856" y="746432"/>
                </a:lnTo>
                <a:lnTo>
                  <a:pt x="645138" y="755075"/>
                </a:lnTo>
                <a:lnTo>
                  <a:pt x="645569" y="754812"/>
                </a:lnTo>
                <a:lnTo>
                  <a:pt x="617079" y="771667"/>
                </a:lnTo>
                <a:lnTo>
                  <a:pt x="617653" y="771355"/>
                </a:lnTo>
                <a:lnTo>
                  <a:pt x="587799" y="787588"/>
                </a:lnTo>
                <a:lnTo>
                  <a:pt x="588350" y="787300"/>
                </a:lnTo>
                <a:lnTo>
                  <a:pt x="557250" y="802861"/>
                </a:lnTo>
                <a:lnTo>
                  <a:pt x="557777" y="802622"/>
                </a:lnTo>
                <a:lnTo>
                  <a:pt x="525457" y="817489"/>
                </a:lnTo>
                <a:lnTo>
                  <a:pt x="525983" y="817250"/>
                </a:lnTo>
                <a:lnTo>
                  <a:pt x="492563" y="831376"/>
                </a:lnTo>
                <a:lnTo>
                  <a:pt x="493065" y="831160"/>
                </a:lnTo>
                <a:lnTo>
                  <a:pt x="458637" y="844495"/>
                </a:lnTo>
                <a:lnTo>
                  <a:pt x="459140" y="844303"/>
                </a:lnTo>
                <a:lnTo>
                  <a:pt x="423731" y="856825"/>
                </a:lnTo>
                <a:lnTo>
                  <a:pt x="424234" y="856657"/>
                </a:lnTo>
                <a:lnTo>
                  <a:pt x="387963" y="868292"/>
                </a:lnTo>
                <a:lnTo>
                  <a:pt x="388442" y="868125"/>
                </a:lnTo>
                <a:lnTo>
                  <a:pt x="351381" y="878850"/>
                </a:lnTo>
                <a:lnTo>
                  <a:pt x="351764" y="878755"/>
                </a:lnTo>
                <a:lnTo>
                  <a:pt x="332947" y="883758"/>
                </a:lnTo>
                <a:lnTo>
                  <a:pt x="333186" y="883686"/>
                </a:lnTo>
                <a:lnTo>
                  <a:pt x="314225" y="888451"/>
                </a:lnTo>
                <a:lnTo>
                  <a:pt x="314465" y="888403"/>
                </a:lnTo>
                <a:lnTo>
                  <a:pt x="295335" y="892903"/>
                </a:lnTo>
                <a:lnTo>
                  <a:pt x="295575" y="892856"/>
                </a:lnTo>
                <a:lnTo>
                  <a:pt x="276303" y="897118"/>
                </a:lnTo>
                <a:lnTo>
                  <a:pt x="276543" y="897069"/>
                </a:lnTo>
                <a:lnTo>
                  <a:pt x="257126" y="901068"/>
                </a:lnTo>
                <a:lnTo>
                  <a:pt x="257389" y="901020"/>
                </a:lnTo>
                <a:lnTo>
                  <a:pt x="237830" y="904755"/>
                </a:lnTo>
                <a:lnTo>
                  <a:pt x="238094" y="904707"/>
                </a:lnTo>
                <a:lnTo>
                  <a:pt x="218413" y="908178"/>
                </a:lnTo>
                <a:lnTo>
                  <a:pt x="218677" y="908130"/>
                </a:lnTo>
                <a:lnTo>
                  <a:pt x="198901" y="911314"/>
                </a:lnTo>
                <a:lnTo>
                  <a:pt x="199141" y="911291"/>
                </a:lnTo>
                <a:lnTo>
                  <a:pt x="179270" y="914211"/>
                </a:lnTo>
                <a:lnTo>
                  <a:pt x="179533" y="914163"/>
                </a:lnTo>
                <a:lnTo>
                  <a:pt x="159567" y="916797"/>
                </a:lnTo>
                <a:lnTo>
                  <a:pt x="159830" y="916773"/>
                </a:lnTo>
                <a:lnTo>
                  <a:pt x="139791" y="919095"/>
                </a:lnTo>
                <a:lnTo>
                  <a:pt x="140055" y="919071"/>
                </a:lnTo>
                <a:lnTo>
                  <a:pt x="119920" y="921107"/>
                </a:lnTo>
                <a:lnTo>
                  <a:pt x="120206" y="921082"/>
                </a:lnTo>
                <a:lnTo>
                  <a:pt x="100025" y="922829"/>
                </a:lnTo>
                <a:lnTo>
                  <a:pt x="100289" y="922806"/>
                </a:lnTo>
                <a:lnTo>
                  <a:pt x="80059" y="924243"/>
                </a:lnTo>
                <a:lnTo>
                  <a:pt x="80345" y="924243"/>
                </a:lnTo>
                <a:lnTo>
                  <a:pt x="60091" y="925368"/>
                </a:lnTo>
                <a:lnTo>
                  <a:pt x="60354" y="925344"/>
                </a:lnTo>
                <a:lnTo>
                  <a:pt x="40076" y="926158"/>
                </a:lnTo>
                <a:lnTo>
                  <a:pt x="40340" y="926158"/>
                </a:lnTo>
                <a:lnTo>
                  <a:pt x="20039" y="926637"/>
                </a:lnTo>
                <a:lnTo>
                  <a:pt x="20325" y="926637"/>
                </a:lnTo>
                <a:lnTo>
                  <a:pt x="0" y="926804"/>
                </a:lnTo>
                <a:lnTo>
                  <a:pt x="288" y="96271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text-142 Matmul">
            <a:extLst xmlns:a="http://schemas.openxmlformats.org/drawingml/2006/main">
              <a:ext uri="{FF2B5EF4-FFF2-40B4-BE49-F238E27FC236}">
                <a16:creationId xmlns:a16="http://schemas.microsoft.com/office/drawing/2014/main" id="{455C0F80-BD4B-4E2E-A3C5-97468115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7333" y="7106102"/>
            <a:ext cx="1161260" cy="485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Matmul</a:t>
            </a:r>
          </a:p>
        </p:txBody>
      </p:sp>
      <p:sp>
        <p:nvSpPr>
          <p:cNvPr id="143" name="path-143">
            <a:extLst xmlns:a="http://schemas.openxmlformats.org/drawingml/2006/main">
              <a:ext uri="{FF2B5EF4-FFF2-40B4-BE49-F238E27FC236}">
                <a16:creationId xmlns:a16="http://schemas.microsoft.com/office/drawing/2014/main" id="{3E94B642-E70D-4891-853F-36656A86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694" y="2565026"/>
            <a:ext cx="1977672" cy="1160499"/>
          </a:xfrm>
          <a:custGeom xmlns:a="http://schemas.openxmlformats.org/drawingml/2006/main">
            <a:pathLst>
              <a:path w="1638904" h="961710">
                <a:moveTo>
                  <a:pt x="1492555" y="961710"/>
                </a:moveTo>
                <a:lnTo>
                  <a:pt x="1495546" y="913924"/>
                </a:lnTo>
                <a:lnTo>
                  <a:pt x="1498538" y="866138"/>
                </a:lnTo>
                <a:lnTo>
                  <a:pt x="1638904" y="922926"/>
                </a:lnTo>
                <a:lnTo>
                  <a:pt x="1492555" y="961710"/>
                </a:lnTo>
                <a:moveTo>
                  <a:pt x="288" y="0"/>
                </a:moveTo>
                <a:lnTo>
                  <a:pt x="19654" y="168"/>
                </a:lnTo>
                <a:lnTo>
                  <a:pt x="39142" y="670"/>
                </a:lnTo>
                <a:lnTo>
                  <a:pt x="58632" y="1484"/>
                </a:lnTo>
                <a:lnTo>
                  <a:pt x="78071" y="2634"/>
                </a:lnTo>
                <a:lnTo>
                  <a:pt x="97464" y="4094"/>
                </a:lnTo>
                <a:lnTo>
                  <a:pt x="116808" y="5866"/>
                </a:lnTo>
                <a:lnTo>
                  <a:pt x="136105" y="7948"/>
                </a:lnTo>
                <a:lnTo>
                  <a:pt x="155329" y="10318"/>
                </a:lnTo>
                <a:lnTo>
                  <a:pt x="174458" y="12976"/>
                </a:lnTo>
                <a:lnTo>
                  <a:pt x="193515" y="15945"/>
                </a:lnTo>
                <a:lnTo>
                  <a:pt x="212476" y="19177"/>
                </a:lnTo>
                <a:lnTo>
                  <a:pt x="231317" y="22696"/>
                </a:lnTo>
                <a:lnTo>
                  <a:pt x="250063" y="26502"/>
                </a:lnTo>
                <a:lnTo>
                  <a:pt x="268665" y="30549"/>
                </a:lnTo>
                <a:lnTo>
                  <a:pt x="287148" y="34882"/>
                </a:lnTo>
                <a:lnTo>
                  <a:pt x="305487" y="39455"/>
                </a:lnTo>
                <a:lnTo>
                  <a:pt x="323682" y="44291"/>
                </a:lnTo>
                <a:lnTo>
                  <a:pt x="341757" y="49390"/>
                </a:lnTo>
                <a:lnTo>
                  <a:pt x="377237" y="60235"/>
                </a:lnTo>
                <a:lnTo>
                  <a:pt x="412025" y="72063"/>
                </a:lnTo>
                <a:lnTo>
                  <a:pt x="445995" y="84751"/>
                </a:lnTo>
                <a:lnTo>
                  <a:pt x="479058" y="98302"/>
                </a:lnTo>
                <a:lnTo>
                  <a:pt x="511163" y="112642"/>
                </a:lnTo>
                <a:lnTo>
                  <a:pt x="542215" y="127773"/>
                </a:lnTo>
                <a:lnTo>
                  <a:pt x="572141" y="143646"/>
                </a:lnTo>
                <a:lnTo>
                  <a:pt x="600919" y="160189"/>
                </a:lnTo>
                <a:lnTo>
                  <a:pt x="628402" y="177403"/>
                </a:lnTo>
                <a:lnTo>
                  <a:pt x="654499" y="195191"/>
                </a:lnTo>
                <a:lnTo>
                  <a:pt x="667114" y="204385"/>
                </a:lnTo>
                <a:lnTo>
                  <a:pt x="679326" y="213674"/>
                </a:lnTo>
                <a:lnTo>
                  <a:pt x="691154" y="223106"/>
                </a:lnTo>
                <a:lnTo>
                  <a:pt x="702596" y="232683"/>
                </a:lnTo>
                <a:lnTo>
                  <a:pt x="713681" y="242379"/>
                </a:lnTo>
                <a:lnTo>
                  <a:pt x="724335" y="252194"/>
                </a:lnTo>
                <a:lnTo>
                  <a:pt x="734604" y="262130"/>
                </a:lnTo>
                <a:lnTo>
                  <a:pt x="744445" y="272209"/>
                </a:lnTo>
                <a:lnTo>
                  <a:pt x="753853" y="282408"/>
                </a:lnTo>
                <a:lnTo>
                  <a:pt x="762831" y="292703"/>
                </a:lnTo>
                <a:lnTo>
                  <a:pt x="771355" y="303117"/>
                </a:lnTo>
                <a:lnTo>
                  <a:pt x="779424" y="313651"/>
                </a:lnTo>
                <a:lnTo>
                  <a:pt x="787037" y="324281"/>
                </a:lnTo>
                <a:lnTo>
                  <a:pt x="794170" y="335007"/>
                </a:lnTo>
                <a:lnTo>
                  <a:pt x="800801" y="345852"/>
                </a:lnTo>
                <a:lnTo>
                  <a:pt x="806930" y="356793"/>
                </a:lnTo>
                <a:lnTo>
                  <a:pt x="812533" y="367805"/>
                </a:lnTo>
                <a:lnTo>
                  <a:pt x="817610" y="378938"/>
                </a:lnTo>
                <a:lnTo>
                  <a:pt x="822158" y="390142"/>
                </a:lnTo>
                <a:lnTo>
                  <a:pt x="826132" y="401419"/>
                </a:lnTo>
                <a:lnTo>
                  <a:pt x="829555" y="412791"/>
                </a:lnTo>
                <a:lnTo>
                  <a:pt x="832356" y="424211"/>
                </a:lnTo>
                <a:lnTo>
                  <a:pt x="834583" y="435703"/>
                </a:lnTo>
                <a:lnTo>
                  <a:pt x="836188" y="447242"/>
                </a:lnTo>
                <a:lnTo>
                  <a:pt x="837169" y="458829"/>
                </a:lnTo>
                <a:lnTo>
                  <a:pt x="837479" y="469938"/>
                </a:lnTo>
                <a:lnTo>
                  <a:pt x="837767" y="480543"/>
                </a:lnTo>
                <a:lnTo>
                  <a:pt x="837720" y="479538"/>
                </a:lnTo>
                <a:lnTo>
                  <a:pt x="838606" y="490144"/>
                </a:lnTo>
                <a:lnTo>
                  <a:pt x="838508" y="489162"/>
                </a:lnTo>
                <a:lnTo>
                  <a:pt x="839970" y="499769"/>
                </a:lnTo>
                <a:lnTo>
                  <a:pt x="839801" y="498834"/>
                </a:lnTo>
                <a:lnTo>
                  <a:pt x="841860" y="509393"/>
                </a:lnTo>
                <a:lnTo>
                  <a:pt x="841670" y="508506"/>
                </a:lnTo>
                <a:lnTo>
                  <a:pt x="844256" y="519065"/>
                </a:lnTo>
                <a:lnTo>
                  <a:pt x="844041" y="518204"/>
                </a:lnTo>
                <a:lnTo>
                  <a:pt x="847176" y="528714"/>
                </a:lnTo>
                <a:lnTo>
                  <a:pt x="846913" y="527923"/>
                </a:lnTo>
                <a:lnTo>
                  <a:pt x="850623" y="538409"/>
                </a:lnTo>
                <a:lnTo>
                  <a:pt x="850336" y="537643"/>
                </a:lnTo>
                <a:lnTo>
                  <a:pt x="854575" y="548105"/>
                </a:lnTo>
                <a:lnTo>
                  <a:pt x="854263" y="547363"/>
                </a:lnTo>
                <a:lnTo>
                  <a:pt x="859026" y="557802"/>
                </a:lnTo>
                <a:lnTo>
                  <a:pt x="858693" y="557107"/>
                </a:lnTo>
                <a:lnTo>
                  <a:pt x="863983" y="567474"/>
                </a:lnTo>
                <a:lnTo>
                  <a:pt x="863624" y="566851"/>
                </a:lnTo>
                <a:lnTo>
                  <a:pt x="869418" y="577170"/>
                </a:lnTo>
                <a:lnTo>
                  <a:pt x="869057" y="576571"/>
                </a:lnTo>
                <a:lnTo>
                  <a:pt x="875354" y="586842"/>
                </a:lnTo>
                <a:lnTo>
                  <a:pt x="874995" y="586292"/>
                </a:lnTo>
                <a:lnTo>
                  <a:pt x="881772" y="596490"/>
                </a:lnTo>
                <a:lnTo>
                  <a:pt x="881412" y="595964"/>
                </a:lnTo>
                <a:lnTo>
                  <a:pt x="888667" y="606090"/>
                </a:lnTo>
                <a:lnTo>
                  <a:pt x="888306" y="605612"/>
                </a:lnTo>
                <a:lnTo>
                  <a:pt x="896015" y="615667"/>
                </a:lnTo>
                <a:lnTo>
                  <a:pt x="895657" y="615236"/>
                </a:lnTo>
                <a:lnTo>
                  <a:pt x="903820" y="625220"/>
                </a:lnTo>
                <a:lnTo>
                  <a:pt x="903485" y="624789"/>
                </a:lnTo>
                <a:lnTo>
                  <a:pt x="912104" y="634700"/>
                </a:lnTo>
                <a:lnTo>
                  <a:pt x="911746" y="634293"/>
                </a:lnTo>
                <a:lnTo>
                  <a:pt x="920819" y="644109"/>
                </a:lnTo>
                <a:lnTo>
                  <a:pt x="920484" y="643750"/>
                </a:lnTo>
                <a:lnTo>
                  <a:pt x="929965" y="653470"/>
                </a:lnTo>
                <a:lnTo>
                  <a:pt x="929629" y="653135"/>
                </a:lnTo>
                <a:lnTo>
                  <a:pt x="939541" y="662759"/>
                </a:lnTo>
                <a:lnTo>
                  <a:pt x="939206" y="662423"/>
                </a:lnTo>
                <a:lnTo>
                  <a:pt x="949548" y="671952"/>
                </a:lnTo>
                <a:lnTo>
                  <a:pt x="949214" y="671641"/>
                </a:lnTo>
                <a:lnTo>
                  <a:pt x="959963" y="681050"/>
                </a:lnTo>
                <a:lnTo>
                  <a:pt x="959626" y="680786"/>
                </a:lnTo>
                <a:lnTo>
                  <a:pt x="970760" y="690076"/>
                </a:lnTo>
                <a:lnTo>
                  <a:pt x="970424" y="689813"/>
                </a:lnTo>
                <a:lnTo>
                  <a:pt x="981939" y="698981"/>
                </a:lnTo>
                <a:lnTo>
                  <a:pt x="981627" y="698742"/>
                </a:lnTo>
                <a:lnTo>
                  <a:pt x="993527" y="707792"/>
                </a:lnTo>
                <a:lnTo>
                  <a:pt x="993215" y="707576"/>
                </a:lnTo>
                <a:lnTo>
                  <a:pt x="1005473" y="716483"/>
                </a:lnTo>
                <a:lnTo>
                  <a:pt x="1005018" y="716172"/>
                </a:lnTo>
                <a:lnTo>
                  <a:pt x="1030588" y="733600"/>
                </a:lnTo>
                <a:lnTo>
                  <a:pt x="1029990" y="733217"/>
                </a:lnTo>
                <a:lnTo>
                  <a:pt x="1056924" y="750072"/>
                </a:lnTo>
                <a:lnTo>
                  <a:pt x="1056348" y="749736"/>
                </a:lnTo>
                <a:lnTo>
                  <a:pt x="1084551" y="765968"/>
                </a:lnTo>
                <a:lnTo>
                  <a:pt x="1083977" y="765657"/>
                </a:lnTo>
                <a:lnTo>
                  <a:pt x="1113377" y="781219"/>
                </a:lnTo>
                <a:lnTo>
                  <a:pt x="1112850" y="780955"/>
                </a:lnTo>
                <a:lnTo>
                  <a:pt x="1143350" y="795823"/>
                </a:lnTo>
                <a:lnTo>
                  <a:pt x="1142823" y="795560"/>
                </a:lnTo>
                <a:lnTo>
                  <a:pt x="1174402" y="809684"/>
                </a:lnTo>
                <a:lnTo>
                  <a:pt x="1173875" y="809470"/>
                </a:lnTo>
                <a:lnTo>
                  <a:pt x="1206410" y="822805"/>
                </a:lnTo>
                <a:lnTo>
                  <a:pt x="1205908" y="822589"/>
                </a:lnTo>
                <a:lnTo>
                  <a:pt x="1239330" y="835086"/>
                </a:lnTo>
                <a:lnTo>
                  <a:pt x="1238828" y="834919"/>
                </a:lnTo>
                <a:lnTo>
                  <a:pt x="1273086" y="846554"/>
                </a:lnTo>
                <a:lnTo>
                  <a:pt x="1272583" y="846386"/>
                </a:lnTo>
                <a:lnTo>
                  <a:pt x="1307609" y="857112"/>
                </a:lnTo>
                <a:lnTo>
                  <a:pt x="1307202" y="856992"/>
                </a:lnTo>
                <a:lnTo>
                  <a:pt x="1324991" y="861996"/>
                </a:lnTo>
                <a:lnTo>
                  <a:pt x="1324728" y="861924"/>
                </a:lnTo>
                <a:lnTo>
                  <a:pt x="1342659" y="866689"/>
                </a:lnTo>
                <a:lnTo>
                  <a:pt x="1342396" y="866617"/>
                </a:lnTo>
                <a:lnTo>
                  <a:pt x="1360471" y="871141"/>
                </a:lnTo>
                <a:lnTo>
                  <a:pt x="1360209" y="871069"/>
                </a:lnTo>
                <a:lnTo>
                  <a:pt x="1378427" y="875331"/>
                </a:lnTo>
                <a:lnTo>
                  <a:pt x="1378165" y="875284"/>
                </a:lnTo>
                <a:lnTo>
                  <a:pt x="1396502" y="879281"/>
                </a:lnTo>
                <a:lnTo>
                  <a:pt x="1396239" y="879209"/>
                </a:lnTo>
                <a:lnTo>
                  <a:pt x="1414721" y="882968"/>
                </a:lnTo>
                <a:lnTo>
                  <a:pt x="1414458" y="882896"/>
                </a:lnTo>
                <a:lnTo>
                  <a:pt x="1433037" y="886368"/>
                </a:lnTo>
                <a:lnTo>
                  <a:pt x="1432774" y="886320"/>
                </a:lnTo>
                <a:lnTo>
                  <a:pt x="1451447" y="889529"/>
                </a:lnTo>
                <a:lnTo>
                  <a:pt x="1451184" y="889480"/>
                </a:lnTo>
                <a:lnTo>
                  <a:pt x="1469954" y="892401"/>
                </a:lnTo>
                <a:lnTo>
                  <a:pt x="1469691" y="892354"/>
                </a:lnTo>
                <a:lnTo>
                  <a:pt x="1488555" y="894986"/>
                </a:lnTo>
                <a:lnTo>
                  <a:pt x="1487310" y="894843"/>
                </a:lnTo>
                <a:lnTo>
                  <a:pt x="1568471" y="900517"/>
                </a:lnTo>
                <a:lnTo>
                  <a:pt x="1565981" y="936333"/>
                </a:lnTo>
                <a:lnTo>
                  <a:pt x="1484197" y="930635"/>
                </a:lnTo>
                <a:lnTo>
                  <a:pt x="1464592" y="927905"/>
                </a:lnTo>
                <a:lnTo>
                  <a:pt x="1445534" y="924936"/>
                </a:lnTo>
                <a:lnTo>
                  <a:pt x="1426573" y="921705"/>
                </a:lnTo>
                <a:lnTo>
                  <a:pt x="1407729" y="918186"/>
                </a:lnTo>
                <a:lnTo>
                  <a:pt x="1388985" y="914379"/>
                </a:lnTo>
                <a:lnTo>
                  <a:pt x="1370383" y="910333"/>
                </a:lnTo>
                <a:lnTo>
                  <a:pt x="1351900" y="905999"/>
                </a:lnTo>
                <a:lnTo>
                  <a:pt x="1333562" y="901427"/>
                </a:lnTo>
                <a:lnTo>
                  <a:pt x="1315367" y="896591"/>
                </a:lnTo>
                <a:lnTo>
                  <a:pt x="1297291" y="891491"/>
                </a:lnTo>
                <a:lnTo>
                  <a:pt x="1261810" y="880646"/>
                </a:lnTo>
                <a:lnTo>
                  <a:pt x="1227025" y="868819"/>
                </a:lnTo>
                <a:lnTo>
                  <a:pt x="1193051" y="856130"/>
                </a:lnTo>
                <a:lnTo>
                  <a:pt x="1159989" y="842580"/>
                </a:lnTo>
                <a:lnTo>
                  <a:pt x="1127883" y="828239"/>
                </a:lnTo>
                <a:lnTo>
                  <a:pt x="1096832" y="813108"/>
                </a:lnTo>
                <a:lnTo>
                  <a:pt x="1066907" y="797236"/>
                </a:lnTo>
                <a:lnTo>
                  <a:pt x="1038129" y="780692"/>
                </a:lnTo>
                <a:lnTo>
                  <a:pt x="1010644" y="763479"/>
                </a:lnTo>
                <a:lnTo>
                  <a:pt x="984550" y="745690"/>
                </a:lnTo>
                <a:lnTo>
                  <a:pt x="971932" y="736497"/>
                </a:lnTo>
                <a:lnTo>
                  <a:pt x="959724" y="727208"/>
                </a:lnTo>
                <a:lnTo>
                  <a:pt x="947896" y="717776"/>
                </a:lnTo>
                <a:lnTo>
                  <a:pt x="936452" y="708199"/>
                </a:lnTo>
                <a:lnTo>
                  <a:pt x="925368" y="698503"/>
                </a:lnTo>
                <a:lnTo>
                  <a:pt x="914713" y="688687"/>
                </a:lnTo>
                <a:lnTo>
                  <a:pt x="904466" y="678751"/>
                </a:lnTo>
                <a:lnTo>
                  <a:pt x="894605" y="668672"/>
                </a:lnTo>
                <a:lnTo>
                  <a:pt x="885193" y="658473"/>
                </a:lnTo>
                <a:lnTo>
                  <a:pt x="876216" y="648179"/>
                </a:lnTo>
                <a:lnTo>
                  <a:pt x="867693" y="637764"/>
                </a:lnTo>
                <a:lnTo>
                  <a:pt x="859626" y="627231"/>
                </a:lnTo>
                <a:lnTo>
                  <a:pt x="852012" y="616600"/>
                </a:lnTo>
                <a:lnTo>
                  <a:pt x="844900" y="605875"/>
                </a:lnTo>
                <a:lnTo>
                  <a:pt x="838245" y="595030"/>
                </a:lnTo>
                <a:lnTo>
                  <a:pt x="832117" y="584089"/>
                </a:lnTo>
                <a:lnTo>
                  <a:pt x="826515" y="573076"/>
                </a:lnTo>
                <a:lnTo>
                  <a:pt x="821440" y="561944"/>
                </a:lnTo>
                <a:lnTo>
                  <a:pt x="816891" y="550739"/>
                </a:lnTo>
                <a:lnTo>
                  <a:pt x="812916" y="539463"/>
                </a:lnTo>
                <a:lnTo>
                  <a:pt x="809516" y="528091"/>
                </a:lnTo>
                <a:lnTo>
                  <a:pt x="806693" y="516671"/>
                </a:lnTo>
                <a:lnTo>
                  <a:pt x="804465" y="505179"/>
                </a:lnTo>
                <a:lnTo>
                  <a:pt x="802860" y="493639"/>
                </a:lnTo>
                <a:lnTo>
                  <a:pt x="801879" y="482052"/>
                </a:lnTo>
                <a:lnTo>
                  <a:pt x="801568" y="470943"/>
                </a:lnTo>
                <a:lnTo>
                  <a:pt x="801282" y="460338"/>
                </a:lnTo>
                <a:lnTo>
                  <a:pt x="801328" y="461343"/>
                </a:lnTo>
                <a:lnTo>
                  <a:pt x="800444" y="450738"/>
                </a:lnTo>
                <a:lnTo>
                  <a:pt x="800562" y="451719"/>
                </a:lnTo>
                <a:lnTo>
                  <a:pt x="799079" y="441114"/>
                </a:lnTo>
                <a:lnTo>
                  <a:pt x="799247" y="442047"/>
                </a:lnTo>
                <a:lnTo>
                  <a:pt x="797188" y="431489"/>
                </a:lnTo>
                <a:lnTo>
                  <a:pt x="797403" y="432375"/>
                </a:lnTo>
                <a:lnTo>
                  <a:pt x="794794" y="421816"/>
                </a:lnTo>
                <a:lnTo>
                  <a:pt x="795009" y="422679"/>
                </a:lnTo>
                <a:lnTo>
                  <a:pt x="791872" y="412169"/>
                </a:lnTo>
                <a:lnTo>
                  <a:pt x="792136" y="412958"/>
                </a:lnTo>
                <a:lnTo>
                  <a:pt x="788425" y="402472"/>
                </a:lnTo>
                <a:lnTo>
                  <a:pt x="788713" y="403238"/>
                </a:lnTo>
                <a:lnTo>
                  <a:pt x="784475" y="392776"/>
                </a:lnTo>
                <a:lnTo>
                  <a:pt x="784787" y="393494"/>
                </a:lnTo>
                <a:lnTo>
                  <a:pt x="780021" y="383080"/>
                </a:lnTo>
                <a:lnTo>
                  <a:pt x="780357" y="383775"/>
                </a:lnTo>
                <a:lnTo>
                  <a:pt x="775090" y="373408"/>
                </a:lnTo>
                <a:lnTo>
                  <a:pt x="775424" y="374031"/>
                </a:lnTo>
                <a:lnTo>
                  <a:pt x="769632" y="363711"/>
                </a:lnTo>
                <a:lnTo>
                  <a:pt x="769989" y="364310"/>
                </a:lnTo>
                <a:lnTo>
                  <a:pt x="763694" y="354039"/>
                </a:lnTo>
                <a:lnTo>
                  <a:pt x="764053" y="354591"/>
                </a:lnTo>
                <a:lnTo>
                  <a:pt x="757278" y="344392"/>
                </a:lnTo>
                <a:lnTo>
                  <a:pt x="757637" y="344919"/>
                </a:lnTo>
                <a:lnTo>
                  <a:pt x="750408" y="334791"/>
                </a:lnTo>
                <a:lnTo>
                  <a:pt x="750742" y="335270"/>
                </a:lnTo>
                <a:lnTo>
                  <a:pt x="743031" y="325214"/>
                </a:lnTo>
                <a:lnTo>
                  <a:pt x="743392" y="325646"/>
                </a:lnTo>
                <a:lnTo>
                  <a:pt x="735228" y="315663"/>
                </a:lnTo>
                <a:lnTo>
                  <a:pt x="735563" y="316093"/>
                </a:lnTo>
                <a:lnTo>
                  <a:pt x="726944" y="306182"/>
                </a:lnTo>
                <a:lnTo>
                  <a:pt x="727304" y="306589"/>
                </a:lnTo>
                <a:lnTo>
                  <a:pt x="718229" y="296773"/>
                </a:lnTo>
                <a:lnTo>
                  <a:pt x="718566" y="297132"/>
                </a:lnTo>
                <a:lnTo>
                  <a:pt x="709085" y="287412"/>
                </a:lnTo>
                <a:lnTo>
                  <a:pt x="709420" y="287747"/>
                </a:lnTo>
                <a:lnTo>
                  <a:pt x="699508" y="278123"/>
                </a:lnTo>
                <a:lnTo>
                  <a:pt x="699844" y="278458"/>
                </a:lnTo>
                <a:lnTo>
                  <a:pt x="689500" y="268929"/>
                </a:lnTo>
                <a:lnTo>
                  <a:pt x="689836" y="269241"/>
                </a:lnTo>
                <a:lnTo>
                  <a:pt x="679111" y="259832"/>
                </a:lnTo>
                <a:lnTo>
                  <a:pt x="679422" y="260095"/>
                </a:lnTo>
                <a:lnTo>
                  <a:pt x="668290" y="250806"/>
                </a:lnTo>
                <a:lnTo>
                  <a:pt x="668624" y="251070"/>
                </a:lnTo>
                <a:lnTo>
                  <a:pt x="657109" y="241900"/>
                </a:lnTo>
                <a:lnTo>
                  <a:pt x="657419" y="242139"/>
                </a:lnTo>
                <a:lnTo>
                  <a:pt x="645521" y="233090"/>
                </a:lnTo>
                <a:lnTo>
                  <a:pt x="645831" y="233305"/>
                </a:lnTo>
                <a:lnTo>
                  <a:pt x="633574" y="224399"/>
                </a:lnTo>
                <a:lnTo>
                  <a:pt x="634030" y="224711"/>
                </a:lnTo>
                <a:lnTo>
                  <a:pt x="608460" y="207281"/>
                </a:lnTo>
                <a:lnTo>
                  <a:pt x="609060" y="207664"/>
                </a:lnTo>
                <a:lnTo>
                  <a:pt x="582126" y="190810"/>
                </a:lnTo>
                <a:lnTo>
                  <a:pt x="582700" y="191145"/>
                </a:lnTo>
                <a:lnTo>
                  <a:pt x="554520" y="174913"/>
                </a:lnTo>
                <a:lnTo>
                  <a:pt x="555071" y="175224"/>
                </a:lnTo>
                <a:lnTo>
                  <a:pt x="525673" y="159663"/>
                </a:lnTo>
                <a:lnTo>
                  <a:pt x="526223" y="159926"/>
                </a:lnTo>
                <a:lnTo>
                  <a:pt x="495698" y="145058"/>
                </a:lnTo>
                <a:lnTo>
                  <a:pt x="496225" y="145322"/>
                </a:lnTo>
                <a:lnTo>
                  <a:pt x="464646" y="131197"/>
                </a:lnTo>
                <a:lnTo>
                  <a:pt x="465173" y="131412"/>
                </a:lnTo>
                <a:lnTo>
                  <a:pt x="432636" y="118077"/>
                </a:lnTo>
                <a:lnTo>
                  <a:pt x="433163" y="118292"/>
                </a:lnTo>
                <a:lnTo>
                  <a:pt x="399720" y="105795"/>
                </a:lnTo>
                <a:lnTo>
                  <a:pt x="400222" y="105963"/>
                </a:lnTo>
                <a:lnTo>
                  <a:pt x="365961" y="94328"/>
                </a:lnTo>
                <a:lnTo>
                  <a:pt x="366465" y="94495"/>
                </a:lnTo>
                <a:lnTo>
                  <a:pt x="331439" y="83769"/>
                </a:lnTo>
                <a:lnTo>
                  <a:pt x="331845" y="83889"/>
                </a:lnTo>
                <a:lnTo>
                  <a:pt x="314057" y="78886"/>
                </a:lnTo>
                <a:lnTo>
                  <a:pt x="314321" y="78958"/>
                </a:lnTo>
                <a:lnTo>
                  <a:pt x="296389" y="74193"/>
                </a:lnTo>
                <a:lnTo>
                  <a:pt x="296653" y="74265"/>
                </a:lnTo>
                <a:lnTo>
                  <a:pt x="278577" y="69740"/>
                </a:lnTo>
                <a:lnTo>
                  <a:pt x="278841" y="69812"/>
                </a:lnTo>
                <a:lnTo>
                  <a:pt x="260622" y="65550"/>
                </a:lnTo>
                <a:lnTo>
                  <a:pt x="260885" y="65598"/>
                </a:lnTo>
                <a:lnTo>
                  <a:pt x="242546" y="61600"/>
                </a:lnTo>
                <a:lnTo>
                  <a:pt x="242810" y="61672"/>
                </a:lnTo>
                <a:lnTo>
                  <a:pt x="224327" y="57913"/>
                </a:lnTo>
                <a:lnTo>
                  <a:pt x="224591" y="57985"/>
                </a:lnTo>
                <a:lnTo>
                  <a:pt x="206013" y="54514"/>
                </a:lnTo>
                <a:lnTo>
                  <a:pt x="206276" y="54562"/>
                </a:lnTo>
                <a:lnTo>
                  <a:pt x="187601" y="51354"/>
                </a:lnTo>
                <a:lnTo>
                  <a:pt x="187864" y="51401"/>
                </a:lnTo>
                <a:lnTo>
                  <a:pt x="169096" y="48480"/>
                </a:lnTo>
                <a:lnTo>
                  <a:pt x="169359" y="48529"/>
                </a:lnTo>
                <a:lnTo>
                  <a:pt x="150492" y="45895"/>
                </a:lnTo>
                <a:lnTo>
                  <a:pt x="150780" y="45943"/>
                </a:lnTo>
                <a:lnTo>
                  <a:pt x="131843" y="43597"/>
                </a:lnTo>
                <a:lnTo>
                  <a:pt x="132106" y="43620"/>
                </a:lnTo>
                <a:lnTo>
                  <a:pt x="113121" y="41585"/>
                </a:lnTo>
                <a:lnTo>
                  <a:pt x="113385" y="41610"/>
                </a:lnTo>
                <a:lnTo>
                  <a:pt x="94327" y="39862"/>
                </a:lnTo>
                <a:lnTo>
                  <a:pt x="94614" y="39886"/>
                </a:lnTo>
                <a:lnTo>
                  <a:pt x="75509" y="38449"/>
                </a:lnTo>
                <a:lnTo>
                  <a:pt x="75797" y="38474"/>
                </a:lnTo>
                <a:lnTo>
                  <a:pt x="56668" y="37348"/>
                </a:lnTo>
                <a:lnTo>
                  <a:pt x="56956" y="37372"/>
                </a:lnTo>
                <a:lnTo>
                  <a:pt x="37778" y="36558"/>
                </a:lnTo>
                <a:lnTo>
                  <a:pt x="38090" y="36558"/>
                </a:lnTo>
                <a:lnTo>
                  <a:pt x="18888" y="36079"/>
                </a:lnTo>
                <a:lnTo>
                  <a:pt x="19200" y="36079"/>
                </a:lnTo>
                <a:lnTo>
                  <a:pt x="0" y="35911"/>
                </a:lnTo>
                <a:lnTo>
                  <a:pt x="288" y="0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4924B623-BA1F-4960-B855-56F9BD00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924" y="2072457"/>
            <a:ext cx="622574" cy="115559"/>
          </a:xfrm>
          <a:custGeom xmlns:a="http://schemas.openxmlformats.org/drawingml/2006/main">
            <a:pathLst>
              <a:path w="515929" h="95764">
                <a:moveTo>
                  <a:pt x="372283" y="95764"/>
                </a:moveTo>
                <a:lnTo>
                  <a:pt x="372283" y="47882"/>
                </a:lnTo>
                <a:lnTo>
                  <a:pt x="372283" y="0"/>
                </a:lnTo>
                <a:lnTo>
                  <a:pt x="515929" y="47882"/>
                </a:lnTo>
                <a:lnTo>
                  <a:pt x="372283" y="95764"/>
                </a:lnTo>
                <a:moveTo>
                  <a:pt x="0" y="29926"/>
                </a:moveTo>
                <a:lnTo>
                  <a:pt x="444106" y="29926"/>
                </a:lnTo>
                <a:lnTo>
                  <a:pt x="444106" y="65838"/>
                </a:lnTo>
                <a:lnTo>
                  <a:pt x="0" y="65838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5">
            <a:extLst xmlns:a="http://schemas.openxmlformats.org/drawingml/2006/main">
              <a:ext uri="{FF2B5EF4-FFF2-40B4-BE49-F238E27FC236}">
                <a16:creationId xmlns:a16="http://schemas.microsoft.com/office/drawing/2014/main" id="{0CCFAC81-C648-4D11-95FE-F93E5728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287" y="2072457"/>
            <a:ext cx="543127" cy="115559"/>
          </a:xfrm>
          <a:custGeom xmlns:a="http://schemas.openxmlformats.org/drawingml/2006/main">
            <a:pathLst>
              <a:path w="450091" h="95764">
                <a:moveTo>
                  <a:pt x="306445" y="95764"/>
                </a:moveTo>
                <a:lnTo>
                  <a:pt x="306445" y="47882"/>
                </a:lnTo>
                <a:lnTo>
                  <a:pt x="306445" y="0"/>
                </a:lnTo>
                <a:lnTo>
                  <a:pt x="450091" y="47882"/>
                </a:lnTo>
                <a:lnTo>
                  <a:pt x="306445" y="95764"/>
                </a:lnTo>
                <a:moveTo>
                  <a:pt x="0" y="29926"/>
                </a:moveTo>
                <a:lnTo>
                  <a:pt x="378268" y="29926"/>
                </a:lnTo>
                <a:lnTo>
                  <a:pt x="378268" y="65838"/>
                </a:lnTo>
                <a:lnTo>
                  <a:pt x="0" y="65838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AF855AA6-9663-461A-91E6-68BADB44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866" y="2072457"/>
            <a:ext cx="543129" cy="115559"/>
          </a:xfrm>
          <a:custGeom xmlns:a="http://schemas.openxmlformats.org/drawingml/2006/main">
            <a:pathLst>
              <a:path w="450093" h="95764">
                <a:moveTo>
                  <a:pt x="306447" y="95764"/>
                </a:moveTo>
                <a:lnTo>
                  <a:pt x="306447" y="47882"/>
                </a:lnTo>
                <a:lnTo>
                  <a:pt x="306447" y="0"/>
                </a:lnTo>
                <a:lnTo>
                  <a:pt x="450093" y="47882"/>
                </a:lnTo>
                <a:lnTo>
                  <a:pt x="306447" y="95764"/>
                </a:lnTo>
                <a:moveTo>
                  <a:pt x="0" y="29926"/>
                </a:moveTo>
                <a:lnTo>
                  <a:pt x="378270" y="29926"/>
                </a:lnTo>
                <a:lnTo>
                  <a:pt x="378270" y="65838"/>
                </a:lnTo>
                <a:lnTo>
                  <a:pt x="0" y="65838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7">
            <a:extLst xmlns:a="http://schemas.openxmlformats.org/drawingml/2006/main">
              <a:ext uri="{FF2B5EF4-FFF2-40B4-BE49-F238E27FC236}">
                <a16:creationId xmlns:a16="http://schemas.microsoft.com/office/drawing/2014/main" id="{BB60B080-174D-45C1-BBF5-73B54B8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114" y="2072457"/>
            <a:ext cx="543129" cy="115559"/>
          </a:xfrm>
          <a:custGeom xmlns:a="http://schemas.openxmlformats.org/drawingml/2006/main">
            <a:pathLst>
              <a:path w="450093" h="95764">
                <a:moveTo>
                  <a:pt x="306447" y="95764"/>
                </a:moveTo>
                <a:lnTo>
                  <a:pt x="306447" y="47882"/>
                </a:lnTo>
                <a:lnTo>
                  <a:pt x="306447" y="0"/>
                </a:lnTo>
                <a:lnTo>
                  <a:pt x="450093" y="47882"/>
                </a:lnTo>
                <a:lnTo>
                  <a:pt x="306447" y="95764"/>
                </a:lnTo>
                <a:moveTo>
                  <a:pt x="0" y="29926"/>
                </a:moveTo>
                <a:lnTo>
                  <a:pt x="378270" y="29926"/>
                </a:lnTo>
                <a:lnTo>
                  <a:pt x="378270" y="65838"/>
                </a:lnTo>
                <a:lnTo>
                  <a:pt x="0" y="65838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text-148 ...">
            <a:extLst xmlns:a="http://schemas.openxmlformats.org/drawingml/2006/main">
              <a:ext uri="{FF2B5EF4-FFF2-40B4-BE49-F238E27FC236}">
                <a16:creationId xmlns:a16="http://schemas.microsoft.com/office/drawing/2014/main" id="{AF14E356-C10F-44FA-AB11-B7F67756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4247" y="1656496"/>
            <a:ext cx="483604" cy="72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49" name="text-149 ...">
            <a:extLst xmlns:a="http://schemas.openxmlformats.org/drawingml/2006/main">
              <a:ext uri="{FF2B5EF4-FFF2-40B4-BE49-F238E27FC236}">
                <a16:creationId xmlns:a16="http://schemas.microsoft.com/office/drawing/2014/main" id="{30B88402-40BE-4537-879E-4BC003DF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4909" y="1657940"/>
            <a:ext cx="483604" cy="72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2E53EBC9-352C-4CC8-8973-2FA3361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2830523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750635A3-9E0D-4F77-B895-9D3F4FF0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2800477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DF94610C-0CE3-457D-9A22-12D8591E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3156399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F1CC72BD-CB4B-41C2-810A-CE90D2A4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3128375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EBDCE3D8-DA13-440A-9C48-F57C0CCD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3485741"/>
            <a:ext cx="312008" cy="325877"/>
          </a:xfrm>
          <a:custGeom xmlns:a="http://schemas.openxmlformats.org/drawingml/2006/main">
            <a:pathLst>
              <a:path w="258563" h="270055">
                <a:moveTo>
                  <a:pt x="0" y="0"/>
                </a:moveTo>
                <a:lnTo>
                  <a:pt x="0" y="270055"/>
                </a:lnTo>
                <a:lnTo>
                  <a:pt x="258563" y="270055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5">
            <a:extLst xmlns:a="http://schemas.openxmlformats.org/drawingml/2006/main">
              <a:ext uri="{FF2B5EF4-FFF2-40B4-BE49-F238E27FC236}">
                <a16:creationId xmlns:a16="http://schemas.microsoft.com/office/drawing/2014/main" id="{4D9B150C-994B-4C20-B71F-B6FDE4BA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3456274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79573BF0-52FB-41B2-A1FD-D2E6DCC0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3811618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7">
            <a:extLst xmlns:a="http://schemas.openxmlformats.org/drawingml/2006/main">
              <a:ext uri="{FF2B5EF4-FFF2-40B4-BE49-F238E27FC236}">
                <a16:creationId xmlns:a16="http://schemas.microsoft.com/office/drawing/2014/main" id="{C6FA69E4-4F99-44B6-9110-0C7328B5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3784172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BA7CEC69-5943-40EB-A8B5-2790D7F1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4140960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C81D31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F4BECF34-01EF-4900-ADEB-F4832F3F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4112070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DB88F724-85F4-495A-8C53-8882E40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6758367"/>
            <a:ext cx="312008" cy="329343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AD6B1E91-9E25-4691-8636-300E0127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6729477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C0EF4CB8-8CDD-4799-A0B9-CBA7EFEA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7087711"/>
            <a:ext cx="312008" cy="325875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65D53F77-39B6-4554-9E63-3E49296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7057376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2"/>
                </a:lnTo>
                <a:lnTo>
                  <a:pt x="257292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C157D3A5-0C0B-47F1-A22F-0AEA0FA0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7413585"/>
            <a:ext cx="312008" cy="329343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08504787-98A9-406C-AEDD-A71C904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7385274"/>
            <a:ext cx="368258" cy="385676"/>
          </a:xfrm>
          <a:custGeom xmlns:a="http://schemas.openxmlformats.org/drawingml/2006/main">
            <a:pathLst>
              <a:path w="305176" h="319611">
                <a:moveTo>
                  <a:pt x="305176" y="0"/>
                </a:moveTo>
                <a:lnTo>
                  <a:pt x="305176" y="319611"/>
                </a:lnTo>
                <a:lnTo>
                  <a:pt x="0" y="319611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1"/>
                </a:lnTo>
                <a:lnTo>
                  <a:pt x="257292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175797C9-E6D3-4B7E-952F-36A4B306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7742928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6F1A4A6E-8294-46D5-BE8A-CC7BB7B4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7713173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1"/>
                </a:moveTo>
                <a:lnTo>
                  <a:pt x="47883" y="23940"/>
                </a:lnTo>
                <a:lnTo>
                  <a:pt x="47883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2" y="295671"/>
                </a:lnTo>
                <a:lnTo>
                  <a:pt x="257292" y="23940"/>
                </a:lnTo>
                <a:lnTo>
                  <a:pt x="281234" y="47881"/>
                </a:lnTo>
                <a:lnTo>
                  <a:pt x="23940" y="4788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01D2254F-165B-416D-BD61-AC79B61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661" y="8068804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DD1219C7-C040-4A03-98EF-9CB77C5D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638" y="8041070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2" y="295672"/>
                </a:lnTo>
                <a:lnTo>
                  <a:pt x="257292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C34ED6A6-EFA0-4117-B696-AC1D2865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266" y="7521056"/>
            <a:ext cx="1360704" cy="115558"/>
          </a:xfrm>
          <a:custGeom xmlns:a="http://schemas.openxmlformats.org/drawingml/2006/main">
            <a:pathLst>
              <a:path w="1127620" h="95763">
                <a:moveTo>
                  <a:pt x="983974" y="0"/>
                </a:moveTo>
                <a:lnTo>
                  <a:pt x="983974" y="47883"/>
                </a:lnTo>
                <a:lnTo>
                  <a:pt x="983974" y="95763"/>
                </a:lnTo>
                <a:lnTo>
                  <a:pt x="1127620" y="47883"/>
                </a:lnTo>
                <a:lnTo>
                  <a:pt x="983974" y="0"/>
                </a:lnTo>
                <a:moveTo>
                  <a:pt x="0" y="65838"/>
                </a:moveTo>
                <a:lnTo>
                  <a:pt x="1055797" y="65838"/>
                </a:lnTo>
                <a:lnTo>
                  <a:pt x="1055797" y="29927"/>
                </a:lnTo>
                <a:lnTo>
                  <a:pt x="0" y="29927"/>
                </a:lnTo>
                <a:lnTo>
                  <a:pt x="0" y="658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0D373FF9-00B1-4EC1-B12D-B9AB9370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377" y="3592056"/>
            <a:ext cx="1320261" cy="115558"/>
          </a:xfrm>
          <a:custGeom xmlns:a="http://schemas.openxmlformats.org/drawingml/2006/main">
            <a:pathLst>
              <a:path w="1094106" h="95763">
                <a:moveTo>
                  <a:pt x="950458" y="95763"/>
                </a:moveTo>
                <a:lnTo>
                  <a:pt x="950458" y="47882"/>
                </a:lnTo>
                <a:lnTo>
                  <a:pt x="950458" y="0"/>
                </a:lnTo>
                <a:lnTo>
                  <a:pt x="1094106" y="47882"/>
                </a:lnTo>
                <a:lnTo>
                  <a:pt x="950458" y="95763"/>
                </a:lnTo>
                <a:moveTo>
                  <a:pt x="0" y="29926"/>
                </a:moveTo>
                <a:lnTo>
                  <a:pt x="1022283" y="29926"/>
                </a:lnTo>
                <a:lnTo>
                  <a:pt x="1022283" y="65837"/>
                </a:lnTo>
                <a:lnTo>
                  <a:pt x="0" y="65837"/>
                </a:lnTo>
                <a:lnTo>
                  <a:pt x="0" y="299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44C03A79-8ABC-49A9-AE81-1EEAC79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555" y="5375995"/>
            <a:ext cx="543124" cy="573461"/>
          </a:xfrm>
          <a:custGeom xmlns:a="http://schemas.openxmlformats.org/drawingml/2006/main">
            <a:pathLst>
              <a:path w="450089" h="475229">
                <a:moveTo>
                  <a:pt x="242999" y="0"/>
                </a:moveTo>
                <a:lnTo>
                  <a:pt x="242999" y="475229"/>
                </a:lnTo>
                <a:lnTo>
                  <a:pt x="207087" y="475229"/>
                </a:lnTo>
                <a:lnTo>
                  <a:pt x="207087" y="0"/>
                </a:lnTo>
                <a:lnTo>
                  <a:pt x="242999" y="0"/>
                </a:lnTo>
                <a:moveTo>
                  <a:pt x="0" y="219658"/>
                </a:moveTo>
                <a:lnTo>
                  <a:pt x="450089" y="219658"/>
                </a:lnTo>
                <a:lnTo>
                  <a:pt x="450089" y="255569"/>
                </a:lnTo>
                <a:lnTo>
                  <a:pt x="0" y="255569"/>
                </a:lnTo>
                <a:lnTo>
                  <a:pt x="0" y="2196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E706EAB8-F509-4224-BA48-08DB3152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88" y="5354328"/>
            <a:ext cx="586459" cy="616795"/>
          </a:xfrm>
          <a:custGeom xmlns:a="http://schemas.openxmlformats.org/drawingml/2006/main">
            <a:pathLst>
              <a:path w="486001" h="511140">
                <a:moveTo>
                  <a:pt x="309" y="242473"/>
                </a:moveTo>
                <a:lnTo>
                  <a:pt x="1241" y="229546"/>
                </a:lnTo>
                <a:lnTo>
                  <a:pt x="2773" y="216809"/>
                </a:lnTo>
                <a:lnTo>
                  <a:pt x="4881" y="204264"/>
                </a:lnTo>
                <a:lnTo>
                  <a:pt x="7588" y="191935"/>
                </a:lnTo>
                <a:lnTo>
                  <a:pt x="10843" y="179845"/>
                </a:lnTo>
                <a:lnTo>
                  <a:pt x="14649" y="167994"/>
                </a:lnTo>
                <a:lnTo>
                  <a:pt x="18961" y="156406"/>
                </a:lnTo>
                <a:lnTo>
                  <a:pt x="23793" y="145106"/>
                </a:lnTo>
                <a:lnTo>
                  <a:pt x="29135" y="134093"/>
                </a:lnTo>
                <a:lnTo>
                  <a:pt x="34976" y="123392"/>
                </a:lnTo>
                <a:lnTo>
                  <a:pt x="41250" y="113048"/>
                </a:lnTo>
                <a:lnTo>
                  <a:pt x="47999" y="103018"/>
                </a:lnTo>
                <a:lnTo>
                  <a:pt x="55181" y="93370"/>
                </a:lnTo>
                <a:lnTo>
                  <a:pt x="62797" y="84080"/>
                </a:lnTo>
                <a:lnTo>
                  <a:pt x="70838" y="75198"/>
                </a:lnTo>
                <a:lnTo>
                  <a:pt x="79241" y="66723"/>
                </a:lnTo>
                <a:lnTo>
                  <a:pt x="88052" y="58679"/>
                </a:lnTo>
                <a:lnTo>
                  <a:pt x="97224" y="51066"/>
                </a:lnTo>
                <a:lnTo>
                  <a:pt x="106750" y="43907"/>
                </a:lnTo>
                <a:lnTo>
                  <a:pt x="116615" y="37228"/>
                </a:lnTo>
                <a:lnTo>
                  <a:pt x="126789" y="31052"/>
                </a:lnTo>
                <a:lnTo>
                  <a:pt x="137299" y="25377"/>
                </a:lnTo>
                <a:lnTo>
                  <a:pt x="148072" y="20230"/>
                </a:lnTo>
                <a:lnTo>
                  <a:pt x="159134" y="15609"/>
                </a:lnTo>
                <a:lnTo>
                  <a:pt x="170482" y="11563"/>
                </a:lnTo>
                <a:lnTo>
                  <a:pt x="182046" y="8092"/>
                </a:lnTo>
                <a:lnTo>
                  <a:pt x="193849" y="5219"/>
                </a:lnTo>
                <a:lnTo>
                  <a:pt x="205867" y="2969"/>
                </a:lnTo>
                <a:lnTo>
                  <a:pt x="218076" y="1316"/>
                </a:lnTo>
                <a:lnTo>
                  <a:pt x="230454" y="335"/>
                </a:lnTo>
                <a:lnTo>
                  <a:pt x="242999" y="0"/>
                </a:lnTo>
                <a:lnTo>
                  <a:pt x="255543" y="335"/>
                </a:lnTo>
                <a:lnTo>
                  <a:pt x="267922" y="1316"/>
                </a:lnTo>
                <a:lnTo>
                  <a:pt x="280130" y="2969"/>
                </a:lnTo>
                <a:lnTo>
                  <a:pt x="292152" y="5219"/>
                </a:lnTo>
                <a:lnTo>
                  <a:pt x="303951" y="8092"/>
                </a:lnTo>
                <a:lnTo>
                  <a:pt x="315515" y="11563"/>
                </a:lnTo>
                <a:lnTo>
                  <a:pt x="326843" y="15609"/>
                </a:lnTo>
                <a:lnTo>
                  <a:pt x="337925" y="20230"/>
                </a:lnTo>
                <a:lnTo>
                  <a:pt x="348698" y="25377"/>
                </a:lnTo>
                <a:lnTo>
                  <a:pt x="359208" y="31052"/>
                </a:lnTo>
                <a:lnTo>
                  <a:pt x="369382" y="37228"/>
                </a:lnTo>
                <a:lnTo>
                  <a:pt x="379247" y="43907"/>
                </a:lnTo>
                <a:lnTo>
                  <a:pt x="388776" y="51066"/>
                </a:lnTo>
                <a:lnTo>
                  <a:pt x="397945" y="58679"/>
                </a:lnTo>
                <a:lnTo>
                  <a:pt x="406756" y="66723"/>
                </a:lnTo>
                <a:lnTo>
                  <a:pt x="415159" y="75198"/>
                </a:lnTo>
                <a:lnTo>
                  <a:pt x="423204" y="84080"/>
                </a:lnTo>
                <a:lnTo>
                  <a:pt x="430816" y="93370"/>
                </a:lnTo>
                <a:lnTo>
                  <a:pt x="437999" y="103018"/>
                </a:lnTo>
                <a:lnTo>
                  <a:pt x="444751" y="113048"/>
                </a:lnTo>
                <a:lnTo>
                  <a:pt x="451022" y="123392"/>
                </a:lnTo>
                <a:lnTo>
                  <a:pt x="456866" y="134093"/>
                </a:lnTo>
                <a:lnTo>
                  <a:pt x="462204" y="145106"/>
                </a:lnTo>
                <a:lnTo>
                  <a:pt x="467040" y="156406"/>
                </a:lnTo>
                <a:lnTo>
                  <a:pt x="471348" y="167994"/>
                </a:lnTo>
                <a:lnTo>
                  <a:pt x="475154" y="179845"/>
                </a:lnTo>
                <a:lnTo>
                  <a:pt x="478413" y="191935"/>
                </a:lnTo>
                <a:lnTo>
                  <a:pt x="481117" y="204264"/>
                </a:lnTo>
                <a:lnTo>
                  <a:pt x="483224" y="216809"/>
                </a:lnTo>
                <a:lnTo>
                  <a:pt x="484756" y="229546"/>
                </a:lnTo>
                <a:lnTo>
                  <a:pt x="485689" y="242473"/>
                </a:lnTo>
                <a:lnTo>
                  <a:pt x="486001" y="255569"/>
                </a:lnTo>
                <a:lnTo>
                  <a:pt x="485689" y="268665"/>
                </a:lnTo>
                <a:lnTo>
                  <a:pt x="484756" y="281594"/>
                </a:lnTo>
                <a:lnTo>
                  <a:pt x="483224" y="294330"/>
                </a:lnTo>
                <a:lnTo>
                  <a:pt x="481117" y="306875"/>
                </a:lnTo>
                <a:lnTo>
                  <a:pt x="478413" y="319205"/>
                </a:lnTo>
                <a:lnTo>
                  <a:pt x="475154" y="331295"/>
                </a:lnTo>
                <a:lnTo>
                  <a:pt x="471348" y="343146"/>
                </a:lnTo>
                <a:lnTo>
                  <a:pt x="467040" y="354733"/>
                </a:lnTo>
                <a:lnTo>
                  <a:pt x="462204" y="366034"/>
                </a:lnTo>
                <a:lnTo>
                  <a:pt x="456866" y="377046"/>
                </a:lnTo>
                <a:lnTo>
                  <a:pt x="451022" y="387749"/>
                </a:lnTo>
                <a:lnTo>
                  <a:pt x="444751" y="398090"/>
                </a:lnTo>
                <a:lnTo>
                  <a:pt x="437999" y="408122"/>
                </a:lnTo>
                <a:lnTo>
                  <a:pt x="430816" y="417771"/>
                </a:lnTo>
                <a:lnTo>
                  <a:pt x="423204" y="427060"/>
                </a:lnTo>
                <a:lnTo>
                  <a:pt x="415159" y="435941"/>
                </a:lnTo>
                <a:lnTo>
                  <a:pt x="406756" y="444417"/>
                </a:lnTo>
                <a:lnTo>
                  <a:pt x="397945" y="452460"/>
                </a:lnTo>
                <a:lnTo>
                  <a:pt x="388776" y="460074"/>
                </a:lnTo>
                <a:lnTo>
                  <a:pt x="379247" y="467232"/>
                </a:lnTo>
                <a:lnTo>
                  <a:pt x="369382" y="473912"/>
                </a:lnTo>
                <a:lnTo>
                  <a:pt x="359208" y="480089"/>
                </a:lnTo>
                <a:lnTo>
                  <a:pt x="348698" y="485763"/>
                </a:lnTo>
                <a:lnTo>
                  <a:pt x="337925" y="490910"/>
                </a:lnTo>
                <a:lnTo>
                  <a:pt x="326843" y="495531"/>
                </a:lnTo>
                <a:lnTo>
                  <a:pt x="315515" y="499577"/>
                </a:lnTo>
                <a:lnTo>
                  <a:pt x="303951" y="503048"/>
                </a:lnTo>
                <a:lnTo>
                  <a:pt x="292152" y="505921"/>
                </a:lnTo>
                <a:lnTo>
                  <a:pt x="280130" y="508172"/>
                </a:lnTo>
                <a:lnTo>
                  <a:pt x="267922" y="509823"/>
                </a:lnTo>
                <a:lnTo>
                  <a:pt x="255543" y="510804"/>
                </a:lnTo>
                <a:lnTo>
                  <a:pt x="242999" y="511140"/>
                </a:lnTo>
                <a:lnTo>
                  <a:pt x="230454" y="510804"/>
                </a:lnTo>
                <a:lnTo>
                  <a:pt x="218076" y="509823"/>
                </a:lnTo>
                <a:lnTo>
                  <a:pt x="205867" y="508172"/>
                </a:lnTo>
                <a:lnTo>
                  <a:pt x="193849" y="505921"/>
                </a:lnTo>
                <a:lnTo>
                  <a:pt x="182046" y="503048"/>
                </a:lnTo>
                <a:lnTo>
                  <a:pt x="170482" y="499577"/>
                </a:lnTo>
                <a:lnTo>
                  <a:pt x="159134" y="495531"/>
                </a:lnTo>
                <a:lnTo>
                  <a:pt x="148072" y="490910"/>
                </a:lnTo>
                <a:lnTo>
                  <a:pt x="137299" y="485763"/>
                </a:lnTo>
                <a:lnTo>
                  <a:pt x="126789" y="480089"/>
                </a:lnTo>
                <a:lnTo>
                  <a:pt x="116615" y="473912"/>
                </a:lnTo>
                <a:lnTo>
                  <a:pt x="106750" y="467232"/>
                </a:lnTo>
                <a:lnTo>
                  <a:pt x="97224" y="460074"/>
                </a:lnTo>
                <a:lnTo>
                  <a:pt x="88052" y="452460"/>
                </a:lnTo>
                <a:lnTo>
                  <a:pt x="79241" y="444417"/>
                </a:lnTo>
                <a:lnTo>
                  <a:pt x="70838" y="435941"/>
                </a:lnTo>
                <a:lnTo>
                  <a:pt x="62797" y="427060"/>
                </a:lnTo>
                <a:lnTo>
                  <a:pt x="55181" y="417771"/>
                </a:lnTo>
                <a:lnTo>
                  <a:pt x="47999" y="408122"/>
                </a:lnTo>
                <a:lnTo>
                  <a:pt x="41250" y="398090"/>
                </a:lnTo>
                <a:lnTo>
                  <a:pt x="34976" y="387749"/>
                </a:lnTo>
                <a:lnTo>
                  <a:pt x="29135" y="377046"/>
                </a:lnTo>
                <a:lnTo>
                  <a:pt x="23793" y="366034"/>
                </a:lnTo>
                <a:lnTo>
                  <a:pt x="18961" y="354733"/>
                </a:lnTo>
                <a:lnTo>
                  <a:pt x="14649" y="343146"/>
                </a:lnTo>
                <a:lnTo>
                  <a:pt x="10843" y="331295"/>
                </a:lnTo>
                <a:lnTo>
                  <a:pt x="7588" y="319205"/>
                </a:lnTo>
                <a:lnTo>
                  <a:pt x="4881" y="306875"/>
                </a:lnTo>
                <a:lnTo>
                  <a:pt x="2773" y="294330"/>
                </a:lnTo>
                <a:lnTo>
                  <a:pt x="1241" y="281594"/>
                </a:lnTo>
                <a:lnTo>
                  <a:pt x="309" y="268665"/>
                </a:lnTo>
                <a:lnTo>
                  <a:pt x="0" y="255569"/>
                </a:lnTo>
                <a:lnTo>
                  <a:pt x="309" y="242473"/>
                </a:lnTo>
                <a:moveTo>
                  <a:pt x="35911" y="256001"/>
                </a:moveTo>
                <a:lnTo>
                  <a:pt x="35911" y="255140"/>
                </a:lnTo>
                <a:lnTo>
                  <a:pt x="36196" y="267372"/>
                </a:lnTo>
                <a:lnTo>
                  <a:pt x="36147" y="266511"/>
                </a:lnTo>
                <a:lnTo>
                  <a:pt x="37035" y="278577"/>
                </a:lnTo>
                <a:lnTo>
                  <a:pt x="36938" y="277715"/>
                </a:lnTo>
                <a:lnTo>
                  <a:pt x="38376" y="289614"/>
                </a:lnTo>
                <a:lnTo>
                  <a:pt x="38255" y="288752"/>
                </a:lnTo>
                <a:lnTo>
                  <a:pt x="40217" y="300459"/>
                </a:lnTo>
                <a:lnTo>
                  <a:pt x="40075" y="299622"/>
                </a:lnTo>
                <a:lnTo>
                  <a:pt x="42588" y="311113"/>
                </a:lnTo>
                <a:lnTo>
                  <a:pt x="42373" y="310299"/>
                </a:lnTo>
                <a:lnTo>
                  <a:pt x="45416" y="321576"/>
                </a:lnTo>
                <a:lnTo>
                  <a:pt x="45174" y="320761"/>
                </a:lnTo>
                <a:lnTo>
                  <a:pt x="48716" y="331798"/>
                </a:lnTo>
                <a:lnTo>
                  <a:pt x="48432" y="330984"/>
                </a:lnTo>
                <a:lnTo>
                  <a:pt x="52453" y="341781"/>
                </a:lnTo>
                <a:lnTo>
                  <a:pt x="52141" y="340992"/>
                </a:lnTo>
                <a:lnTo>
                  <a:pt x="56640" y="351525"/>
                </a:lnTo>
                <a:lnTo>
                  <a:pt x="56308" y="350759"/>
                </a:lnTo>
                <a:lnTo>
                  <a:pt x="61264" y="361006"/>
                </a:lnTo>
                <a:lnTo>
                  <a:pt x="60880" y="360239"/>
                </a:lnTo>
                <a:lnTo>
                  <a:pt x="66315" y="370200"/>
                </a:lnTo>
                <a:lnTo>
                  <a:pt x="65882" y="369457"/>
                </a:lnTo>
                <a:lnTo>
                  <a:pt x="71726" y="379105"/>
                </a:lnTo>
                <a:lnTo>
                  <a:pt x="71268" y="378388"/>
                </a:lnTo>
                <a:lnTo>
                  <a:pt x="77542" y="387700"/>
                </a:lnTo>
                <a:lnTo>
                  <a:pt x="77064" y="387006"/>
                </a:lnTo>
                <a:lnTo>
                  <a:pt x="83744" y="395984"/>
                </a:lnTo>
                <a:lnTo>
                  <a:pt x="83217" y="395337"/>
                </a:lnTo>
                <a:lnTo>
                  <a:pt x="90306" y="403955"/>
                </a:lnTo>
                <a:lnTo>
                  <a:pt x="89751" y="403310"/>
                </a:lnTo>
                <a:lnTo>
                  <a:pt x="97197" y="411545"/>
                </a:lnTo>
                <a:lnTo>
                  <a:pt x="96600" y="410923"/>
                </a:lnTo>
                <a:lnTo>
                  <a:pt x="104427" y="418800"/>
                </a:lnTo>
                <a:lnTo>
                  <a:pt x="103807" y="418200"/>
                </a:lnTo>
                <a:lnTo>
                  <a:pt x="111970" y="425670"/>
                </a:lnTo>
                <a:lnTo>
                  <a:pt x="111326" y="425097"/>
                </a:lnTo>
                <a:lnTo>
                  <a:pt x="119822" y="432159"/>
                </a:lnTo>
                <a:lnTo>
                  <a:pt x="119128" y="431608"/>
                </a:lnTo>
                <a:lnTo>
                  <a:pt x="127964" y="438239"/>
                </a:lnTo>
                <a:lnTo>
                  <a:pt x="127243" y="437737"/>
                </a:lnTo>
                <a:lnTo>
                  <a:pt x="136367" y="443914"/>
                </a:lnTo>
                <a:lnTo>
                  <a:pt x="135625" y="443435"/>
                </a:lnTo>
                <a:lnTo>
                  <a:pt x="145057" y="449157"/>
                </a:lnTo>
                <a:lnTo>
                  <a:pt x="144266" y="448702"/>
                </a:lnTo>
                <a:lnTo>
                  <a:pt x="153962" y="453969"/>
                </a:lnTo>
                <a:lnTo>
                  <a:pt x="153171" y="453538"/>
                </a:lnTo>
                <a:lnTo>
                  <a:pt x="163134" y="458303"/>
                </a:lnTo>
                <a:lnTo>
                  <a:pt x="162295" y="457943"/>
                </a:lnTo>
                <a:lnTo>
                  <a:pt x="172517" y="462181"/>
                </a:lnTo>
                <a:lnTo>
                  <a:pt x="171654" y="461845"/>
                </a:lnTo>
                <a:lnTo>
                  <a:pt x="182116" y="465605"/>
                </a:lnTo>
                <a:lnTo>
                  <a:pt x="181232" y="465293"/>
                </a:lnTo>
                <a:lnTo>
                  <a:pt x="191908" y="468501"/>
                </a:lnTo>
                <a:lnTo>
                  <a:pt x="191000" y="468262"/>
                </a:lnTo>
                <a:lnTo>
                  <a:pt x="201891" y="470919"/>
                </a:lnTo>
                <a:lnTo>
                  <a:pt x="200983" y="470704"/>
                </a:lnTo>
                <a:lnTo>
                  <a:pt x="212044" y="472811"/>
                </a:lnTo>
                <a:lnTo>
                  <a:pt x="211108" y="472643"/>
                </a:lnTo>
                <a:lnTo>
                  <a:pt x="222388" y="474151"/>
                </a:lnTo>
                <a:lnTo>
                  <a:pt x="221427" y="474056"/>
                </a:lnTo>
                <a:lnTo>
                  <a:pt x="232849" y="474966"/>
                </a:lnTo>
                <a:lnTo>
                  <a:pt x="231892" y="474917"/>
                </a:lnTo>
                <a:lnTo>
                  <a:pt x="243477" y="475229"/>
                </a:lnTo>
                <a:lnTo>
                  <a:pt x="242520" y="475229"/>
                </a:lnTo>
                <a:lnTo>
                  <a:pt x="254108" y="474917"/>
                </a:lnTo>
                <a:lnTo>
                  <a:pt x="253148" y="474966"/>
                </a:lnTo>
                <a:lnTo>
                  <a:pt x="264570" y="474056"/>
                </a:lnTo>
                <a:lnTo>
                  <a:pt x="263613" y="474151"/>
                </a:lnTo>
                <a:lnTo>
                  <a:pt x="274889" y="472643"/>
                </a:lnTo>
                <a:lnTo>
                  <a:pt x="273953" y="472811"/>
                </a:lnTo>
                <a:lnTo>
                  <a:pt x="285014" y="470704"/>
                </a:lnTo>
                <a:lnTo>
                  <a:pt x="284106" y="470919"/>
                </a:lnTo>
                <a:lnTo>
                  <a:pt x="295001" y="468262"/>
                </a:lnTo>
                <a:lnTo>
                  <a:pt x="294089" y="468501"/>
                </a:lnTo>
                <a:lnTo>
                  <a:pt x="304766" y="465293"/>
                </a:lnTo>
                <a:lnTo>
                  <a:pt x="303882" y="465605"/>
                </a:lnTo>
                <a:lnTo>
                  <a:pt x="314343" y="461845"/>
                </a:lnTo>
                <a:lnTo>
                  <a:pt x="313480" y="462181"/>
                </a:lnTo>
                <a:lnTo>
                  <a:pt x="323702" y="457943"/>
                </a:lnTo>
                <a:lnTo>
                  <a:pt x="322867" y="458303"/>
                </a:lnTo>
                <a:lnTo>
                  <a:pt x="332826" y="453538"/>
                </a:lnTo>
                <a:lnTo>
                  <a:pt x="332035" y="453969"/>
                </a:lnTo>
                <a:lnTo>
                  <a:pt x="341731" y="448702"/>
                </a:lnTo>
                <a:lnTo>
                  <a:pt x="340941" y="449157"/>
                </a:lnTo>
                <a:lnTo>
                  <a:pt x="350373" y="443435"/>
                </a:lnTo>
                <a:lnTo>
                  <a:pt x="349631" y="443914"/>
                </a:lnTo>
                <a:lnTo>
                  <a:pt x="358754" y="437737"/>
                </a:lnTo>
                <a:lnTo>
                  <a:pt x="358037" y="438239"/>
                </a:lnTo>
                <a:lnTo>
                  <a:pt x="366869" y="431608"/>
                </a:lnTo>
                <a:lnTo>
                  <a:pt x="366176" y="432159"/>
                </a:lnTo>
                <a:lnTo>
                  <a:pt x="374675" y="425097"/>
                </a:lnTo>
                <a:lnTo>
                  <a:pt x="374027" y="425670"/>
                </a:lnTo>
                <a:lnTo>
                  <a:pt x="382194" y="418200"/>
                </a:lnTo>
                <a:lnTo>
                  <a:pt x="381570" y="418800"/>
                </a:lnTo>
                <a:lnTo>
                  <a:pt x="389397" y="410923"/>
                </a:lnTo>
                <a:lnTo>
                  <a:pt x="388801" y="411545"/>
                </a:lnTo>
                <a:lnTo>
                  <a:pt x="396246" y="403310"/>
                </a:lnTo>
                <a:lnTo>
                  <a:pt x="395695" y="403955"/>
                </a:lnTo>
                <a:lnTo>
                  <a:pt x="402780" y="395337"/>
                </a:lnTo>
                <a:lnTo>
                  <a:pt x="402253" y="395984"/>
                </a:lnTo>
                <a:lnTo>
                  <a:pt x="408933" y="387006"/>
                </a:lnTo>
                <a:lnTo>
                  <a:pt x="408431" y="387700"/>
                </a:lnTo>
                <a:lnTo>
                  <a:pt x="414729" y="378388"/>
                </a:lnTo>
                <a:lnTo>
                  <a:pt x="414271" y="379105"/>
                </a:lnTo>
                <a:lnTo>
                  <a:pt x="420116" y="369457"/>
                </a:lnTo>
                <a:lnTo>
                  <a:pt x="419686" y="370200"/>
                </a:lnTo>
                <a:lnTo>
                  <a:pt x="425118" y="360239"/>
                </a:lnTo>
                <a:lnTo>
                  <a:pt x="424736" y="361006"/>
                </a:lnTo>
                <a:lnTo>
                  <a:pt x="429690" y="350759"/>
                </a:lnTo>
                <a:lnTo>
                  <a:pt x="429357" y="351525"/>
                </a:lnTo>
                <a:lnTo>
                  <a:pt x="433856" y="340992"/>
                </a:lnTo>
                <a:lnTo>
                  <a:pt x="433544" y="341781"/>
                </a:lnTo>
                <a:lnTo>
                  <a:pt x="437569" y="330984"/>
                </a:lnTo>
                <a:lnTo>
                  <a:pt x="437281" y="331798"/>
                </a:lnTo>
                <a:lnTo>
                  <a:pt x="440824" y="320761"/>
                </a:lnTo>
                <a:lnTo>
                  <a:pt x="440584" y="321576"/>
                </a:lnTo>
                <a:lnTo>
                  <a:pt x="443624" y="310299"/>
                </a:lnTo>
                <a:lnTo>
                  <a:pt x="443410" y="311113"/>
                </a:lnTo>
                <a:lnTo>
                  <a:pt x="445923" y="299622"/>
                </a:lnTo>
                <a:lnTo>
                  <a:pt x="445781" y="300459"/>
                </a:lnTo>
                <a:lnTo>
                  <a:pt x="447743" y="288752"/>
                </a:lnTo>
                <a:lnTo>
                  <a:pt x="447625" y="289614"/>
                </a:lnTo>
                <a:lnTo>
                  <a:pt x="449060" y="277715"/>
                </a:lnTo>
                <a:lnTo>
                  <a:pt x="448963" y="278577"/>
                </a:lnTo>
                <a:lnTo>
                  <a:pt x="449850" y="266511"/>
                </a:lnTo>
                <a:lnTo>
                  <a:pt x="449802" y="267372"/>
                </a:lnTo>
                <a:lnTo>
                  <a:pt x="450089" y="255140"/>
                </a:lnTo>
                <a:lnTo>
                  <a:pt x="450089" y="256001"/>
                </a:lnTo>
                <a:lnTo>
                  <a:pt x="449802" y="243766"/>
                </a:lnTo>
                <a:lnTo>
                  <a:pt x="449850" y="244629"/>
                </a:lnTo>
                <a:lnTo>
                  <a:pt x="448963" y="232562"/>
                </a:lnTo>
                <a:lnTo>
                  <a:pt x="449060" y="233425"/>
                </a:lnTo>
                <a:lnTo>
                  <a:pt x="447625" y="221526"/>
                </a:lnTo>
                <a:lnTo>
                  <a:pt x="447743" y="222388"/>
                </a:lnTo>
                <a:lnTo>
                  <a:pt x="445781" y="210680"/>
                </a:lnTo>
                <a:lnTo>
                  <a:pt x="445923" y="211519"/>
                </a:lnTo>
                <a:lnTo>
                  <a:pt x="443410" y="200026"/>
                </a:lnTo>
                <a:lnTo>
                  <a:pt x="443624" y="200841"/>
                </a:lnTo>
                <a:lnTo>
                  <a:pt x="440584" y="189565"/>
                </a:lnTo>
                <a:lnTo>
                  <a:pt x="440824" y="190378"/>
                </a:lnTo>
                <a:lnTo>
                  <a:pt x="437281" y="179342"/>
                </a:lnTo>
                <a:lnTo>
                  <a:pt x="437569" y="180155"/>
                </a:lnTo>
                <a:lnTo>
                  <a:pt x="433544" y="169358"/>
                </a:lnTo>
                <a:lnTo>
                  <a:pt x="433856" y="170148"/>
                </a:lnTo>
                <a:lnTo>
                  <a:pt x="429357" y="159615"/>
                </a:lnTo>
                <a:lnTo>
                  <a:pt x="429690" y="160380"/>
                </a:lnTo>
                <a:lnTo>
                  <a:pt x="424736" y="150133"/>
                </a:lnTo>
                <a:lnTo>
                  <a:pt x="425118" y="150899"/>
                </a:lnTo>
                <a:lnTo>
                  <a:pt x="419686" y="140940"/>
                </a:lnTo>
                <a:lnTo>
                  <a:pt x="420116" y="141682"/>
                </a:lnTo>
                <a:lnTo>
                  <a:pt x="414271" y="132034"/>
                </a:lnTo>
                <a:lnTo>
                  <a:pt x="414729" y="132753"/>
                </a:lnTo>
                <a:lnTo>
                  <a:pt x="408431" y="123440"/>
                </a:lnTo>
                <a:lnTo>
                  <a:pt x="408933" y="124134"/>
                </a:lnTo>
                <a:lnTo>
                  <a:pt x="402253" y="115156"/>
                </a:lnTo>
                <a:lnTo>
                  <a:pt x="402780" y="115802"/>
                </a:lnTo>
                <a:lnTo>
                  <a:pt x="395695" y="107183"/>
                </a:lnTo>
                <a:lnTo>
                  <a:pt x="396246" y="107830"/>
                </a:lnTo>
                <a:lnTo>
                  <a:pt x="388801" y="99594"/>
                </a:lnTo>
                <a:lnTo>
                  <a:pt x="389397" y="100217"/>
                </a:lnTo>
                <a:lnTo>
                  <a:pt x="381570" y="92340"/>
                </a:lnTo>
                <a:lnTo>
                  <a:pt x="382194" y="92938"/>
                </a:lnTo>
                <a:lnTo>
                  <a:pt x="374027" y="85469"/>
                </a:lnTo>
                <a:lnTo>
                  <a:pt x="374675" y="86044"/>
                </a:lnTo>
                <a:lnTo>
                  <a:pt x="366176" y="78981"/>
                </a:lnTo>
                <a:lnTo>
                  <a:pt x="366869" y="79508"/>
                </a:lnTo>
                <a:lnTo>
                  <a:pt x="358037" y="72900"/>
                </a:lnTo>
                <a:lnTo>
                  <a:pt x="358754" y="73403"/>
                </a:lnTo>
                <a:lnTo>
                  <a:pt x="349631" y="67226"/>
                </a:lnTo>
                <a:lnTo>
                  <a:pt x="350373" y="67705"/>
                </a:lnTo>
                <a:lnTo>
                  <a:pt x="340941" y="61983"/>
                </a:lnTo>
                <a:lnTo>
                  <a:pt x="341731" y="62438"/>
                </a:lnTo>
                <a:lnTo>
                  <a:pt x="332035" y="57171"/>
                </a:lnTo>
                <a:lnTo>
                  <a:pt x="332826" y="57602"/>
                </a:lnTo>
                <a:lnTo>
                  <a:pt x="322867" y="52838"/>
                </a:lnTo>
                <a:lnTo>
                  <a:pt x="323702" y="53196"/>
                </a:lnTo>
                <a:lnTo>
                  <a:pt x="313480" y="48959"/>
                </a:lnTo>
                <a:lnTo>
                  <a:pt x="314343" y="49294"/>
                </a:lnTo>
                <a:lnTo>
                  <a:pt x="303882" y="45536"/>
                </a:lnTo>
                <a:lnTo>
                  <a:pt x="304766" y="45846"/>
                </a:lnTo>
                <a:lnTo>
                  <a:pt x="294089" y="42638"/>
                </a:lnTo>
                <a:lnTo>
                  <a:pt x="295001" y="42878"/>
                </a:lnTo>
                <a:lnTo>
                  <a:pt x="284106" y="40220"/>
                </a:lnTo>
                <a:lnTo>
                  <a:pt x="285014" y="40436"/>
                </a:lnTo>
                <a:lnTo>
                  <a:pt x="273953" y="38329"/>
                </a:lnTo>
                <a:lnTo>
                  <a:pt x="274889" y="38497"/>
                </a:lnTo>
                <a:lnTo>
                  <a:pt x="263613" y="36989"/>
                </a:lnTo>
                <a:lnTo>
                  <a:pt x="264570" y="37085"/>
                </a:lnTo>
                <a:lnTo>
                  <a:pt x="253148" y="36175"/>
                </a:lnTo>
                <a:lnTo>
                  <a:pt x="254108" y="36222"/>
                </a:lnTo>
                <a:lnTo>
                  <a:pt x="242520" y="35911"/>
                </a:lnTo>
                <a:lnTo>
                  <a:pt x="243477" y="35911"/>
                </a:lnTo>
                <a:lnTo>
                  <a:pt x="231892" y="36222"/>
                </a:lnTo>
                <a:lnTo>
                  <a:pt x="232849" y="36175"/>
                </a:lnTo>
                <a:lnTo>
                  <a:pt x="221427" y="37085"/>
                </a:lnTo>
                <a:lnTo>
                  <a:pt x="222388" y="36989"/>
                </a:lnTo>
                <a:lnTo>
                  <a:pt x="211108" y="38497"/>
                </a:lnTo>
                <a:lnTo>
                  <a:pt x="212044" y="38329"/>
                </a:lnTo>
                <a:lnTo>
                  <a:pt x="200983" y="40436"/>
                </a:lnTo>
                <a:lnTo>
                  <a:pt x="201891" y="40220"/>
                </a:lnTo>
                <a:lnTo>
                  <a:pt x="191000" y="42878"/>
                </a:lnTo>
                <a:lnTo>
                  <a:pt x="191908" y="42638"/>
                </a:lnTo>
                <a:lnTo>
                  <a:pt x="181232" y="45846"/>
                </a:lnTo>
                <a:lnTo>
                  <a:pt x="182116" y="45536"/>
                </a:lnTo>
                <a:lnTo>
                  <a:pt x="171654" y="49294"/>
                </a:lnTo>
                <a:lnTo>
                  <a:pt x="172517" y="48959"/>
                </a:lnTo>
                <a:lnTo>
                  <a:pt x="162295" y="53196"/>
                </a:lnTo>
                <a:lnTo>
                  <a:pt x="163134" y="52838"/>
                </a:lnTo>
                <a:lnTo>
                  <a:pt x="153171" y="57602"/>
                </a:lnTo>
                <a:lnTo>
                  <a:pt x="153962" y="57171"/>
                </a:lnTo>
                <a:lnTo>
                  <a:pt x="144266" y="62438"/>
                </a:lnTo>
                <a:lnTo>
                  <a:pt x="145057" y="61983"/>
                </a:lnTo>
                <a:lnTo>
                  <a:pt x="135625" y="67705"/>
                </a:lnTo>
                <a:lnTo>
                  <a:pt x="136367" y="67226"/>
                </a:lnTo>
                <a:lnTo>
                  <a:pt x="127243" y="73403"/>
                </a:lnTo>
                <a:lnTo>
                  <a:pt x="127964" y="72900"/>
                </a:lnTo>
                <a:lnTo>
                  <a:pt x="119128" y="79508"/>
                </a:lnTo>
                <a:lnTo>
                  <a:pt x="119822" y="78981"/>
                </a:lnTo>
                <a:lnTo>
                  <a:pt x="111326" y="86044"/>
                </a:lnTo>
                <a:lnTo>
                  <a:pt x="111970" y="85469"/>
                </a:lnTo>
                <a:lnTo>
                  <a:pt x="103807" y="92938"/>
                </a:lnTo>
                <a:lnTo>
                  <a:pt x="104427" y="92340"/>
                </a:lnTo>
                <a:lnTo>
                  <a:pt x="96600" y="100217"/>
                </a:lnTo>
                <a:lnTo>
                  <a:pt x="97197" y="99594"/>
                </a:lnTo>
                <a:lnTo>
                  <a:pt x="89751" y="107830"/>
                </a:lnTo>
                <a:lnTo>
                  <a:pt x="90306" y="107183"/>
                </a:lnTo>
                <a:lnTo>
                  <a:pt x="83217" y="115802"/>
                </a:lnTo>
                <a:lnTo>
                  <a:pt x="83744" y="115156"/>
                </a:lnTo>
                <a:lnTo>
                  <a:pt x="77064" y="124134"/>
                </a:lnTo>
                <a:lnTo>
                  <a:pt x="77542" y="123440"/>
                </a:lnTo>
                <a:lnTo>
                  <a:pt x="71268" y="132753"/>
                </a:lnTo>
                <a:lnTo>
                  <a:pt x="71726" y="132034"/>
                </a:lnTo>
                <a:lnTo>
                  <a:pt x="65882" y="141682"/>
                </a:lnTo>
                <a:lnTo>
                  <a:pt x="66315" y="140940"/>
                </a:lnTo>
                <a:lnTo>
                  <a:pt x="60880" y="150899"/>
                </a:lnTo>
                <a:lnTo>
                  <a:pt x="61264" y="150133"/>
                </a:lnTo>
                <a:lnTo>
                  <a:pt x="56308" y="160380"/>
                </a:lnTo>
                <a:lnTo>
                  <a:pt x="56640" y="159615"/>
                </a:lnTo>
                <a:lnTo>
                  <a:pt x="52141" y="170148"/>
                </a:lnTo>
                <a:lnTo>
                  <a:pt x="52453" y="169358"/>
                </a:lnTo>
                <a:lnTo>
                  <a:pt x="48432" y="180155"/>
                </a:lnTo>
                <a:lnTo>
                  <a:pt x="48716" y="179342"/>
                </a:lnTo>
                <a:lnTo>
                  <a:pt x="45174" y="190378"/>
                </a:lnTo>
                <a:lnTo>
                  <a:pt x="45416" y="189565"/>
                </a:lnTo>
                <a:lnTo>
                  <a:pt x="42373" y="200841"/>
                </a:lnTo>
                <a:lnTo>
                  <a:pt x="42588" y="200026"/>
                </a:lnTo>
                <a:lnTo>
                  <a:pt x="40075" y="211519"/>
                </a:lnTo>
                <a:lnTo>
                  <a:pt x="40217" y="210680"/>
                </a:lnTo>
                <a:lnTo>
                  <a:pt x="38255" y="222388"/>
                </a:lnTo>
                <a:lnTo>
                  <a:pt x="38376" y="221526"/>
                </a:lnTo>
                <a:lnTo>
                  <a:pt x="36938" y="233425"/>
                </a:lnTo>
                <a:lnTo>
                  <a:pt x="37035" y="232562"/>
                </a:lnTo>
                <a:lnTo>
                  <a:pt x="36147" y="244629"/>
                </a:lnTo>
                <a:lnTo>
                  <a:pt x="36196" y="243766"/>
                </a:lnTo>
                <a:lnTo>
                  <a:pt x="35911" y="2560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6BF42130-D923-4E92-BB19-503740DF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4535" y="3628167"/>
            <a:ext cx="928806" cy="1747828"/>
          </a:xfrm>
          <a:custGeom xmlns:a="http://schemas.openxmlformats.org/drawingml/2006/main">
            <a:pathLst>
              <a:path w="769705" h="1448431">
                <a:moveTo>
                  <a:pt x="673940" y="1304785"/>
                </a:moveTo>
                <a:lnTo>
                  <a:pt x="721820" y="1304785"/>
                </a:lnTo>
                <a:lnTo>
                  <a:pt x="769705" y="1304785"/>
                </a:lnTo>
                <a:lnTo>
                  <a:pt x="721820" y="1448431"/>
                </a:lnTo>
                <a:lnTo>
                  <a:pt x="673940" y="1304785"/>
                </a:lnTo>
                <a:moveTo>
                  <a:pt x="0" y="0"/>
                </a:moveTo>
                <a:lnTo>
                  <a:pt x="739776" y="0"/>
                </a:lnTo>
                <a:lnTo>
                  <a:pt x="739776" y="1376609"/>
                </a:lnTo>
                <a:lnTo>
                  <a:pt x="703865" y="1376609"/>
                </a:lnTo>
                <a:lnTo>
                  <a:pt x="703865" y="17956"/>
                </a:lnTo>
                <a:lnTo>
                  <a:pt x="721820" y="35911"/>
                </a:lnTo>
                <a:lnTo>
                  <a:pt x="0" y="3591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634E9658-9E71-4C97-9DA0-9DB94827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4535" y="5949456"/>
            <a:ext cx="928806" cy="1651047"/>
          </a:xfrm>
          <a:custGeom xmlns:a="http://schemas.openxmlformats.org/drawingml/2006/main">
            <a:pathLst>
              <a:path w="769705" h="1368229">
                <a:moveTo>
                  <a:pt x="673940" y="143646"/>
                </a:moveTo>
                <a:lnTo>
                  <a:pt x="721820" y="143646"/>
                </a:lnTo>
                <a:lnTo>
                  <a:pt x="769705" y="143646"/>
                </a:lnTo>
                <a:lnTo>
                  <a:pt x="721820" y="0"/>
                </a:lnTo>
                <a:lnTo>
                  <a:pt x="673940" y="143646"/>
                </a:lnTo>
                <a:moveTo>
                  <a:pt x="0" y="1368229"/>
                </a:moveTo>
                <a:lnTo>
                  <a:pt x="739776" y="1368229"/>
                </a:lnTo>
                <a:lnTo>
                  <a:pt x="739776" y="71823"/>
                </a:lnTo>
                <a:lnTo>
                  <a:pt x="703865" y="71823"/>
                </a:lnTo>
                <a:lnTo>
                  <a:pt x="703865" y="1350273"/>
                </a:lnTo>
                <a:lnTo>
                  <a:pt x="721820" y="1332317"/>
                </a:lnTo>
                <a:lnTo>
                  <a:pt x="0" y="1332317"/>
                </a:lnTo>
                <a:lnTo>
                  <a:pt x="0" y="13682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D49BE152-4C2C-4832-BB1C-52CC35CD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649" y="4882848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46AE869F-B3D2-46E7-83B0-9AB3CC65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470" y="4853091"/>
            <a:ext cx="368260" cy="385677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4729AFAD-83C1-4EBE-AB21-B78B8318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649" y="5208724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2A62B483-7CB7-4FA1-8E74-2BA66DB3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470" y="5180989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0">
            <a:extLst xmlns:a="http://schemas.openxmlformats.org/drawingml/2006/main">
              <a:ext uri="{FF2B5EF4-FFF2-40B4-BE49-F238E27FC236}">
                <a16:creationId xmlns:a16="http://schemas.microsoft.com/office/drawing/2014/main" id="{93817E6C-070D-4505-A7B3-0828CFE0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649" y="5538066"/>
            <a:ext cx="308541" cy="329343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1">
            <a:extLst xmlns:a="http://schemas.openxmlformats.org/drawingml/2006/main">
              <a:ext uri="{FF2B5EF4-FFF2-40B4-BE49-F238E27FC236}">
                <a16:creationId xmlns:a16="http://schemas.microsoft.com/office/drawing/2014/main" id="{CE3DA832-9990-4A88-AAFC-4F482E13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470" y="5508887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99F6F872-7804-40B7-8490-071B9589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649" y="5867409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B6EC981B-487D-4CD2-9931-B3AAAA61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470" y="5836786"/>
            <a:ext cx="368260" cy="385677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0"/>
                </a:lnTo>
                <a:lnTo>
                  <a:pt x="47884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93ACED59-2036-4196-9DFE-BCD0C953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649" y="6193285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C4A57CEB-9226-4736-A1A4-3B528E9F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470" y="6164683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text-186 𝒀">
            <a:extLst xmlns:a="http://schemas.openxmlformats.org/drawingml/2006/main">
              <a:ext uri="{FF2B5EF4-FFF2-40B4-BE49-F238E27FC236}">
                <a16:creationId xmlns:a16="http://schemas.microsoft.com/office/drawing/2014/main" id="{751811A0-A5AF-443D-A30C-E9C2155F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6917" y="4039774"/>
            <a:ext cx="423702" cy="728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𝒀</a:t>
            </a:r>
          </a:p>
        </p:txBody>
      </p:sp>
      <p:sp>
        <p:nvSpPr>
          <p:cNvPr id="187" name="path-187">
            <a:extLst xmlns:a="http://schemas.openxmlformats.org/drawingml/2006/main">
              <a:ext uri="{FF2B5EF4-FFF2-40B4-BE49-F238E27FC236}">
                <a16:creationId xmlns:a16="http://schemas.microsoft.com/office/drawing/2014/main" id="{9B872C79-1BF9-43B7-B99A-9ACDF5CD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7" y="4409927"/>
            <a:ext cx="214097" cy="328087"/>
          </a:xfrm>
          <a:custGeom xmlns:a="http://schemas.openxmlformats.org/drawingml/2006/main">
            <a:pathLst>
              <a:path w="177423" h="271887">
                <a:moveTo>
                  <a:pt x="75844" y="206792"/>
                </a:moveTo>
                <a:cubicBezTo>
                  <a:pt x="71100" y="228894"/>
                  <a:pt x="63405" y="245269"/>
                  <a:pt x="52758" y="255916"/>
                </a:cubicBezTo>
                <a:cubicBezTo>
                  <a:pt x="42110" y="266563"/>
                  <a:pt x="27905" y="271887"/>
                  <a:pt x="10143" y="271887"/>
                </a:cubicBezTo>
                <a:cubicBezTo>
                  <a:pt x="5500" y="271887"/>
                  <a:pt x="2119" y="271584"/>
                  <a:pt x="0" y="270979"/>
                </a:cubicBezTo>
                <a:cubicBezTo>
                  <a:pt x="606" y="268456"/>
                  <a:pt x="1161" y="265857"/>
                  <a:pt x="1665" y="263182"/>
                </a:cubicBezTo>
                <a:cubicBezTo>
                  <a:pt x="2170" y="260508"/>
                  <a:pt x="2775" y="257909"/>
                  <a:pt x="3482" y="255386"/>
                </a:cubicBezTo>
                <a:cubicBezTo>
                  <a:pt x="4087" y="255588"/>
                  <a:pt x="4945" y="255689"/>
                  <a:pt x="6055" y="255689"/>
                </a:cubicBezTo>
                <a:cubicBezTo>
                  <a:pt x="7166" y="255689"/>
                  <a:pt x="8730" y="255689"/>
                  <a:pt x="10748" y="255689"/>
                </a:cubicBezTo>
                <a:cubicBezTo>
                  <a:pt x="14684" y="255689"/>
                  <a:pt x="18292" y="255058"/>
                  <a:pt x="21572" y="253797"/>
                </a:cubicBezTo>
                <a:cubicBezTo>
                  <a:pt x="24852" y="252535"/>
                  <a:pt x="27855" y="250264"/>
                  <a:pt x="30580" y="246984"/>
                </a:cubicBezTo>
                <a:cubicBezTo>
                  <a:pt x="33305" y="243704"/>
                  <a:pt x="35803" y="239213"/>
                  <a:pt x="38073" y="233511"/>
                </a:cubicBezTo>
                <a:cubicBezTo>
                  <a:pt x="40344" y="227809"/>
                  <a:pt x="42489" y="220467"/>
                  <a:pt x="44507" y="211485"/>
                </a:cubicBezTo>
                <a:lnTo>
                  <a:pt x="74784" y="77055"/>
                </a:lnTo>
                <a:lnTo>
                  <a:pt x="48746" y="77055"/>
                </a:lnTo>
                <a:lnTo>
                  <a:pt x="51471" y="65398"/>
                </a:lnTo>
                <a:cubicBezTo>
                  <a:pt x="57022" y="65095"/>
                  <a:pt x="61437" y="64742"/>
                  <a:pt x="64717" y="64339"/>
                </a:cubicBezTo>
                <a:cubicBezTo>
                  <a:pt x="67997" y="63935"/>
                  <a:pt x="70772" y="63052"/>
                  <a:pt x="73043" y="61689"/>
                </a:cubicBezTo>
                <a:cubicBezTo>
                  <a:pt x="75314" y="60327"/>
                  <a:pt x="77004" y="58031"/>
                  <a:pt x="78115" y="54801"/>
                </a:cubicBezTo>
                <a:cubicBezTo>
                  <a:pt x="83968" y="36332"/>
                  <a:pt x="92774" y="22582"/>
                  <a:pt x="104531" y="13549"/>
                </a:cubicBezTo>
                <a:cubicBezTo>
                  <a:pt x="116289" y="4516"/>
                  <a:pt x="131604" y="0"/>
                  <a:pt x="150476" y="0"/>
                </a:cubicBezTo>
                <a:cubicBezTo>
                  <a:pt x="156027" y="0"/>
                  <a:pt x="160922" y="278"/>
                  <a:pt x="165161" y="833"/>
                </a:cubicBezTo>
                <a:cubicBezTo>
                  <a:pt x="169400" y="1388"/>
                  <a:pt x="173487" y="2069"/>
                  <a:pt x="177423" y="2876"/>
                </a:cubicBezTo>
                <a:lnTo>
                  <a:pt x="171216" y="31034"/>
                </a:lnTo>
                <a:lnTo>
                  <a:pt x="156229" y="31034"/>
                </a:lnTo>
                <a:cubicBezTo>
                  <a:pt x="155523" y="25281"/>
                  <a:pt x="153807" y="21068"/>
                  <a:pt x="151082" y="18393"/>
                </a:cubicBezTo>
                <a:cubicBezTo>
                  <a:pt x="148357" y="15719"/>
                  <a:pt x="144724" y="14382"/>
                  <a:pt x="140182" y="14382"/>
                </a:cubicBezTo>
                <a:cubicBezTo>
                  <a:pt x="134934" y="14382"/>
                  <a:pt x="130519" y="15517"/>
                  <a:pt x="126936" y="17788"/>
                </a:cubicBezTo>
                <a:cubicBezTo>
                  <a:pt x="123353" y="20058"/>
                  <a:pt x="120225" y="23490"/>
                  <a:pt x="117550" y="28082"/>
                </a:cubicBezTo>
                <a:cubicBezTo>
                  <a:pt x="114876" y="32674"/>
                  <a:pt x="112580" y="38048"/>
                  <a:pt x="110662" y="44204"/>
                </a:cubicBezTo>
                <a:cubicBezTo>
                  <a:pt x="108745" y="50361"/>
                  <a:pt x="107433" y="55710"/>
                  <a:pt x="106726" y="60251"/>
                </a:cubicBezTo>
                <a:lnTo>
                  <a:pt x="148660" y="60251"/>
                </a:lnTo>
                <a:lnTo>
                  <a:pt x="145329" y="77055"/>
                </a:lnTo>
                <a:lnTo>
                  <a:pt x="103244" y="77055"/>
                </a:lnTo>
                <a:lnTo>
                  <a:pt x="75844" y="2067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88">
            <a:extLst xmlns:a="http://schemas.openxmlformats.org/drawingml/2006/main">
              <a:ext uri="{FF2B5EF4-FFF2-40B4-BE49-F238E27FC236}">
                <a16:creationId xmlns:a16="http://schemas.microsoft.com/office/drawing/2014/main" id="{05EB1D26-92E9-4F9A-B5D4-1B5F6191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3367" y="4407004"/>
            <a:ext cx="90242" cy="261593"/>
          </a:xfrm>
          <a:custGeom xmlns:a="http://schemas.openxmlformats.org/drawingml/2006/main">
            <a:pathLst>
              <a:path w="74784" h="216783">
                <a:moveTo>
                  <a:pt x="69031" y="0"/>
                </a:moveTo>
                <a:lnTo>
                  <a:pt x="61614" y="32548"/>
                </a:lnTo>
                <a:lnTo>
                  <a:pt x="31639" y="32548"/>
                </a:lnTo>
                <a:lnTo>
                  <a:pt x="38755" y="0"/>
                </a:lnTo>
                <a:lnTo>
                  <a:pt x="69031" y="0"/>
                </a:lnTo>
                <a:moveTo>
                  <a:pt x="32548" y="161830"/>
                </a:moveTo>
                <a:cubicBezTo>
                  <a:pt x="31135" y="167785"/>
                  <a:pt x="30151" y="172528"/>
                  <a:pt x="29596" y="176061"/>
                </a:cubicBezTo>
                <a:cubicBezTo>
                  <a:pt x="29041" y="179593"/>
                  <a:pt x="28763" y="182772"/>
                  <a:pt x="28763" y="185598"/>
                </a:cubicBezTo>
                <a:cubicBezTo>
                  <a:pt x="28763" y="189433"/>
                  <a:pt x="29545" y="192208"/>
                  <a:pt x="31110" y="193924"/>
                </a:cubicBezTo>
                <a:cubicBezTo>
                  <a:pt x="32674" y="195640"/>
                  <a:pt x="35020" y="196497"/>
                  <a:pt x="38149" y="196497"/>
                </a:cubicBezTo>
                <a:cubicBezTo>
                  <a:pt x="39966" y="196497"/>
                  <a:pt x="41782" y="196144"/>
                  <a:pt x="43599" y="195438"/>
                </a:cubicBezTo>
                <a:cubicBezTo>
                  <a:pt x="45415" y="194731"/>
                  <a:pt x="47358" y="193621"/>
                  <a:pt x="49427" y="192107"/>
                </a:cubicBezTo>
                <a:cubicBezTo>
                  <a:pt x="51496" y="190593"/>
                  <a:pt x="53767" y="188651"/>
                  <a:pt x="56239" y="186279"/>
                </a:cubicBezTo>
                <a:cubicBezTo>
                  <a:pt x="58712" y="183907"/>
                  <a:pt x="61462" y="181056"/>
                  <a:pt x="64490" y="177726"/>
                </a:cubicBezTo>
                <a:lnTo>
                  <a:pt x="74784" y="187717"/>
                </a:lnTo>
                <a:cubicBezTo>
                  <a:pt x="69536" y="193066"/>
                  <a:pt x="64767" y="197582"/>
                  <a:pt x="60478" y="201266"/>
                </a:cubicBezTo>
                <a:cubicBezTo>
                  <a:pt x="56189" y="204950"/>
                  <a:pt x="52127" y="207952"/>
                  <a:pt x="48292" y="210273"/>
                </a:cubicBezTo>
                <a:cubicBezTo>
                  <a:pt x="44457" y="212595"/>
                  <a:pt x="40697" y="214260"/>
                  <a:pt x="37014" y="215269"/>
                </a:cubicBezTo>
                <a:cubicBezTo>
                  <a:pt x="33330" y="216278"/>
                  <a:pt x="29419" y="216783"/>
                  <a:pt x="25281" y="216783"/>
                </a:cubicBezTo>
                <a:cubicBezTo>
                  <a:pt x="21446" y="216783"/>
                  <a:pt x="17990" y="216077"/>
                  <a:pt x="14911" y="214664"/>
                </a:cubicBezTo>
                <a:cubicBezTo>
                  <a:pt x="11833" y="213251"/>
                  <a:pt x="9184" y="211308"/>
                  <a:pt x="6964" y="208835"/>
                </a:cubicBezTo>
                <a:cubicBezTo>
                  <a:pt x="4743" y="206363"/>
                  <a:pt x="3028" y="203411"/>
                  <a:pt x="1817" y="199979"/>
                </a:cubicBezTo>
                <a:cubicBezTo>
                  <a:pt x="606" y="196548"/>
                  <a:pt x="0" y="192763"/>
                  <a:pt x="0" y="188625"/>
                </a:cubicBezTo>
                <a:cubicBezTo>
                  <a:pt x="0" y="185295"/>
                  <a:pt x="404" y="181157"/>
                  <a:pt x="1211" y="176212"/>
                </a:cubicBezTo>
                <a:cubicBezTo>
                  <a:pt x="2018" y="171267"/>
                  <a:pt x="3053" y="165893"/>
                  <a:pt x="4314" y="160089"/>
                </a:cubicBezTo>
                <a:cubicBezTo>
                  <a:pt x="5576" y="154286"/>
                  <a:pt x="6964" y="148206"/>
                  <a:pt x="8478" y="141848"/>
                </a:cubicBezTo>
                <a:cubicBezTo>
                  <a:pt x="9991" y="135489"/>
                  <a:pt x="11480" y="129182"/>
                  <a:pt x="12943" y="122924"/>
                </a:cubicBezTo>
                <a:cubicBezTo>
                  <a:pt x="14407" y="116667"/>
                  <a:pt x="15719" y="110637"/>
                  <a:pt x="16879" y="104834"/>
                </a:cubicBezTo>
                <a:cubicBezTo>
                  <a:pt x="18040" y="99031"/>
                  <a:pt x="18873" y="93758"/>
                  <a:pt x="19377" y="89014"/>
                </a:cubicBezTo>
                <a:cubicBezTo>
                  <a:pt x="19579" y="88207"/>
                  <a:pt x="19680" y="87425"/>
                  <a:pt x="19680" y="86668"/>
                </a:cubicBezTo>
                <a:cubicBezTo>
                  <a:pt x="19680" y="85911"/>
                  <a:pt x="19680" y="85230"/>
                  <a:pt x="19680" y="84624"/>
                </a:cubicBezTo>
                <a:cubicBezTo>
                  <a:pt x="19478" y="80688"/>
                  <a:pt x="18090" y="77812"/>
                  <a:pt x="15517" y="75995"/>
                </a:cubicBezTo>
                <a:cubicBezTo>
                  <a:pt x="12943" y="74179"/>
                  <a:pt x="8377" y="73169"/>
                  <a:pt x="1817" y="72967"/>
                </a:cubicBezTo>
                <a:lnTo>
                  <a:pt x="3633" y="62673"/>
                </a:lnTo>
                <a:lnTo>
                  <a:pt x="47535" y="61008"/>
                </a:lnTo>
                <a:lnTo>
                  <a:pt x="54953" y="61008"/>
                </a:lnTo>
                <a:lnTo>
                  <a:pt x="32548" y="161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A5F993D0-6514-49CE-AE65-5EA3F602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1977" y="4478796"/>
            <a:ext cx="228711" cy="189801"/>
          </a:xfrm>
          <a:custGeom xmlns:a="http://schemas.openxmlformats.org/drawingml/2006/main">
            <a:pathLst>
              <a:path w="189534" h="157289">
                <a:moveTo>
                  <a:pt x="72059" y="40117"/>
                </a:moveTo>
                <a:cubicBezTo>
                  <a:pt x="81849" y="26694"/>
                  <a:pt x="91512" y="16652"/>
                  <a:pt x="101049" y="9991"/>
                </a:cubicBezTo>
                <a:cubicBezTo>
                  <a:pt x="110587" y="3330"/>
                  <a:pt x="120452" y="0"/>
                  <a:pt x="130645" y="0"/>
                </a:cubicBezTo>
                <a:cubicBezTo>
                  <a:pt x="141343" y="0"/>
                  <a:pt x="149341" y="2876"/>
                  <a:pt x="154640" y="8629"/>
                </a:cubicBezTo>
                <a:cubicBezTo>
                  <a:pt x="159938" y="14382"/>
                  <a:pt x="162587" y="22455"/>
                  <a:pt x="162587" y="32851"/>
                </a:cubicBezTo>
                <a:cubicBezTo>
                  <a:pt x="162587" y="35979"/>
                  <a:pt x="162133" y="40319"/>
                  <a:pt x="161225" y="45870"/>
                </a:cubicBezTo>
                <a:cubicBezTo>
                  <a:pt x="160317" y="51420"/>
                  <a:pt x="159156" y="57476"/>
                  <a:pt x="157743" y="64036"/>
                </a:cubicBezTo>
                <a:cubicBezTo>
                  <a:pt x="156330" y="70596"/>
                  <a:pt x="154816" y="77332"/>
                  <a:pt x="153201" y="84246"/>
                </a:cubicBezTo>
                <a:cubicBezTo>
                  <a:pt x="151587" y="91159"/>
                  <a:pt x="150073" y="97542"/>
                  <a:pt x="148660" y="103396"/>
                </a:cubicBezTo>
                <a:cubicBezTo>
                  <a:pt x="147247" y="109249"/>
                  <a:pt x="146086" y="114245"/>
                  <a:pt x="145178" y="118383"/>
                </a:cubicBezTo>
                <a:cubicBezTo>
                  <a:pt x="144270" y="122521"/>
                  <a:pt x="143816" y="125094"/>
                  <a:pt x="143816" y="126104"/>
                </a:cubicBezTo>
                <a:cubicBezTo>
                  <a:pt x="143816" y="129939"/>
                  <a:pt x="144522" y="132714"/>
                  <a:pt x="145935" y="134430"/>
                </a:cubicBezTo>
                <a:cubicBezTo>
                  <a:pt x="147348" y="136145"/>
                  <a:pt x="149619" y="137003"/>
                  <a:pt x="152747" y="137003"/>
                </a:cubicBezTo>
                <a:cubicBezTo>
                  <a:pt x="154665" y="137003"/>
                  <a:pt x="156557" y="136650"/>
                  <a:pt x="158424" y="135944"/>
                </a:cubicBezTo>
                <a:cubicBezTo>
                  <a:pt x="160291" y="135237"/>
                  <a:pt x="162234" y="134127"/>
                  <a:pt x="164253" y="132613"/>
                </a:cubicBezTo>
                <a:cubicBezTo>
                  <a:pt x="166271" y="131099"/>
                  <a:pt x="168491" y="129156"/>
                  <a:pt x="170913" y="126785"/>
                </a:cubicBezTo>
                <a:cubicBezTo>
                  <a:pt x="173336" y="124413"/>
                  <a:pt x="176061" y="121562"/>
                  <a:pt x="179088" y="118232"/>
                </a:cubicBezTo>
                <a:lnTo>
                  <a:pt x="189534" y="128223"/>
                </a:lnTo>
                <a:cubicBezTo>
                  <a:pt x="184589" y="133269"/>
                  <a:pt x="180047" y="137609"/>
                  <a:pt x="175909" y="141242"/>
                </a:cubicBezTo>
                <a:cubicBezTo>
                  <a:pt x="171771" y="144875"/>
                  <a:pt x="167760" y="147878"/>
                  <a:pt x="163874" y="150249"/>
                </a:cubicBezTo>
                <a:cubicBezTo>
                  <a:pt x="159989" y="152621"/>
                  <a:pt x="156128" y="154387"/>
                  <a:pt x="152293" y="155548"/>
                </a:cubicBezTo>
                <a:cubicBezTo>
                  <a:pt x="148458" y="156708"/>
                  <a:pt x="144371" y="157289"/>
                  <a:pt x="140031" y="157289"/>
                </a:cubicBezTo>
                <a:cubicBezTo>
                  <a:pt x="136398" y="157289"/>
                  <a:pt x="133042" y="156582"/>
                  <a:pt x="129964" y="155169"/>
                </a:cubicBezTo>
                <a:cubicBezTo>
                  <a:pt x="126886" y="153756"/>
                  <a:pt x="124236" y="151814"/>
                  <a:pt x="122016" y="149341"/>
                </a:cubicBezTo>
                <a:cubicBezTo>
                  <a:pt x="119796" y="146868"/>
                  <a:pt x="118080" y="143942"/>
                  <a:pt x="116869" y="140561"/>
                </a:cubicBezTo>
                <a:cubicBezTo>
                  <a:pt x="115658" y="137180"/>
                  <a:pt x="115052" y="133471"/>
                  <a:pt x="115052" y="129434"/>
                </a:cubicBezTo>
                <a:cubicBezTo>
                  <a:pt x="115052" y="125397"/>
                  <a:pt x="115481" y="120679"/>
                  <a:pt x="116339" y="115280"/>
                </a:cubicBezTo>
                <a:cubicBezTo>
                  <a:pt x="117197" y="109880"/>
                  <a:pt x="118484" y="103951"/>
                  <a:pt x="120200" y="97492"/>
                </a:cubicBezTo>
                <a:cubicBezTo>
                  <a:pt x="122016" y="90932"/>
                  <a:pt x="123707" y="84649"/>
                  <a:pt x="125271" y="78644"/>
                </a:cubicBezTo>
                <a:cubicBezTo>
                  <a:pt x="126835" y="72639"/>
                  <a:pt x="128198" y="67089"/>
                  <a:pt x="129358" y="61992"/>
                </a:cubicBezTo>
                <a:cubicBezTo>
                  <a:pt x="130519" y="56895"/>
                  <a:pt x="131427" y="52354"/>
                  <a:pt x="132083" y="48367"/>
                </a:cubicBezTo>
                <a:cubicBezTo>
                  <a:pt x="132739" y="44381"/>
                  <a:pt x="133067" y="41076"/>
                  <a:pt x="133067" y="38452"/>
                </a:cubicBezTo>
                <a:cubicBezTo>
                  <a:pt x="133067" y="32195"/>
                  <a:pt x="131881" y="27602"/>
                  <a:pt x="129510" y="24676"/>
                </a:cubicBezTo>
                <a:cubicBezTo>
                  <a:pt x="127138" y="21749"/>
                  <a:pt x="123328" y="20286"/>
                  <a:pt x="118080" y="20286"/>
                </a:cubicBezTo>
                <a:cubicBezTo>
                  <a:pt x="115052" y="20286"/>
                  <a:pt x="111798" y="21068"/>
                  <a:pt x="108316" y="22632"/>
                </a:cubicBezTo>
                <a:cubicBezTo>
                  <a:pt x="104834" y="24196"/>
                  <a:pt x="101327" y="26366"/>
                  <a:pt x="97795" y="29142"/>
                </a:cubicBezTo>
                <a:cubicBezTo>
                  <a:pt x="94262" y="31917"/>
                  <a:pt x="90806" y="35197"/>
                  <a:pt x="87425" y="38982"/>
                </a:cubicBezTo>
                <a:cubicBezTo>
                  <a:pt x="84044" y="42766"/>
                  <a:pt x="80940" y="46803"/>
                  <a:pt x="78115" y="51092"/>
                </a:cubicBezTo>
                <a:cubicBezTo>
                  <a:pt x="75289" y="55382"/>
                  <a:pt x="72791" y="59873"/>
                  <a:pt x="70621" y="64566"/>
                </a:cubicBezTo>
                <a:cubicBezTo>
                  <a:pt x="68451" y="69259"/>
                  <a:pt x="66862" y="73926"/>
                  <a:pt x="65852" y="78569"/>
                </a:cubicBezTo>
                <a:lnTo>
                  <a:pt x="48897" y="154564"/>
                </a:lnTo>
                <a:lnTo>
                  <a:pt x="19226" y="154564"/>
                </a:lnTo>
                <a:lnTo>
                  <a:pt x="41934" y="55861"/>
                </a:lnTo>
                <a:cubicBezTo>
                  <a:pt x="43246" y="50613"/>
                  <a:pt x="44204" y="45920"/>
                  <a:pt x="44810" y="41782"/>
                </a:cubicBezTo>
                <a:cubicBezTo>
                  <a:pt x="45415" y="37644"/>
                  <a:pt x="45718" y="34263"/>
                  <a:pt x="45718" y="31639"/>
                </a:cubicBezTo>
                <a:cubicBezTo>
                  <a:pt x="45718" y="24272"/>
                  <a:pt x="42741" y="20588"/>
                  <a:pt x="36787" y="20588"/>
                </a:cubicBezTo>
                <a:cubicBezTo>
                  <a:pt x="34970" y="20588"/>
                  <a:pt x="33128" y="20967"/>
                  <a:pt x="31261" y="21724"/>
                </a:cubicBezTo>
                <a:cubicBezTo>
                  <a:pt x="29394" y="22481"/>
                  <a:pt x="27426" y="23616"/>
                  <a:pt x="25357" y="25130"/>
                </a:cubicBezTo>
                <a:cubicBezTo>
                  <a:pt x="23288" y="26644"/>
                  <a:pt x="21042" y="28561"/>
                  <a:pt x="18620" y="30882"/>
                </a:cubicBezTo>
                <a:cubicBezTo>
                  <a:pt x="16198" y="33204"/>
                  <a:pt x="13473" y="35929"/>
                  <a:pt x="10446" y="39057"/>
                </a:cubicBezTo>
                <a:lnTo>
                  <a:pt x="0" y="29217"/>
                </a:lnTo>
                <a:cubicBezTo>
                  <a:pt x="5046" y="24070"/>
                  <a:pt x="9663" y="19655"/>
                  <a:pt x="13852" y="15971"/>
                </a:cubicBezTo>
                <a:cubicBezTo>
                  <a:pt x="18040" y="12287"/>
                  <a:pt x="22026" y="9260"/>
                  <a:pt x="25811" y="6888"/>
                </a:cubicBezTo>
                <a:cubicBezTo>
                  <a:pt x="29596" y="4516"/>
                  <a:pt x="33355" y="2775"/>
                  <a:pt x="37089" y="1665"/>
                </a:cubicBezTo>
                <a:cubicBezTo>
                  <a:pt x="40823" y="555"/>
                  <a:pt x="44759" y="0"/>
                  <a:pt x="48897" y="0"/>
                </a:cubicBezTo>
                <a:cubicBezTo>
                  <a:pt x="56366" y="0"/>
                  <a:pt x="62143" y="2447"/>
                  <a:pt x="66231" y="7342"/>
                </a:cubicBezTo>
                <a:cubicBezTo>
                  <a:pt x="70318" y="12237"/>
                  <a:pt x="72362" y="18671"/>
                  <a:pt x="72362" y="26644"/>
                </a:cubicBezTo>
                <a:cubicBezTo>
                  <a:pt x="72362" y="28662"/>
                  <a:pt x="72185" y="30782"/>
                  <a:pt x="71832" y="33002"/>
                </a:cubicBezTo>
                <a:cubicBezTo>
                  <a:pt x="71479" y="35222"/>
                  <a:pt x="70848" y="37342"/>
                  <a:pt x="69940" y="39360"/>
                </a:cubicBezTo>
                <a:lnTo>
                  <a:pt x="72059" y="401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F04609D2-51C5-4326-AA01-646E7354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1993" y="4478796"/>
            <a:ext cx="203319" cy="189801"/>
          </a:xfrm>
          <a:custGeom xmlns:a="http://schemas.openxmlformats.org/drawingml/2006/main">
            <a:pathLst>
              <a:path w="168491" h="157289">
                <a:moveTo>
                  <a:pt x="96584" y="117020"/>
                </a:moveTo>
                <a:cubicBezTo>
                  <a:pt x="91436" y="124186"/>
                  <a:pt x="86441" y="130292"/>
                  <a:pt x="81596" y="135338"/>
                </a:cubicBezTo>
                <a:cubicBezTo>
                  <a:pt x="76752" y="140384"/>
                  <a:pt x="71958" y="144547"/>
                  <a:pt x="67215" y="147827"/>
                </a:cubicBezTo>
                <a:cubicBezTo>
                  <a:pt x="62471" y="151107"/>
                  <a:pt x="57678" y="153504"/>
                  <a:pt x="52833" y="155018"/>
                </a:cubicBezTo>
                <a:cubicBezTo>
                  <a:pt x="47989" y="156532"/>
                  <a:pt x="42943" y="157289"/>
                  <a:pt x="37695" y="157289"/>
                </a:cubicBezTo>
                <a:cubicBezTo>
                  <a:pt x="25685" y="157289"/>
                  <a:pt x="16400" y="152974"/>
                  <a:pt x="9840" y="144345"/>
                </a:cubicBezTo>
                <a:cubicBezTo>
                  <a:pt x="3280" y="135716"/>
                  <a:pt x="0" y="123177"/>
                  <a:pt x="0" y="106726"/>
                </a:cubicBezTo>
                <a:cubicBezTo>
                  <a:pt x="0" y="96937"/>
                  <a:pt x="1034" y="87526"/>
                  <a:pt x="3103" y="78493"/>
                </a:cubicBezTo>
                <a:cubicBezTo>
                  <a:pt x="5172" y="69460"/>
                  <a:pt x="8099" y="60983"/>
                  <a:pt x="11884" y="53060"/>
                </a:cubicBezTo>
                <a:cubicBezTo>
                  <a:pt x="15668" y="45138"/>
                  <a:pt x="20185" y="37922"/>
                  <a:pt x="25433" y="31412"/>
                </a:cubicBezTo>
                <a:cubicBezTo>
                  <a:pt x="30681" y="24903"/>
                  <a:pt x="36433" y="19327"/>
                  <a:pt x="42691" y="14684"/>
                </a:cubicBezTo>
                <a:cubicBezTo>
                  <a:pt x="48948" y="10042"/>
                  <a:pt x="55609" y="6434"/>
                  <a:pt x="62673" y="3860"/>
                </a:cubicBezTo>
                <a:cubicBezTo>
                  <a:pt x="69738" y="1287"/>
                  <a:pt x="77055" y="0"/>
                  <a:pt x="84624" y="0"/>
                </a:cubicBezTo>
                <a:cubicBezTo>
                  <a:pt x="92597" y="0"/>
                  <a:pt x="99636" y="934"/>
                  <a:pt x="105742" y="2801"/>
                </a:cubicBezTo>
                <a:cubicBezTo>
                  <a:pt x="111848" y="4668"/>
                  <a:pt x="117424" y="7216"/>
                  <a:pt x="122470" y="10446"/>
                </a:cubicBezTo>
                <a:lnTo>
                  <a:pt x="137155" y="0"/>
                </a:lnTo>
                <a:lnTo>
                  <a:pt x="149417" y="3179"/>
                </a:lnTo>
                <a:lnTo>
                  <a:pt x="126558" y="102336"/>
                </a:lnTo>
                <a:cubicBezTo>
                  <a:pt x="125246" y="107988"/>
                  <a:pt x="124337" y="112656"/>
                  <a:pt x="123833" y="116339"/>
                </a:cubicBezTo>
                <a:cubicBezTo>
                  <a:pt x="123328" y="120023"/>
                  <a:pt x="123076" y="123278"/>
                  <a:pt x="123076" y="126104"/>
                </a:cubicBezTo>
                <a:cubicBezTo>
                  <a:pt x="123076" y="129939"/>
                  <a:pt x="123858" y="132714"/>
                  <a:pt x="125422" y="134430"/>
                </a:cubicBezTo>
                <a:cubicBezTo>
                  <a:pt x="126987" y="136145"/>
                  <a:pt x="129232" y="137003"/>
                  <a:pt x="132159" y="137003"/>
                </a:cubicBezTo>
                <a:cubicBezTo>
                  <a:pt x="133976" y="137003"/>
                  <a:pt x="135767" y="136650"/>
                  <a:pt x="137533" y="135944"/>
                </a:cubicBezTo>
                <a:cubicBezTo>
                  <a:pt x="139299" y="135237"/>
                  <a:pt x="141217" y="134127"/>
                  <a:pt x="143286" y="132613"/>
                </a:cubicBezTo>
                <a:cubicBezTo>
                  <a:pt x="145355" y="131099"/>
                  <a:pt x="147625" y="129156"/>
                  <a:pt x="150098" y="126785"/>
                </a:cubicBezTo>
                <a:cubicBezTo>
                  <a:pt x="152571" y="124413"/>
                  <a:pt x="155371" y="121562"/>
                  <a:pt x="158500" y="118232"/>
                </a:cubicBezTo>
                <a:cubicBezTo>
                  <a:pt x="160115" y="119947"/>
                  <a:pt x="161780" y="121638"/>
                  <a:pt x="163496" y="123303"/>
                </a:cubicBezTo>
                <a:cubicBezTo>
                  <a:pt x="165211" y="124968"/>
                  <a:pt x="166877" y="126608"/>
                  <a:pt x="168491" y="128223"/>
                </a:cubicBezTo>
                <a:cubicBezTo>
                  <a:pt x="163445" y="133370"/>
                  <a:pt x="158853" y="137785"/>
                  <a:pt x="154715" y="141469"/>
                </a:cubicBezTo>
                <a:cubicBezTo>
                  <a:pt x="150577" y="145153"/>
                  <a:pt x="146566" y="148180"/>
                  <a:pt x="142680" y="150552"/>
                </a:cubicBezTo>
                <a:cubicBezTo>
                  <a:pt x="138795" y="152924"/>
                  <a:pt x="134985" y="154640"/>
                  <a:pt x="131251" y="155699"/>
                </a:cubicBezTo>
                <a:cubicBezTo>
                  <a:pt x="127516" y="156759"/>
                  <a:pt x="123631" y="157289"/>
                  <a:pt x="119594" y="157289"/>
                </a:cubicBezTo>
                <a:cubicBezTo>
                  <a:pt x="112328" y="157289"/>
                  <a:pt x="106676" y="154942"/>
                  <a:pt x="102639" y="150249"/>
                </a:cubicBezTo>
                <a:cubicBezTo>
                  <a:pt x="98602" y="145556"/>
                  <a:pt x="96584" y="139123"/>
                  <a:pt x="96584" y="130948"/>
                </a:cubicBezTo>
                <a:cubicBezTo>
                  <a:pt x="96584" y="126406"/>
                  <a:pt x="97290" y="122067"/>
                  <a:pt x="98703" y="117929"/>
                </a:cubicBezTo>
                <a:lnTo>
                  <a:pt x="96584" y="117020"/>
                </a:lnTo>
                <a:moveTo>
                  <a:pt x="106424" y="68880"/>
                </a:moveTo>
                <a:cubicBezTo>
                  <a:pt x="107836" y="62623"/>
                  <a:pt x="108947" y="56971"/>
                  <a:pt x="109754" y="51925"/>
                </a:cubicBezTo>
                <a:cubicBezTo>
                  <a:pt x="110561" y="46879"/>
                  <a:pt x="110965" y="42085"/>
                  <a:pt x="110965" y="37543"/>
                </a:cubicBezTo>
                <a:cubicBezTo>
                  <a:pt x="110965" y="29470"/>
                  <a:pt x="109073" y="23692"/>
                  <a:pt x="105288" y="20210"/>
                </a:cubicBezTo>
                <a:cubicBezTo>
                  <a:pt x="101504" y="16728"/>
                  <a:pt x="95524" y="14987"/>
                  <a:pt x="87349" y="14987"/>
                </a:cubicBezTo>
                <a:cubicBezTo>
                  <a:pt x="81395" y="14987"/>
                  <a:pt x="75844" y="16299"/>
                  <a:pt x="70697" y="18923"/>
                </a:cubicBezTo>
                <a:cubicBezTo>
                  <a:pt x="65550" y="21547"/>
                  <a:pt x="60857" y="25130"/>
                  <a:pt x="56618" y="29671"/>
                </a:cubicBezTo>
                <a:cubicBezTo>
                  <a:pt x="52379" y="34213"/>
                  <a:pt x="48620" y="39461"/>
                  <a:pt x="45340" y="45415"/>
                </a:cubicBezTo>
                <a:cubicBezTo>
                  <a:pt x="42060" y="51370"/>
                  <a:pt x="39284" y="57678"/>
                  <a:pt x="37014" y="64339"/>
                </a:cubicBezTo>
                <a:cubicBezTo>
                  <a:pt x="34743" y="70999"/>
                  <a:pt x="33027" y="77837"/>
                  <a:pt x="31866" y="84851"/>
                </a:cubicBezTo>
                <a:cubicBezTo>
                  <a:pt x="30706" y="91865"/>
                  <a:pt x="30126" y="98602"/>
                  <a:pt x="30126" y="105061"/>
                </a:cubicBezTo>
                <a:cubicBezTo>
                  <a:pt x="30126" y="115961"/>
                  <a:pt x="31665" y="124060"/>
                  <a:pt x="34743" y="129358"/>
                </a:cubicBezTo>
                <a:cubicBezTo>
                  <a:pt x="37821" y="134657"/>
                  <a:pt x="42791" y="137306"/>
                  <a:pt x="49654" y="137306"/>
                </a:cubicBezTo>
                <a:cubicBezTo>
                  <a:pt x="53086" y="137306"/>
                  <a:pt x="56391" y="136700"/>
                  <a:pt x="59570" y="135489"/>
                </a:cubicBezTo>
                <a:cubicBezTo>
                  <a:pt x="62749" y="134278"/>
                  <a:pt x="66105" y="132361"/>
                  <a:pt x="69637" y="129737"/>
                </a:cubicBezTo>
                <a:cubicBezTo>
                  <a:pt x="78518" y="122773"/>
                  <a:pt x="86087" y="114296"/>
                  <a:pt x="92345" y="104304"/>
                </a:cubicBezTo>
                <a:cubicBezTo>
                  <a:pt x="98602" y="94313"/>
                  <a:pt x="103295" y="82505"/>
                  <a:pt x="106424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6DCA3FA6-2C63-42D5-9755-389E4345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2574" y="4415955"/>
            <a:ext cx="89694" cy="252642"/>
          </a:xfrm>
          <a:custGeom xmlns:a="http://schemas.openxmlformats.org/drawingml/2006/main">
            <a:pathLst>
              <a:path w="74330" h="209365">
                <a:moveTo>
                  <a:pt x="4693" y="148660"/>
                </a:moveTo>
                <a:cubicBezTo>
                  <a:pt x="9033" y="129283"/>
                  <a:pt x="13347" y="109956"/>
                  <a:pt x="17636" y="90679"/>
                </a:cubicBezTo>
                <a:cubicBezTo>
                  <a:pt x="21926" y="71403"/>
                  <a:pt x="25433" y="56618"/>
                  <a:pt x="28158" y="46324"/>
                </a:cubicBezTo>
                <a:cubicBezTo>
                  <a:pt x="30580" y="35323"/>
                  <a:pt x="31791" y="27804"/>
                  <a:pt x="31791" y="23767"/>
                </a:cubicBezTo>
                <a:cubicBezTo>
                  <a:pt x="31791" y="21648"/>
                  <a:pt x="31513" y="19882"/>
                  <a:pt x="30958" y="18469"/>
                </a:cubicBezTo>
                <a:cubicBezTo>
                  <a:pt x="30403" y="17056"/>
                  <a:pt x="29394" y="15895"/>
                  <a:pt x="27930" y="14987"/>
                </a:cubicBezTo>
                <a:cubicBezTo>
                  <a:pt x="26467" y="14079"/>
                  <a:pt x="24474" y="13423"/>
                  <a:pt x="21951" y="13019"/>
                </a:cubicBezTo>
                <a:cubicBezTo>
                  <a:pt x="19428" y="12615"/>
                  <a:pt x="16148" y="12313"/>
                  <a:pt x="12111" y="12111"/>
                </a:cubicBezTo>
                <a:lnTo>
                  <a:pt x="14230" y="1817"/>
                </a:lnTo>
                <a:lnTo>
                  <a:pt x="55861" y="0"/>
                </a:lnTo>
                <a:lnTo>
                  <a:pt x="66761" y="0"/>
                </a:lnTo>
                <a:cubicBezTo>
                  <a:pt x="60503" y="28158"/>
                  <a:pt x="54776" y="53893"/>
                  <a:pt x="49579" y="77206"/>
                </a:cubicBezTo>
                <a:cubicBezTo>
                  <a:pt x="44381" y="100519"/>
                  <a:pt x="38704" y="126255"/>
                  <a:pt x="32548" y="154412"/>
                </a:cubicBezTo>
                <a:cubicBezTo>
                  <a:pt x="31135" y="160468"/>
                  <a:pt x="30126" y="165237"/>
                  <a:pt x="29520" y="168718"/>
                </a:cubicBezTo>
                <a:cubicBezTo>
                  <a:pt x="28914" y="172200"/>
                  <a:pt x="28612" y="175354"/>
                  <a:pt x="28612" y="178180"/>
                </a:cubicBezTo>
                <a:cubicBezTo>
                  <a:pt x="28612" y="182015"/>
                  <a:pt x="29394" y="184790"/>
                  <a:pt x="30958" y="186506"/>
                </a:cubicBezTo>
                <a:cubicBezTo>
                  <a:pt x="32523" y="188222"/>
                  <a:pt x="34919" y="189080"/>
                  <a:pt x="38149" y="189080"/>
                </a:cubicBezTo>
                <a:cubicBezTo>
                  <a:pt x="39966" y="189080"/>
                  <a:pt x="41782" y="188726"/>
                  <a:pt x="43599" y="188020"/>
                </a:cubicBezTo>
                <a:cubicBezTo>
                  <a:pt x="45415" y="187313"/>
                  <a:pt x="47333" y="186203"/>
                  <a:pt x="49351" y="184689"/>
                </a:cubicBezTo>
                <a:cubicBezTo>
                  <a:pt x="51370" y="183176"/>
                  <a:pt x="53615" y="181233"/>
                  <a:pt x="56088" y="178861"/>
                </a:cubicBezTo>
                <a:cubicBezTo>
                  <a:pt x="58561" y="176489"/>
                  <a:pt x="61361" y="173638"/>
                  <a:pt x="64490" y="170308"/>
                </a:cubicBezTo>
                <a:lnTo>
                  <a:pt x="74330" y="180299"/>
                </a:lnTo>
                <a:cubicBezTo>
                  <a:pt x="69183" y="185547"/>
                  <a:pt x="64515" y="190013"/>
                  <a:pt x="60327" y="193697"/>
                </a:cubicBezTo>
                <a:cubicBezTo>
                  <a:pt x="56139" y="197381"/>
                  <a:pt x="52152" y="200383"/>
                  <a:pt x="48367" y="202704"/>
                </a:cubicBezTo>
                <a:cubicBezTo>
                  <a:pt x="44583" y="205025"/>
                  <a:pt x="40849" y="206716"/>
                  <a:pt x="37165" y="207776"/>
                </a:cubicBezTo>
                <a:cubicBezTo>
                  <a:pt x="33481" y="208835"/>
                  <a:pt x="29520" y="209365"/>
                  <a:pt x="25281" y="209365"/>
                </a:cubicBezTo>
                <a:cubicBezTo>
                  <a:pt x="21446" y="209365"/>
                  <a:pt x="17990" y="208659"/>
                  <a:pt x="14911" y="207246"/>
                </a:cubicBezTo>
                <a:cubicBezTo>
                  <a:pt x="11833" y="205833"/>
                  <a:pt x="9184" y="203890"/>
                  <a:pt x="6964" y="201417"/>
                </a:cubicBezTo>
                <a:cubicBezTo>
                  <a:pt x="4743" y="198945"/>
                  <a:pt x="3028" y="195993"/>
                  <a:pt x="1817" y="192561"/>
                </a:cubicBezTo>
                <a:cubicBezTo>
                  <a:pt x="606" y="189130"/>
                  <a:pt x="0" y="185345"/>
                  <a:pt x="0" y="181208"/>
                </a:cubicBezTo>
                <a:cubicBezTo>
                  <a:pt x="0" y="177473"/>
                  <a:pt x="378" y="172856"/>
                  <a:pt x="1135" y="167356"/>
                </a:cubicBezTo>
                <a:cubicBezTo>
                  <a:pt x="1892" y="161856"/>
                  <a:pt x="3078" y="155624"/>
                  <a:pt x="4693" y="1486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2">
            <a:extLst xmlns:a="http://schemas.openxmlformats.org/drawingml/2006/main">
              <a:ext uri="{FF2B5EF4-FFF2-40B4-BE49-F238E27FC236}">
                <a16:creationId xmlns:a16="http://schemas.microsoft.com/office/drawing/2014/main" id="{271D04DE-59A5-47CC-BC99-8907E020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7123" y="5605668"/>
            <a:ext cx="527238" cy="115559"/>
          </a:xfrm>
          <a:custGeom xmlns:a="http://schemas.openxmlformats.org/drawingml/2006/main">
            <a:pathLst>
              <a:path w="436924" h="95764">
                <a:moveTo>
                  <a:pt x="293278" y="95764"/>
                </a:moveTo>
                <a:lnTo>
                  <a:pt x="293278" y="47883"/>
                </a:lnTo>
                <a:lnTo>
                  <a:pt x="293278" y="0"/>
                </a:lnTo>
                <a:lnTo>
                  <a:pt x="436924" y="47883"/>
                </a:lnTo>
                <a:lnTo>
                  <a:pt x="293278" y="95764"/>
                </a:lnTo>
                <a:moveTo>
                  <a:pt x="0" y="29927"/>
                </a:moveTo>
                <a:lnTo>
                  <a:pt x="365101" y="29927"/>
                </a:lnTo>
                <a:lnTo>
                  <a:pt x="365101" y="65838"/>
                </a:lnTo>
                <a:lnTo>
                  <a:pt x="0" y="65838"/>
                </a:lnTo>
                <a:lnTo>
                  <a:pt x="0" y="299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text-193 ∆">
            <a:extLst xmlns:a="http://schemas.openxmlformats.org/drawingml/2006/main">
              <a:ext uri="{FF2B5EF4-FFF2-40B4-BE49-F238E27FC236}">
                <a16:creationId xmlns:a16="http://schemas.microsoft.com/office/drawing/2014/main" id="{1E34EB74-C16E-4D61-B246-C928BB3C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4987" y="3889582"/>
            <a:ext cx="403384" cy="728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∆</a:t>
            </a:r>
          </a:p>
        </p:txBody>
      </p:sp>
      <p:sp>
        <p:nvSpPr>
          <p:cNvPr id="194" name="path-194">
            <a:extLst xmlns:a="http://schemas.openxmlformats.org/drawingml/2006/main">
              <a:ext uri="{FF2B5EF4-FFF2-40B4-BE49-F238E27FC236}">
                <a16:creationId xmlns:a16="http://schemas.microsoft.com/office/drawing/2014/main" id="{DE4F12CB-A174-409A-A943-12797D88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046" y="4286006"/>
            <a:ext cx="132806" cy="232365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5">
            <a:extLst xmlns:a="http://schemas.openxmlformats.org/drawingml/2006/main">
              <a:ext uri="{FF2B5EF4-FFF2-40B4-BE49-F238E27FC236}">
                <a16:creationId xmlns:a16="http://schemas.microsoft.com/office/drawing/2014/main" id="{76094F75-59C1-4FE9-945F-CE2F0C6C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269" y="3043786"/>
            <a:ext cx="857013" cy="527584"/>
          </a:xfrm>
          <a:custGeom xmlns:a="http://schemas.openxmlformats.org/drawingml/2006/main">
            <a:pathLst>
              <a:path w="710210" h="437211">
                <a:moveTo>
                  <a:pt x="0" y="407021"/>
                </a:moveTo>
                <a:cubicBezTo>
                  <a:pt x="50659" y="404124"/>
                  <a:pt x="173117" y="437211"/>
                  <a:pt x="276711" y="357918"/>
                </a:cubicBezTo>
                <a:cubicBezTo>
                  <a:pt x="380327" y="278626"/>
                  <a:pt x="433286" y="0"/>
                  <a:pt x="519806" y="12593"/>
                </a:cubicBezTo>
                <a:cubicBezTo>
                  <a:pt x="606330" y="25162"/>
                  <a:pt x="671328" y="334935"/>
                  <a:pt x="710210" y="421792"/>
                </a:cubicBezTo>
              </a:path>
            </a:pathLst>
          </a:custGeom>
          <a:solidFill xmlns:a="http://schemas.openxmlformats.org/drawingml/2006/main">
            <a:srgbClr val="FADB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96">
            <a:extLst xmlns:a="http://schemas.openxmlformats.org/drawingml/2006/main">
              <a:ext uri="{FF2B5EF4-FFF2-40B4-BE49-F238E27FC236}">
                <a16:creationId xmlns:a16="http://schemas.microsoft.com/office/drawing/2014/main" id="{A3C8024E-18AD-490F-A0DA-954B55BE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37" y="3044076"/>
            <a:ext cx="870563" cy="514323"/>
          </a:xfrm>
          <a:custGeom xmlns:a="http://schemas.openxmlformats.org/drawingml/2006/main">
            <a:pathLst>
              <a:path w="721439" h="426222">
                <a:moveTo>
                  <a:pt x="0" y="394810"/>
                </a:moveTo>
                <a:lnTo>
                  <a:pt x="10654" y="394643"/>
                </a:lnTo>
                <a:lnTo>
                  <a:pt x="23030" y="395146"/>
                </a:lnTo>
                <a:lnTo>
                  <a:pt x="51066" y="397085"/>
                </a:lnTo>
                <a:lnTo>
                  <a:pt x="51018" y="397085"/>
                </a:lnTo>
                <a:lnTo>
                  <a:pt x="66748" y="398139"/>
                </a:lnTo>
                <a:lnTo>
                  <a:pt x="66533" y="398115"/>
                </a:lnTo>
                <a:lnTo>
                  <a:pt x="83269" y="398928"/>
                </a:lnTo>
                <a:lnTo>
                  <a:pt x="82933" y="398905"/>
                </a:lnTo>
                <a:lnTo>
                  <a:pt x="100552" y="399239"/>
                </a:lnTo>
                <a:lnTo>
                  <a:pt x="100098" y="399239"/>
                </a:lnTo>
                <a:lnTo>
                  <a:pt x="118484" y="398905"/>
                </a:lnTo>
                <a:lnTo>
                  <a:pt x="118078" y="398928"/>
                </a:lnTo>
                <a:lnTo>
                  <a:pt x="127510" y="398426"/>
                </a:lnTo>
                <a:lnTo>
                  <a:pt x="127198" y="398449"/>
                </a:lnTo>
                <a:lnTo>
                  <a:pt x="136776" y="397707"/>
                </a:lnTo>
                <a:lnTo>
                  <a:pt x="136439" y="397732"/>
                </a:lnTo>
                <a:lnTo>
                  <a:pt x="146136" y="396726"/>
                </a:lnTo>
                <a:lnTo>
                  <a:pt x="145778" y="396750"/>
                </a:lnTo>
                <a:lnTo>
                  <a:pt x="155570" y="395433"/>
                </a:lnTo>
                <a:lnTo>
                  <a:pt x="155210" y="395481"/>
                </a:lnTo>
                <a:lnTo>
                  <a:pt x="165099" y="393829"/>
                </a:lnTo>
                <a:lnTo>
                  <a:pt x="164690" y="393901"/>
                </a:lnTo>
                <a:lnTo>
                  <a:pt x="174649" y="391890"/>
                </a:lnTo>
                <a:lnTo>
                  <a:pt x="174243" y="391986"/>
                </a:lnTo>
                <a:lnTo>
                  <a:pt x="184251" y="389567"/>
                </a:lnTo>
                <a:lnTo>
                  <a:pt x="183819" y="389687"/>
                </a:lnTo>
                <a:lnTo>
                  <a:pt x="193851" y="386863"/>
                </a:lnTo>
                <a:lnTo>
                  <a:pt x="193397" y="387006"/>
                </a:lnTo>
                <a:lnTo>
                  <a:pt x="203475" y="383750"/>
                </a:lnTo>
                <a:lnTo>
                  <a:pt x="203021" y="383917"/>
                </a:lnTo>
                <a:lnTo>
                  <a:pt x="213100" y="380183"/>
                </a:lnTo>
                <a:lnTo>
                  <a:pt x="212619" y="380374"/>
                </a:lnTo>
                <a:lnTo>
                  <a:pt x="222675" y="376136"/>
                </a:lnTo>
                <a:lnTo>
                  <a:pt x="222197" y="376352"/>
                </a:lnTo>
                <a:lnTo>
                  <a:pt x="232229" y="371612"/>
                </a:lnTo>
                <a:lnTo>
                  <a:pt x="231750" y="371851"/>
                </a:lnTo>
                <a:lnTo>
                  <a:pt x="241758" y="366560"/>
                </a:lnTo>
                <a:lnTo>
                  <a:pt x="241255" y="366824"/>
                </a:lnTo>
                <a:lnTo>
                  <a:pt x="251190" y="360958"/>
                </a:lnTo>
                <a:lnTo>
                  <a:pt x="250711" y="361269"/>
                </a:lnTo>
                <a:lnTo>
                  <a:pt x="260575" y="354782"/>
                </a:lnTo>
                <a:lnTo>
                  <a:pt x="260095" y="355116"/>
                </a:lnTo>
                <a:lnTo>
                  <a:pt x="269863" y="348006"/>
                </a:lnTo>
                <a:lnTo>
                  <a:pt x="269242" y="348508"/>
                </a:lnTo>
                <a:lnTo>
                  <a:pt x="278794" y="340488"/>
                </a:lnTo>
                <a:lnTo>
                  <a:pt x="278099" y="341111"/>
                </a:lnTo>
                <a:lnTo>
                  <a:pt x="287389" y="332037"/>
                </a:lnTo>
                <a:lnTo>
                  <a:pt x="286838" y="332612"/>
                </a:lnTo>
                <a:lnTo>
                  <a:pt x="295864" y="322532"/>
                </a:lnTo>
                <a:lnTo>
                  <a:pt x="295434" y="323059"/>
                </a:lnTo>
                <a:lnTo>
                  <a:pt x="304195" y="312094"/>
                </a:lnTo>
                <a:lnTo>
                  <a:pt x="303861" y="312549"/>
                </a:lnTo>
                <a:lnTo>
                  <a:pt x="312383" y="300771"/>
                </a:lnTo>
                <a:lnTo>
                  <a:pt x="312120" y="301154"/>
                </a:lnTo>
                <a:lnTo>
                  <a:pt x="320427" y="288656"/>
                </a:lnTo>
                <a:lnTo>
                  <a:pt x="320212" y="288991"/>
                </a:lnTo>
                <a:lnTo>
                  <a:pt x="328326" y="275872"/>
                </a:lnTo>
                <a:lnTo>
                  <a:pt x="328160" y="276160"/>
                </a:lnTo>
                <a:lnTo>
                  <a:pt x="336084" y="262512"/>
                </a:lnTo>
                <a:lnTo>
                  <a:pt x="335942" y="262752"/>
                </a:lnTo>
                <a:lnTo>
                  <a:pt x="343698" y="248627"/>
                </a:lnTo>
                <a:lnTo>
                  <a:pt x="343578" y="248842"/>
                </a:lnTo>
                <a:lnTo>
                  <a:pt x="351168" y="234358"/>
                </a:lnTo>
                <a:lnTo>
                  <a:pt x="351048" y="234598"/>
                </a:lnTo>
                <a:lnTo>
                  <a:pt x="365819" y="204935"/>
                </a:lnTo>
                <a:lnTo>
                  <a:pt x="365725" y="205126"/>
                </a:lnTo>
                <a:lnTo>
                  <a:pt x="394069" y="145393"/>
                </a:lnTo>
                <a:lnTo>
                  <a:pt x="407931" y="116640"/>
                </a:lnTo>
                <a:lnTo>
                  <a:pt x="421793" y="89563"/>
                </a:lnTo>
                <a:lnTo>
                  <a:pt x="428834" y="76778"/>
                </a:lnTo>
                <a:lnTo>
                  <a:pt x="435919" y="64664"/>
                </a:lnTo>
                <a:lnTo>
                  <a:pt x="443101" y="53316"/>
                </a:lnTo>
                <a:lnTo>
                  <a:pt x="450429" y="42758"/>
                </a:lnTo>
                <a:lnTo>
                  <a:pt x="457944" y="33086"/>
                </a:lnTo>
                <a:lnTo>
                  <a:pt x="465726" y="24395"/>
                </a:lnTo>
                <a:lnTo>
                  <a:pt x="473841" y="16758"/>
                </a:lnTo>
                <a:lnTo>
                  <a:pt x="482195" y="10414"/>
                </a:lnTo>
                <a:lnTo>
                  <a:pt x="486819" y="7589"/>
                </a:lnTo>
                <a:lnTo>
                  <a:pt x="491436" y="5219"/>
                </a:lnTo>
                <a:lnTo>
                  <a:pt x="496178" y="3232"/>
                </a:lnTo>
                <a:lnTo>
                  <a:pt x="501086" y="1699"/>
                </a:lnTo>
                <a:lnTo>
                  <a:pt x="506113" y="622"/>
                </a:lnTo>
                <a:lnTo>
                  <a:pt x="511260" y="48"/>
                </a:lnTo>
                <a:lnTo>
                  <a:pt x="516456" y="0"/>
                </a:lnTo>
                <a:lnTo>
                  <a:pt x="521725" y="478"/>
                </a:lnTo>
                <a:lnTo>
                  <a:pt x="526966" y="1532"/>
                </a:lnTo>
                <a:lnTo>
                  <a:pt x="532089" y="3112"/>
                </a:lnTo>
                <a:lnTo>
                  <a:pt x="537067" y="5147"/>
                </a:lnTo>
                <a:lnTo>
                  <a:pt x="541882" y="7636"/>
                </a:lnTo>
                <a:lnTo>
                  <a:pt x="546551" y="10533"/>
                </a:lnTo>
                <a:lnTo>
                  <a:pt x="551217" y="13909"/>
                </a:lnTo>
                <a:lnTo>
                  <a:pt x="559741" y="21354"/>
                </a:lnTo>
                <a:lnTo>
                  <a:pt x="568025" y="30189"/>
                </a:lnTo>
                <a:lnTo>
                  <a:pt x="575973" y="40197"/>
                </a:lnTo>
                <a:lnTo>
                  <a:pt x="583658" y="51257"/>
                </a:lnTo>
                <a:lnTo>
                  <a:pt x="591104" y="63299"/>
                </a:lnTo>
                <a:lnTo>
                  <a:pt x="598335" y="76251"/>
                </a:lnTo>
                <a:lnTo>
                  <a:pt x="605396" y="90042"/>
                </a:lnTo>
                <a:lnTo>
                  <a:pt x="612294" y="104550"/>
                </a:lnTo>
                <a:lnTo>
                  <a:pt x="618994" y="119705"/>
                </a:lnTo>
                <a:lnTo>
                  <a:pt x="625577" y="135434"/>
                </a:lnTo>
                <a:lnTo>
                  <a:pt x="631997" y="151665"/>
                </a:lnTo>
                <a:lnTo>
                  <a:pt x="644351" y="185064"/>
                </a:lnTo>
                <a:lnTo>
                  <a:pt x="656105" y="219299"/>
                </a:lnTo>
                <a:lnTo>
                  <a:pt x="667284" y="253583"/>
                </a:lnTo>
                <a:lnTo>
                  <a:pt x="687850" y="319157"/>
                </a:lnTo>
                <a:lnTo>
                  <a:pt x="697234" y="349012"/>
                </a:lnTo>
                <a:lnTo>
                  <a:pt x="697185" y="348892"/>
                </a:lnTo>
                <a:lnTo>
                  <a:pt x="705997" y="375825"/>
                </a:lnTo>
                <a:lnTo>
                  <a:pt x="705899" y="375563"/>
                </a:lnTo>
                <a:lnTo>
                  <a:pt x="714091" y="398785"/>
                </a:lnTo>
                <a:lnTo>
                  <a:pt x="713969" y="398449"/>
                </a:lnTo>
                <a:lnTo>
                  <a:pt x="717848" y="408433"/>
                </a:lnTo>
                <a:lnTo>
                  <a:pt x="717706" y="408098"/>
                </a:lnTo>
                <a:lnTo>
                  <a:pt x="721439" y="416884"/>
                </a:lnTo>
                <a:lnTo>
                  <a:pt x="699390" y="426222"/>
                </a:lnTo>
                <a:lnTo>
                  <a:pt x="695584" y="417267"/>
                </a:lnTo>
                <a:lnTo>
                  <a:pt x="691583" y="406949"/>
                </a:lnTo>
                <a:lnTo>
                  <a:pt x="683278" y="383391"/>
                </a:lnTo>
                <a:lnTo>
                  <a:pt x="674418" y="356265"/>
                </a:lnTo>
                <a:lnTo>
                  <a:pt x="664986" y="326315"/>
                </a:lnTo>
                <a:lnTo>
                  <a:pt x="644469" y="260813"/>
                </a:lnTo>
                <a:lnTo>
                  <a:pt x="644493" y="260933"/>
                </a:lnTo>
                <a:lnTo>
                  <a:pt x="633383" y="226817"/>
                </a:lnTo>
                <a:lnTo>
                  <a:pt x="633432" y="226984"/>
                </a:lnTo>
                <a:lnTo>
                  <a:pt x="621750" y="192988"/>
                </a:lnTo>
                <a:lnTo>
                  <a:pt x="621844" y="193251"/>
                </a:lnTo>
                <a:lnTo>
                  <a:pt x="609587" y="160093"/>
                </a:lnTo>
                <a:lnTo>
                  <a:pt x="609680" y="160356"/>
                </a:lnTo>
                <a:lnTo>
                  <a:pt x="603337" y="144363"/>
                </a:lnTo>
                <a:lnTo>
                  <a:pt x="603434" y="144556"/>
                </a:lnTo>
                <a:lnTo>
                  <a:pt x="596969" y="129065"/>
                </a:lnTo>
                <a:lnTo>
                  <a:pt x="597066" y="129305"/>
                </a:lnTo>
                <a:lnTo>
                  <a:pt x="590456" y="114390"/>
                </a:lnTo>
                <a:lnTo>
                  <a:pt x="590577" y="114677"/>
                </a:lnTo>
                <a:lnTo>
                  <a:pt x="583849" y="100456"/>
                </a:lnTo>
                <a:lnTo>
                  <a:pt x="584015" y="100791"/>
                </a:lnTo>
                <a:lnTo>
                  <a:pt x="577124" y="87360"/>
                </a:lnTo>
                <a:lnTo>
                  <a:pt x="577339" y="87743"/>
                </a:lnTo>
                <a:lnTo>
                  <a:pt x="570323" y="75222"/>
                </a:lnTo>
                <a:lnTo>
                  <a:pt x="570587" y="75678"/>
                </a:lnTo>
                <a:lnTo>
                  <a:pt x="563453" y="64114"/>
                </a:lnTo>
                <a:lnTo>
                  <a:pt x="563813" y="64641"/>
                </a:lnTo>
                <a:lnTo>
                  <a:pt x="556534" y="54154"/>
                </a:lnTo>
                <a:lnTo>
                  <a:pt x="556988" y="54777"/>
                </a:lnTo>
                <a:lnTo>
                  <a:pt x="549591" y="45463"/>
                </a:lnTo>
                <a:lnTo>
                  <a:pt x="550212" y="46206"/>
                </a:lnTo>
                <a:lnTo>
                  <a:pt x="542672" y="38161"/>
                </a:lnTo>
                <a:lnTo>
                  <a:pt x="543556" y="38999"/>
                </a:lnTo>
                <a:lnTo>
                  <a:pt x="535895" y="32320"/>
                </a:lnTo>
                <a:lnTo>
                  <a:pt x="536734" y="32990"/>
                </a:lnTo>
                <a:lnTo>
                  <a:pt x="532855" y="30189"/>
                </a:lnTo>
                <a:lnTo>
                  <a:pt x="533573" y="30668"/>
                </a:lnTo>
                <a:lnTo>
                  <a:pt x="529649" y="28226"/>
                </a:lnTo>
                <a:lnTo>
                  <a:pt x="530460" y="28705"/>
                </a:lnTo>
                <a:lnTo>
                  <a:pt x="526512" y="26646"/>
                </a:lnTo>
                <a:lnTo>
                  <a:pt x="527444" y="27077"/>
                </a:lnTo>
                <a:lnTo>
                  <a:pt x="523472" y="25449"/>
                </a:lnTo>
                <a:lnTo>
                  <a:pt x="524526" y="25832"/>
                </a:lnTo>
                <a:lnTo>
                  <a:pt x="520526" y="24587"/>
                </a:lnTo>
                <a:lnTo>
                  <a:pt x="521697" y="24898"/>
                </a:lnTo>
                <a:lnTo>
                  <a:pt x="517652" y="24084"/>
                </a:lnTo>
                <a:lnTo>
                  <a:pt x="518876" y="24276"/>
                </a:lnTo>
                <a:lnTo>
                  <a:pt x="514851" y="23893"/>
                </a:lnTo>
                <a:lnTo>
                  <a:pt x="516075" y="23940"/>
                </a:lnTo>
                <a:lnTo>
                  <a:pt x="512099" y="23965"/>
                </a:lnTo>
                <a:lnTo>
                  <a:pt x="513319" y="23893"/>
                </a:lnTo>
                <a:lnTo>
                  <a:pt x="509371" y="24348"/>
                </a:lnTo>
                <a:lnTo>
                  <a:pt x="510543" y="24156"/>
                </a:lnTo>
                <a:lnTo>
                  <a:pt x="506639" y="24994"/>
                </a:lnTo>
                <a:lnTo>
                  <a:pt x="507742" y="24706"/>
                </a:lnTo>
                <a:lnTo>
                  <a:pt x="503887" y="25904"/>
                </a:lnTo>
                <a:lnTo>
                  <a:pt x="504892" y="25544"/>
                </a:lnTo>
                <a:lnTo>
                  <a:pt x="501062" y="27124"/>
                </a:lnTo>
                <a:lnTo>
                  <a:pt x="501946" y="26718"/>
                </a:lnTo>
                <a:lnTo>
                  <a:pt x="498188" y="28681"/>
                </a:lnTo>
                <a:lnTo>
                  <a:pt x="498954" y="28226"/>
                </a:lnTo>
                <a:lnTo>
                  <a:pt x="495221" y="30525"/>
                </a:lnTo>
                <a:lnTo>
                  <a:pt x="496178" y="29878"/>
                </a:lnTo>
                <a:lnTo>
                  <a:pt x="488805" y="35457"/>
                </a:lnTo>
                <a:lnTo>
                  <a:pt x="489786" y="34619"/>
                </a:lnTo>
                <a:lnTo>
                  <a:pt x="482507" y="41465"/>
                </a:lnTo>
                <a:lnTo>
                  <a:pt x="483228" y="40723"/>
                </a:lnTo>
                <a:lnTo>
                  <a:pt x="476066" y="48744"/>
                </a:lnTo>
                <a:lnTo>
                  <a:pt x="476593" y="48121"/>
                </a:lnTo>
                <a:lnTo>
                  <a:pt x="469532" y="57195"/>
                </a:lnTo>
                <a:lnTo>
                  <a:pt x="469917" y="56668"/>
                </a:lnTo>
                <a:lnTo>
                  <a:pt x="462925" y="66747"/>
                </a:lnTo>
                <a:lnTo>
                  <a:pt x="463213" y="66317"/>
                </a:lnTo>
                <a:lnTo>
                  <a:pt x="456266" y="77305"/>
                </a:lnTo>
                <a:lnTo>
                  <a:pt x="456485" y="76946"/>
                </a:lnTo>
                <a:lnTo>
                  <a:pt x="449566" y="88725"/>
                </a:lnTo>
                <a:lnTo>
                  <a:pt x="449732" y="88437"/>
                </a:lnTo>
                <a:lnTo>
                  <a:pt x="442862" y="100935"/>
                </a:lnTo>
                <a:lnTo>
                  <a:pt x="443028" y="100647"/>
                </a:lnTo>
                <a:lnTo>
                  <a:pt x="429312" y="127437"/>
                </a:lnTo>
                <a:lnTo>
                  <a:pt x="429430" y="127174"/>
                </a:lnTo>
                <a:lnTo>
                  <a:pt x="415641" y="155760"/>
                </a:lnTo>
                <a:lnTo>
                  <a:pt x="415665" y="155688"/>
                </a:lnTo>
                <a:lnTo>
                  <a:pt x="387294" y="215492"/>
                </a:lnTo>
                <a:lnTo>
                  <a:pt x="372427" y="245371"/>
                </a:lnTo>
                <a:lnTo>
                  <a:pt x="364718" y="260047"/>
                </a:lnTo>
                <a:lnTo>
                  <a:pt x="356865" y="274387"/>
                </a:lnTo>
                <a:lnTo>
                  <a:pt x="348775" y="288321"/>
                </a:lnTo>
                <a:lnTo>
                  <a:pt x="340466" y="301752"/>
                </a:lnTo>
                <a:lnTo>
                  <a:pt x="331918" y="314608"/>
                </a:lnTo>
                <a:lnTo>
                  <a:pt x="323085" y="326819"/>
                </a:lnTo>
                <a:lnTo>
                  <a:pt x="313915" y="338262"/>
                </a:lnTo>
                <a:lnTo>
                  <a:pt x="304412" y="348892"/>
                </a:lnTo>
                <a:lnTo>
                  <a:pt x="294523" y="358564"/>
                </a:lnTo>
                <a:lnTo>
                  <a:pt x="284276" y="367111"/>
                </a:lnTo>
                <a:lnTo>
                  <a:pt x="273957" y="374628"/>
                </a:lnTo>
                <a:lnTo>
                  <a:pt x="263615" y="381428"/>
                </a:lnTo>
                <a:lnTo>
                  <a:pt x="253200" y="387580"/>
                </a:lnTo>
                <a:lnTo>
                  <a:pt x="242714" y="393135"/>
                </a:lnTo>
                <a:lnTo>
                  <a:pt x="232180" y="398115"/>
                </a:lnTo>
                <a:lnTo>
                  <a:pt x="221646" y="402544"/>
                </a:lnTo>
                <a:lnTo>
                  <a:pt x="211087" y="406446"/>
                </a:lnTo>
                <a:lnTo>
                  <a:pt x="200555" y="409846"/>
                </a:lnTo>
                <a:lnTo>
                  <a:pt x="190067" y="412790"/>
                </a:lnTo>
                <a:lnTo>
                  <a:pt x="179606" y="415304"/>
                </a:lnTo>
                <a:lnTo>
                  <a:pt x="169262" y="417411"/>
                </a:lnTo>
                <a:lnTo>
                  <a:pt x="158993" y="419135"/>
                </a:lnTo>
                <a:lnTo>
                  <a:pt x="148818" y="420500"/>
                </a:lnTo>
                <a:lnTo>
                  <a:pt x="138786" y="421552"/>
                </a:lnTo>
                <a:lnTo>
                  <a:pt x="128900" y="422319"/>
                </a:lnTo>
                <a:lnTo>
                  <a:pt x="119132" y="422845"/>
                </a:lnTo>
                <a:lnTo>
                  <a:pt x="100313" y="423181"/>
                </a:lnTo>
                <a:lnTo>
                  <a:pt x="82286" y="422845"/>
                </a:lnTo>
                <a:lnTo>
                  <a:pt x="65265" y="422032"/>
                </a:lnTo>
                <a:lnTo>
                  <a:pt x="49416" y="420978"/>
                </a:lnTo>
                <a:lnTo>
                  <a:pt x="21547" y="419039"/>
                </a:lnTo>
                <a:lnTo>
                  <a:pt x="21907" y="419063"/>
                </a:lnTo>
                <a:lnTo>
                  <a:pt x="10032" y="418584"/>
                </a:lnTo>
                <a:lnTo>
                  <a:pt x="10702" y="418584"/>
                </a:lnTo>
                <a:lnTo>
                  <a:pt x="385" y="418752"/>
                </a:lnTo>
                <a:lnTo>
                  <a:pt x="0" y="394810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97">
            <a:extLst xmlns:a="http://schemas.openxmlformats.org/drawingml/2006/main">
              <a:ext uri="{FF2B5EF4-FFF2-40B4-BE49-F238E27FC236}">
                <a16:creationId xmlns:a16="http://schemas.microsoft.com/office/drawing/2014/main" id="{F258AC30-B36A-46E9-8B53-23986A45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3426" y="2904480"/>
            <a:ext cx="115558" cy="648575"/>
          </a:xfrm>
          <a:custGeom xmlns:a="http://schemas.openxmlformats.org/drawingml/2006/main">
            <a:pathLst>
              <a:path w="95763" h="537476">
                <a:moveTo>
                  <a:pt x="95763" y="95764"/>
                </a:moveTo>
                <a:lnTo>
                  <a:pt x="47881" y="95764"/>
                </a:lnTo>
                <a:lnTo>
                  <a:pt x="0" y="95764"/>
                </a:lnTo>
                <a:lnTo>
                  <a:pt x="47881" y="0"/>
                </a:lnTo>
                <a:lnTo>
                  <a:pt x="95763" y="95764"/>
                </a:lnTo>
                <a:moveTo>
                  <a:pt x="35911" y="537476"/>
                </a:moveTo>
                <a:lnTo>
                  <a:pt x="35911" y="47882"/>
                </a:lnTo>
                <a:lnTo>
                  <a:pt x="59852" y="47882"/>
                </a:lnTo>
                <a:lnTo>
                  <a:pt x="59852" y="537476"/>
                </a:lnTo>
                <a:lnTo>
                  <a:pt x="35911" y="537476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FE9E473E-BE67-4067-86A4-6701CDB8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6871" y="3493831"/>
            <a:ext cx="1084810" cy="115559"/>
          </a:xfrm>
          <a:custGeom xmlns:a="http://schemas.openxmlformats.org/drawingml/2006/main">
            <a:pathLst>
              <a:path w="898986" h="95764">
                <a:moveTo>
                  <a:pt x="803221" y="95764"/>
                </a:moveTo>
                <a:lnTo>
                  <a:pt x="803221" y="47882"/>
                </a:lnTo>
                <a:lnTo>
                  <a:pt x="803221" y="0"/>
                </a:lnTo>
                <a:lnTo>
                  <a:pt x="898986" y="47882"/>
                </a:lnTo>
                <a:lnTo>
                  <a:pt x="803221" y="95764"/>
                </a:lnTo>
                <a:moveTo>
                  <a:pt x="0" y="35911"/>
                </a:moveTo>
                <a:lnTo>
                  <a:pt x="851105" y="35911"/>
                </a:lnTo>
                <a:lnTo>
                  <a:pt x="851105" y="59853"/>
                </a:lnTo>
                <a:lnTo>
                  <a:pt x="0" y="59853"/>
                </a:lnTo>
                <a:lnTo>
                  <a:pt x="0" y="35911"/>
                </a:lnTo>
              </a:path>
            </a:pathLst>
          </a:custGeom>
          <a:solidFill xmlns:a="http://schemas.openxmlformats.org/drawingml/2006/main">
            <a:srgbClr val="C81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900B0BAB-1BA5-4EA5-86ED-B6DAFB81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536" y="7653948"/>
            <a:ext cx="115560" cy="657240"/>
          </a:xfrm>
          <a:custGeom xmlns:a="http://schemas.openxmlformats.org/drawingml/2006/main">
            <a:pathLst>
              <a:path w="95765" h="544658">
                <a:moveTo>
                  <a:pt x="95765" y="95764"/>
                </a:moveTo>
                <a:lnTo>
                  <a:pt x="47883" y="95764"/>
                </a:lnTo>
                <a:lnTo>
                  <a:pt x="0" y="95764"/>
                </a:lnTo>
                <a:lnTo>
                  <a:pt x="47883" y="0"/>
                </a:lnTo>
                <a:lnTo>
                  <a:pt x="95765" y="95764"/>
                </a:lnTo>
                <a:moveTo>
                  <a:pt x="35911" y="544658"/>
                </a:moveTo>
                <a:lnTo>
                  <a:pt x="35911" y="47882"/>
                </a:lnTo>
                <a:lnTo>
                  <a:pt x="59854" y="47882"/>
                </a:lnTo>
                <a:lnTo>
                  <a:pt x="59854" y="544658"/>
                </a:lnTo>
                <a:lnTo>
                  <a:pt x="35911" y="544658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200">
            <a:extLst xmlns:a="http://schemas.openxmlformats.org/drawingml/2006/main">
              <a:ext uri="{FF2B5EF4-FFF2-40B4-BE49-F238E27FC236}">
                <a16:creationId xmlns:a16="http://schemas.microsoft.com/office/drawing/2014/main" id="{38BDA091-C5EB-4497-AEB6-689880A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427" y="8250521"/>
            <a:ext cx="1087696" cy="115559"/>
          </a:xfrm>
          <a:custGeom xmlns:a="http://schemas.openxmlformats.org/drawingml/2006/main">
            <a:pathLst>
              <a:path w="901378" h="95764">
                <a:moveTo>
                  <a:pt x="805616" y="95764"/>
                </a:moveTo>
                <a:lnTo>
                  <a:pt x="805616" y="47883"/>
                </a:lnTo>
                <a:lnTo>
                  <a:pt x="805616" y="0"/>
                </a:lnTo>
                <a:lnTo>
                  <a:pt x="901378" y="47883"/>
                </a:lnTo>
                <a:lnTo>
                  <a:pt x="805616" y="95764"/>
                </a:lnTo>
                <a:moveTo>
                  <a:pt x="0" y="35911"/>
                </a:moveTo>
                <a:lnTo>
                  <a:pt x="853497" y="35911"/>
                </a:lnTo>
                <a:lnTo>
                  <a:pt x="853497" y="59853"/>
                </a:lnTo>
                <a:lnTo>
                  <a:pt x="0" y="59853"/>
                </a:lnTo>
                <a:lnTo>
                  <a:pt x="0" y="35911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201">
            <a:extLst xmlns:a="http://schemas.openxmlformats.org/drawingml/2006/main">
              <a:ext uri="{FF2B5EF4-FFF2-40B4-BE49-F238E27FC236}">
                <a16:creationId xmlns:a16="http://schemas.microsoft.com/office/drawing/2014/main" id="{97F0BCD7-CF0F-420D-82E3-4DA597D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537" y="7884373"/>
            <a:ext cx="860914" cy="419594"/>
          </a:xfrm>
          <a:custGeom xmlns:a="http://schemas.openxmlformats.org/drawingml/2006/main">
            <a:pathLst>
              <a:path w="713442" h="347719">
                <a:moveTo>
                  <a:pt x="0" y="339076"/>
                </a:moveTo>
                <a:cubicBezTo>
                  <a:pt x="28299" y="291050"/>
                  <a:pt x="90186" y="129664"/>
                  <a:pt x="163543" y="110463"/>
                </a:cubicBezTo>
                <a:cubicBezTo>
                  <a:pt x="236922" y="91262"/>
                  <a:pt x="286432" y="260310"/>
                  <a:pt x="366897" y="242067"/>
                </a:cubicBezTo>
                <a:cubicBezTo>
                  <a:pt x="447337" y="223800"/>
                  <a:pt x="496850" y="0"/>
                  <a:pt x="565800" y="21140"/>
                </a:cubicBezTo>
                <a:cubicBezTo>
                  <a:pt x="634773" y="42255"/>
                  <a:pt x="687802" y="277596"/>
                  <a:pt x="713442" y="347719"/>
                </a:cubicBezTo>
              </a:path>
            </a:pathLst>
          </a:custGeom>
          <a:solidFill xmlns:a="http://schemas.openxmlformats.org/drawingml/2006/main">
            <a:srgbClr val="DAE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202">
            <a:extLst xmlns:a="http://schemas.openxmlformats.org/drawingml/2006/main">
              <a:ext uri="{FF2B5EF4-FFF2-40B4-BE49-F238E27FC236}">
                <a16:creationId xmlns:a16="http://schemas.microsoft.com/office/drawing/2014/main" id="{C3DE8ECA-C45C-4BF8-99DF-BE3A1DDE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914" y="7893704"/>
            <a:ext cx="887203" cy="414943"/>
          </a:xfrm>
          <a:custGeom xmlns:a="http://schemas.openxmlformats.org/drawingml/2006/main">
            <a:pathLst>
              <a:path w="735228" h="343864">
                <a:moveTo>
                  <a:pt x="0" y="325550"/>
                </a:moveTo>
                <a:lnTo>
                  <a:pt x="5674" y="315278"/>
                </a:lnTo>
                <a:lnTo>
                  <a:pt x="5506" y="315590"/>
                </a:lnTo>
                <a:lnTo>
                  <a:pt x="11947" y="303045"/>
                </a:lnTo>
                <a:lnTo>
                  <a:pt x="11876" y="303213"/>
                </a:lnTo>
                <a:lnTo>
                  <a:pt x="26909" y="272711"/>
                </a:lnTo>
                <a:lnTo>
                  <a:pt x="44650" y="237471"/>
                </a:lnTo>
                <a:lnTo>
                  <a:pt x="54514" y="218893"/>
                </a:lnTo>
                <a:lnTo>
                  <a:pt x="64977" y="200218"/>
                </a:lnTo>
                <a:lnTo>
                  <a:pt x="76014" y="181832"/>
                </a:lnTo>
                <a:lnTo>
                  <a:pt x="87624" y="164044"/>
                </a:lnTo>
                <a:lnTo>
                  <a:pt x="99738" y="147357"/>
                </a:lnTo>
                <a:lnTo>
                  <a:pt x="106083" y="139361"/>
                </a:lnTo>
                <a:lnTo>
                  <a:pt x="112546" y="131820"/>
                </a:lnTo>
                <a:lnTo>
                  <a:pt x="119154" y="124708"/>
                </a:lnTo>
                <a:lnTo>
                  <a:pt x="125954" y="118077"/>
                </a:lnTo>
                <a:lnTo>
                  <a:pt x="132921" y="111949"/>
                </a:lnTo>
                <a:lnTo>
                  <a:pt x="140079" y="106394"/>
                </a:lnTo>
                <a:lnTo>
                  <a:pt x="147452" y="101461"/>
                </a:lnTo>
                <a:lnTo>
                  <a:pt x="155042" y="97224"/>
                </a:lnTo>
                <a:lnTo>
                  <a:pt x="162895" y="93753"/>
                </a:lnTo>
                <a:lnTo>
                  <a:pt x="171082" y="91095"/>
                </a:lnTo>
                <a:lnTo>
                  <a:pt x="179318" y="89587"/>
                </a:lnTo>
                <a:lnTo>
                  <a:pt x="183772" y="89253"/>
                </a:lnTo>
                <a:lnTo>
                  <a:pt x="188199" y="89277"/>
                </a:lnTo>
                <a:lnTo>
                  <a:pt x="196220" y="90186"/>
                </a:lnTo>
                <a:lnTo>
                  <a:pt x="204168" y="92196"/>
                </a:lnTo>
                <a:lnTo>
                  <a:pt x="211782" y="95142"/>
                </a:lnTo>
                <a:lnTo>
                  <a:pt x="219084" y="98900"/>
                </a:lnTo>
                <a:lnTo>
                  <a:pt x="226100" y="103354"/>
                </a:lnTo>
                <a:lnTo>
                  <a:pt x="232849" y="108357"/>
                </a:lnTo>
                <a:lnTo>
                  <a:pt x="239411" y="113864"/>
                </a:lnTo>
                <a:lnTo>
                  <a:pt x="245874" y="119873"/>
                </a:lnTo>
                <a:lnTo>
                  <a:pt x="258180" y="132632"/>
                </a:lnTo>
                <a:lnTo>
                  <a:pt x="270270" y="146350"/>
                </a:lnTo>
                <a:lnTo>
                  <a:pt x="282168" y="160453"/>
                </a:lnTo>
                <a:lnTo>
                  <a:pt x="282144" y="160405"/>
                </a:lnTo>
                <a:lnTo>
                  <a:pt x="294068" y="174434"/>
                </a:lnTo>
                <a:lnTo>
                  <a:pt x="293852" y="174195"/>
                </a:lnTo>
                <a:lnTo>
                  <a:pt x="305918" y="187650"/>
                </a:lnTo>
                <a:lnTo>
                  <a:pt x="305487" y="187195"/>
                </a:lnTo>
                <a:lnTo>
                  <a:pt x="317816" y="199573"/>
                </a:lnTo>
                <a:lnTo>
                  <a:pt x="317290" y="199093"/>
                </a:lnTo>
                <a:lnTo>
                  <a:pt x="323564" y="204720"/>
                </a:lnTo>
                <a:lnTo>
                  <a:pt x="323108" y="204313"/>
                </a:lnTo>
                <a:lnTo>
                  <a:pt x="329477" y="209436"/>
                </a:lnTo>
                <a:lnTo>
                  <a:pt x="328878" y="209005"/>
                </a:lnTo>
                <a:lnTo>
                  <a:pt x="335342" y="213577"/>
                </a:lnTo>
                <a:lnTo>
                  <a:pt x="334599" y="213099"/>
                </a:lnTo>
                <a:lnTo>
                  <a:pt x="341183" y="217073"/>
                </a:lnTo>
                <a:lnTo>
                  <a:pt x="340273" y="216570"/>
                </a:lnTo>
                <a:lnTo>
                  <a:pt x="346953" y="219850"/>
                </a:lnTo>
                <a:lnTo>
                  <a:pt x="345852" y="219371"/>
                </a:lnTo>
                <a:lnTo>
                  <a:pt x="352674" y="221908"/>
                </a:lnTo>
                <a:lnTo>
                  <a:pt x="351381" y="221502"/>
                </a:lnTo>
                <a:lnTo>
                  <a:pt x="358349" y="223202"/>
                </a:lnTo>
                <a:lnTo>
                  <a:pt x="356865" y="222938"/>
                </a:lnTo>
                <a:lnTo>
                  <a:pt x="363974" y="223753"/>
                </a:lnTo>
                <a:lnTo>
                  <a:pt x="362779" y="223681"/>
                </a:lnTo>
                <a:lnTo>
                  <a:pt x="366418" y="223729"/>
                </a:lnTo>
                <a:lnTo>
                  <a:pt x="365604" y="223753"/>
                </a:lnTo>
                <a:lnTo>
                  <a:pt x="369243" y="223537"/>
                </a:lnTo>
                <a:lnTo>
                  <a:pt x="368044" y="223681"/>
                </a:lnTo>
                <a:lnTo>
                  <a:pt x="375490" y="222507"/>
                </a:lnTo>
                <a:lnTo>
                  <a:pt x="374245" y="222772"/>
                </a:lnTo>
                <a:lnTo>
                  <a:pt x="378005" y="221766"/>
                </a:lnTo>
                <a:lnTo>
                  <a:pt x="377143" y="222029"/>
                </a:lnTo>
                <a:lnTo>
                  <a:pt x="380852" y="220737"/>
                </a:lnTo>
                <a:lnTo>
                  <a:pt x="379705" y="221191"/>
                </a:lnTo>
                <a:lnTo>
                  <a:pt x="386982" y="217767"/>
                </a:lnTo>
                <a:lnTo>
                  <a:pt x="385738" y="218462"/>
                </a:lnTo>
                <a:lnTo>
                  <a:pt x="392849" y="214009"/>
                </a:lnTo>
                <a:lnTo>
                  <a:pt x="391842" y="214703"/>
                </a:lnTo>
                <a:lnTo>
                  <a:pt x="398808" y="209268"/>
                </a:lnTo>
                <a:lnTo>
                  <a:pt x="398044" y="209939"/>
                </a:lnTo>
                <a:lnTo>
                  <a:pt x="404867" y="203642"/>
                </a:lnTo>
                <a:lnTo>
                  <a:pt x="404292" y="204217"/>
                </a:lnTo>
                <a:lnTo>
                  <a:pt x="410971" y="197130"/>
                </a:lnTo>
                <a:lnTo>
                  <a:pt x="410517" y="197633"/>
                </a:lnTo>
                <a:lnTo>
                  <a:pt x="417076" y="189852"/>
                </a:lnTo>
                <a:lnTo>
                  <a:pt x="416719" y="190283"/>
                </a:lnTo>
                <a:lnTo>
                  <a:pt x="423156" y="181856"/>
                </a:lnTo>
                <a:lnTo>
                  <a:pt x="422892" y="182239"/>
                </a:lnTo>
                <a:lnTo>
                  <a:pt x="429239" y="173262"/>
                </a:lnTo>
                <a:lnTo>
                  <a:pt x="429021" y="173573"/>
                </a:lnTo>
                <a:lnTo>
                  <a:pt x="435271" y="164140"/>
                </a:lnTo>
                <a:lnTo>
                  <a:pt x="435031" y="164474"/>
                </a:lnTo>
                <a:lnTo>
                  <a:pt x="447268" y="144580"/>
                </a:lnTo>
                <a:lnTo>
                  <a:pt x="447053" y="144939"/>
                </a:lnTo>
                <a:lnTo>
                  <a:pt x="470704" y="103186"/>
                </a:lnTo>
                <a:lnTo>
                  <a:pt x="470704" y="103209"/>
                </a:lnTo>
                <a:lnTo>
                  <a:pt x="482340" y="82572"/>
                </a:lnTo>
                <a:lnTo>
                  <a:pt x="494070" y="62868"/>
                </a:lnTo>
                <a:lnTo>
                  <a:pt x="505946" y="44770"/>
                </a:lnTo>
                <a:lnTo>
                  <a:pt x="512075" y="36391"/>
                </a:lnTo>
                <a:lnTo>
                  <a:pt x="518300" y="28657"/>
                </a:lnTo>
                <a:lnTo>
                  <a:pt x="524713" y="21595"/>
                </a:lnTo>
                <a:lnTo>
                  <a:pt x="531396" y="15298"/>
                </a:lnTo>
                <a:lnTo>
                  <a:pt x="538384" y="9839"/>
                </a:lnTo>
                <a:lnTo>
                  <a:pt x="545809" y="5363"/>
                </a:lnTo>
                <a:lnTo>
                  <a:pt x="553491" y="2179"/>
                </a:lnTo>
                <a:lnTo>
                  <a:pt x="557896" y="1006"/>
                </a:lnTo>
                <a:lnTo>
                  <a:pt x="562184" y="287"/>
                </a:lnTo>
                <a:lnTo>
                  <a:pt x="566538" y="0"/>
                </a:lnTo>
                <a:lnTo>
                  <a:pt x="570968" y="192"/>
                </a:lnTo>
                <a:lnTo>
                  <a:pt x="575374" y="838"/>
                </a:lnTo>
                <a:lnTo>
                  <a:pt x="579994" y="1987"/>
                </a:lnTo>
                <a:lnTo>
                  <a:pt x="588040" y="5244"/>
                </a:lnTo>
                <a:lnTo>
                  <a:pt x="595794" y="9911"/>
                </a:lnTo>
                <a:lnTo>
                  <a:pt x="603122" y="15658"/>
                </a:lnTo>
                <a:lnTo>
                  <a:pt x="610065" y="22385"/>
                </a:lnTo>
                <a:lnTo>
                  <a:pt x="616672" y="29998"/>
                </a:lnTo>
                <a:lnTo>
                  <a:pt x="623040" y="38425"/>
                </a:lnTo>
                <a:lnTo>
                  <a:pt x="629217" y="47618"/>
                </a:lnTo>
                <a:lnTo>
                  <a:pt x="635179" y="57483"/>
                </a:lnTo>
                <a:lnTo>
                  <a:pt x="640995" y="68017"/>
                </a:lnTo>
                <a:lnTo>
                  <a:pt x="646646" y="79101"/>
                </a:lnTo>
                <a:lnTo>
                  <a:pt x="652154" y="90713"/>
                </a:lnTo>
                <a:lnTo>
                  <a:pt x="657540" y="102827"/>
                </a:lnTo>
                <a:lnTo>
                  <a:pt x="667835" y="128013"/>
                </a:lnTo>
                <a:lnTo>
                  <a:pt x="677600" y="154276"/>
                </a:lnTo>
                <a:lnTo>
                  <a:pt x="686821" y="181066"/>
                </a:lnTo>
                <a:lnTo>
                  <a:pt x="695511" y="207808"/>
                </a:lnTo>
                <a:lnTo>
                  <a:pt x="711168" y="258874"/>
                </a:lnTo>
                <a:lnTo>
                  <a:pt x="724503" y="303236"/>
                </a:lnTo>
                <a:lnTo>
                  <a:pt x="724455" y="303094"/>
                </a:lnTo>
                <a:lnTo>
                  <a:pt x="730202" y="321408"/>
                </a:lnTo>
                <a:lnTo>
                  <a:pt x="730105" y="321121"/>
                </a:lnTo>
                <a:lnTo>
                  <a:pt x="735228" y="336108"/>
                </a:lnTo>
                <a:lnTo>
                  <a:pt x="712579" y="343864"/>
                </a:lnTo>
                <a:lnTo>
                  <a:pt x="707411" y="328734"/>
                </a:lnTo>
                <a:lnTo>
                  <a:pt x="701591" y="310203"/>
                </a:lnTo>
                <a:lnTo>
                  <a:pt x="688256" y="265793"/>
                </a:lnTo>
                <a:lnTo>
                  <a:pt x="688280" y="265864"/>
                </a:lnTo>
                <a:lnTo>
                  <a:pt x="672671" y="214919"/>
                </a:lnTo>
                <a:lnTo>
                  <a:pt x="672720" y="215109"/>
                </a:lnTo>
                <a:lnTo>
                  <a:pt x="664099" y="188559"/>
                </a:lnTo>
                <a:lnTo>
                  <a:pt x="664171" y="188751"/>
                </a:lnTo>
                <a:lnTo>
                  <a:pt x="654999" y="162225"/>
                </a:lnTo>
                <a:lnTo>
                  <a:pt x="655121" y="162488"/>
                </a:lnTo>
                <a:lnTo>
                  <a:pt x="645450" y="136535"/>
                </a:lnTo>
                <a:lnTo>
                  <a:pt x="645592" y="136894"/>
                </a:lnTo>
                <a:lnTo>
                  <a:pt x="635442" y="112068"/>
                </a:lnTo>
                <a:lnTo>
                  <a:pt x="635588" y="112403"/>
                </a:lnTo>
                <a:lnTo>
                  <a:pt x="630319" y="100576"/>
                </a:lnTo>
                <a:lnTo>
                  <a:pt x="630461" y="100839"/>
                </a:lnTo>
                <a:lnTo>
                  <a:pt x="625074" y="89515"/>
                </a:lnTo>
                <a:lnTo>
                  <a:pt x="625244" y="89826"/>
                </a:lnTo>
                <a:lnTo>
                  <a:pt x="619761" y="79053"/>
                </a:lnTo>
                <a:lnTo>
                  <a:pt x="619927" y="79412"/>
                </a:lnTo>
                <a:lnTo>
                  <a:pt x="614350" y="69260"/>
                </a:lnTo>
                <a:lnTo>
                  <a:pt x="614564" y="69669"/>
                </a:lnTo>
                <a:lnTo>
                  <a:pt x="608869" y="60236"/>
                </a:lnTo>
                <a:lnTo>
                  <a:pt x="609181" y="60714"/>
                </a:lnTo>
                <a:lnTo>
                  <a:pt x="603361" y="52047"/>
                </a:lnTo>
                <a:lnTo>
                  <a:pt x="603746" y="52599"/>
                </a:lnTo>
                <a:lnTo>
                  <a:pt x="597832" y="44770"/>
                </a:lnTo>
                <a:lnTo>
                  <a:pt x="598359" y="45416"/>
                </a:lnTo>
                <a:lnTo>
                  <a:pt x="592324" y="38473"/>
                </a:lnTo>
                <a:lnTo>
                  <a:pt x="593018" y="39216"/>
                </a:lnTo>
                <a:lnTo>
                  <a:pt x="586889" y="33278"/>
                </a:lnTo>
                <a:lnTo>
                  <a:pt x="587821" y="34092"/>
                </a:lnTo>
                <a:lnTo>
                  <a:pt x="581599" y="29184"/>
                </a:lnTo>
                <a:lnTo>
                  <a:pt x="582868" y="30046"/>
                </a:lnTo>
                <a:lnTo>
                  <a:pt x="576549" y="26264"/>
                </a:lnTo>
                <a:lnTo>
                  <a:pt x="578199" y="27101"/>
                </a:lnTo>
                <a:lnTo>
                  <a:pt x="571783" y="24492"/>
                </a:lnTo>
                <a:lnTo>
                  <a:pt x="573339" y="25018"/>
                </a:lnTo>
                <a:lnTo>
                  <a:pt x="570108" y="24205"/>
                </a:lnTo>
                <a:lnTo>
                  <a:pt x="571329" y="24444"/>
                </a:lnTo>
                <a:lnTo>
                  <a:pt x="568119" y="23965"/>
                </a:lnTo>
                <a:lnTo>
                  <a:pt x="569387" y="24084"/>
                </a:lnTo>
                <a:lnTo>
                  <a:pt x="566205" y="23965"/>
                </a:lnTo>
                <a:lnTo>
                  <a:pt x="567450" y="23941"/>
                </a:lnTo>
                <a:lnTo>
                  <a:pt x="564313" y="24133"/>
                </a:lnTo>
                <a:lnTo>
                  <a:pt x="565512" y="24012"/>
                </a:lnTo>
                <a:lnTo>
                  <a:pt x="562399" y="24515"/>
                </a:lnTo>
                <a:lnTo>
                  <a:pt x="563522" y="24276"/>
                </a:lnTo>
                <a:lnTo>
                  <a:pt x="560434" y="25114"/>
                </a:lnTo>
                <a:lnTo>
                  <a:pt x="561921" y="24611"/>
                </a:lnTo>
                <a:lnTo>
                  <a:pt x="555792" y="27149"/>
                </a:lnTo>
                <a:lnTo>
                  <a:pt x="557394" y="26335"/>
                </a:lnTo>
                <a:lnTo>
                  <a:pt x="551338" y="29974"/>
                </a:lnTo>
                <a:lnTo>
                  <a:pt x="552534" y="29160"/>
                </a:lnTo>
                <a:lnTo>
                  <a:pt x="546551" y="33829"/>
                </a:lnTo>
                <a:lnTo>
                  <a:pt x="547435" y="33062"/>
                </a:lnTo>
                <a:lnTo>
                  <a:pt x="541497" y="38665"/>
                </a:lnTo>
                <a:lnTo>
                  <a:pt x="542142" y="38018"/>
                </a:lnTo>
                <a:lnTo>
                  <a:pt x="536256" y="44483"/>
                </a:lnTo>
                <a:lnTo>
                  <a:pt x="536734" y="43956"/>
                </a:lnTo>
                <a:lnTo>
                  <a:pt x="530890" y="51186"/>
                </a:lnTo>
                <a:lnTo>
                  <a:pt x="531226" y="50731"/>
                </a:lnTo>
                <a:lnTo>
                  <a:pt x="525434" y="58679"/>
                </a:lnTo>
                <a:lnTo>
                  <a:pt x="525794" y="58152"/>
                </a:lnTo>
                <a:lnTo>
                  <a:pt x="514252" y="75773"/>
                </a:lnTo>
                <a:lnTo>
                  <a:pt x="514515" y="75318"/>
                </a:lnTo>
                <a:lnTo>
                  <a:pt x="503000" y="94710"/>
                </a:lnTo>
                <a:lnTo>
                  <a:pt x="503121" y="94471"/>
                </a:lnTo>
                <a:lnTo>
                  <a:pt x="491533" y="114989"/>
                </a:lnTo>
                <a:lnTo>
                  <a:pt x="467761" y="156909"/>
                </a:lnTo>
                <a:lnTo>
                  <a:pt x="455334" y="177187"/>
                </a:lnTo>
                <a:lnTo>
                  <a:pt x="448893" y="186931"/>
                </a:lnTo>
                <a:lnTo>
                  <a:pt x="442311" y="196220"/>
                </a:lnTo>
                <a:lnTo>
                  <a:pt x="435558" y="205055"/>
                </a:lnTo>
                <a:lnTo>
                  <a:pt x="428615" y="213314"/>
                </a:lnTo>
                <a:lnTo>
                  <a:pt x="421409" y="220952"/>
                </a:lnTo>
                <a:lnTo>
                  <a:pt x="413914" y="227871"/>
                </a:lnTo>
                <a:lnTo>
                  <a:pt x="406063" y="233975"/>
                </a:lnTo>
                <a:lnTo>
                  <a:pt x="397827" y="239122"/>
                </a:lnTo>
                <a:lnTo>
                  <a:pt x="389327" y="243121"/>
                </a:lnTo>
                <a:lnTo>
                  <a:pt x="384636" y="244773"/>
                </a:lnTo>
                <a:lnTo>
                  <a:pt x="379847" y="246041"/>
                </a:lnTo>
                <a:lnTo>
                  <a:pt x="371157" y="247430"/>
                </a:lnTo>
                <a:lnTo>
                  <a:pt x="366465" y="247670"/>
                </a:lnTo>
                <a:lnTo>
                  <a:pt x="361844" y="247598"/>
                </a:lnTo>
                <a:lnTo>
                  <a:pt x="353392" y="246641"/>
                </a:lnTo>
                <a:lnTo>
                  <a:pt x="345014" y="244582"/>
                </a:lnTo>
                <a:lnTo>
                  <a:pt x="336968" y="241613"/>
                </a:lnTo>
                <a:lnTo>
                  <a:pt x="329261" y="237829"/>
                </a:lnTo>
                <a:lnTo>
                  <a:pt x="321863" y="233377"/>
                </a:lnTo>
                <a:lnTo>
                  <a:pt x="314728" y="228325"/>
                </a:lnTo>
                <a:lnTo>
                  <a:pt x="307833" y="222772"/>
                </a:lnTo>
                <a:lnTo>
                  <a:pt x="301081" y="216714"/>
                </a:lnTo>
                <a:lnTo>
                  <a:pt x="288297" y="203857"/>
                </a:lnTo>
                <a:lnTo>
                  <a:pt x="275920" y="190044"/>
                </a:lnTo>
                <a:lnTo>
                  <a:pt x="263901" y="175919"/>
                </a:lnTo>
                <a:lnTo>
                  <a:pt x="252051" y="161889"/>
                </a:lnTo>
                <a:lnTo>
                  <a:pt x="252219" y="162081"/>
                </a:lnTo>
                <a:lnTo>
                  <a:pt x="240392" y="148650"/>
                </a:lnTo>
                <a:lnTo>
                  <a:pt x="240775" y="149056"/>
                </a:lnTo>
                <a:lnTo>
                  <a:pt x="228877" y="136728"/>
                </a:lnTo>
                <a:lnTo>
                  <a:pt x="229331" y="137182"/>
                </a:lnTo>
                <a:lnTo>
                  <a:pt x="223344" y="131627"/>
                </a:lnTo>
                <a:lnTo>
                  <a:pt x="223776" y="132010"/>
                </a:lnTo>
                <a:lnTo>
                  <a:pt x="217718" y="126911"/>
                </a:lnTo>
                <a:lnTo>
                  <a:pt x="218294" y="127365"/>
                </a:lnTo>
                <a:lnTo>
                  <a:pt x="212190" y="122842"/>
                </a:lnTo>
                <a:lnTo>
                  <a:pt x="212907" y="123344"/>
                </a:lnTo>
                <a:lnTo>
                  <a:pt x="206730" y="119417"/>
                </a:lnTo>
                <a:lnTo>
                  <a:pt x="207664" y="119944"/>
                </a:lnTo>
                <a:lnTo>
                  <a:pt x="201392" y="116736"/>
                </a:lnTo>
                <a:lnTo>
                  <a:pt x="202541" y="117240"/>
                </a:lnTo>
                <a:lnTo>
                  <a:pt x="196196" y="114773"/>
                </a:lnTo>
                <a:lnTo>
                  <a:pt x="197586" y="115228"/>
                </a:lnTo>
                <a:lnTo>
                  <a:pt x="191121" y="113576"/>
                </a:lnTo>
                <a:lnTo>
                  <a:pt x="192726" y="113887"/>
                </a:lnTo>
                <a:lnTo>
                  <a:pt x="186164" y="113145"/>
                </a:lnTo>
                <a:lnTo>
                  <a:pt x="187457" y="113217"/>
                </a:lnTo>
                <a:lnTo>
                  <a:pt x="184129" y="113193"/>
                </a:lnTo>
                <a:lnTo>
                  <a:pt x="185041" y="113169"/>
                </a:lnTo>
                <a:lnTo>
                  <a:pt x="181665" y="113409"/>
                </a:lnTo>
                <a:lnTo>
                  <a:pt x="183005" y="113241"/>
                </a:lnTo>
                <a:lnTo>
                  <a:pt x="176181" y="114510"/>
                </a:lnTo>
                <a:lnTo>
                  <a:pt x="177689" y="114127"/>
                </a:lnTo>
                <a:lnTo>
                  <a:pt x="170843" y="116329"/>
                </a:lnTo>
                <a:lnTo>
                  <a:pt x="172016" y="115899"/>
                </a:lnTo>
                <a:lnTo>
                  <a:pt x="165241" y="118892"/>
                </a:lnTo>
                <a:lnTo>
                  <a:pt x="166222" y="118387"/>
                </a:lnTo>
                <a:lnTo>
                  <a:pt x="159518" y="122122"/>
                </a:lnTo>
                <a:lnTo>
                  <a:pt x="160357" y="121620"/>
                </a:lnTo>
                <a:lnTo>
                  <a:pt x="153726" y="126050"/>
                </a:lnTo>
                <a:lnTo>
                  <a:pt x="154419" y="125547"/>
                </a:lnTo>
                <a:lnTo>
                  <a:pt x="147883" y="130622"/>
                </a:lnTo>
                <a:lnTo>
                  <a:pt x="148457" y="130167"/>
                </a:lnTo>
                <a:lnTo>
                  <a:pt x="141994" y="135840"/>
                </a:lnTo>
                <a:lnTo>
                  <a:pt x="142473" y="135386"/>
                </a:lnTo>
                <a:lnTo>
                  <a:pt x="136129" y="141635"/>
                </a:lnTo>
                <a:lnTo>
                  <a:pt x="136512" y="141228"/>
                </a:lnTo>
                <a:lnTo>
                  <a:pt x="130238" y="147955"/>
                </a:lnTo>
                <a:lnTo>
                  <a:pt x="130574" y="147596"/>
                </a:lnTo>
                <a:lnTo>
                  <a:pt x="124421" y="154779"/>
                </a:lnTo>
                <a:lnTo>
                  <a:pt x="124685" y="154444"/>
                </a:lnTo>
                <a:lnTo>
                  <a:pt x="118627" y="162057"/>
                </a:lnTo>
                <a:lnTo>
                  <a:pt x="118962" y="161625"/>
                </a:lnTo>
                <a:lnTo>
                  <a:pt x="107159" y="177882"/>
                </a:lnTo>
                <a:lnTo>
                  <a:pt x="107495" y="177380"/>
                </a:lnTo>
                <a:lnTo>
                  <a:pt x="96171" y="194737"/>
                </a:lnTo>
                <a:lnTo>
                  <a:pt x="96410" y="194328"/>
                </a:lnTo>
                <a:lnTo>
                  <a:pt x="85588" y="212381"/>
                </a:lnTo>
                <a:lnTo>
                  <a:pt x="85782" y="212069"/>
                </a:lnTo>
                <a:lnTo>
                  <a:pt x="75487" y="230456"/>
                </a:lnTo>
                <a:lnTo>
                  <a:pt x="75605" y="230217"/>
                </a:lnTo>
                <a:lnTo>
                  <a:pt x="65861" y="248579"/>
                </a:lnTo>
                <a:lnTo>
                  <a:pt x="65982" y="248339"/>
                </a:lnTo>
                <a:lnTo>
                  <a:pt x="48337" y="283438"/>
                </a:lnTo>
                <a:lnTo>
                  <a:pt x="48361" y="283366"/>
                </a:lnTo>
                <a:lnTo>
                  <a:pt x="33301" y="313890"/>
                </a:lnTo>
                <a:lnTo>
                  <a:pt x="26719" y="326699"/>
                </a:lnTo>
                <a:lnTo>
                  <a:pt x="20925" y="337137"/>
                </a:lnTo>
                <a:lnTo>
                  <a:pt x="0" y="325550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text-203 𝒀">
            <a:extLst xmlns:a="http://schemas.openxmlformats.org/drawingml/2006/main">
              <a:ext uri="{FF2B5EF4-FFF2-40B4-BE49-F238E27FC236}">
                <a16:creationId xmlns:a16="http://schemas.microsoft.com/office/drawing/2014/main" id="{2838E731-CB6F-4C6E-8222-FA176CC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7740" y="2023273"/>
            <a:ext cx="423702" cy="728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𝒀</a:t>
            </a:r>
          </a:p>
        </p:txBody>
      </p:sp>
      <p:sp>
        <p:nvSpPr>
          <p:cNvPr id="204" name="path-204">
            <a:extLst xmlns:a="http://schemas.openxmlformats.org/drawingml/2006/main">
              <a:ext uri="{FF2B5EF4-FFF2-40B4-BE49-F238E27FC236}">
                <a16:creationId xmlns:a16="http://schemas.microsoft.com/office/drawing/2014/main" id="{D4291810-659E-4902-B9ED-2F386059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479" y="2462294"/>
            <a:ext cx="161121" cy="189801"/>
          </a:xfrm>
          <a:custGeom xmlns:a="http://schemas.openxmlformats.org/drawingml/2006/main">
            <a:pathLst>
              <a:path w="133521" h="157289">
                <a:moveTo>
                  <a:pt x="112782" y="41328"/>
                </a:moveTo>
                <a:cubicBezTo>
                  <a:pt x="111672" y="32245"/>
                  <a:pt x="108669" y="25534"/>
                  <a:pt x="103774" y="21194"/>
                </a:cubicBezTo>
                <a:cubicBezTo>
                  <a:pt x="98880" y="16854"/>
                  <a:pt x="91285" y="14684"/>
                  <a:pt x="80991" y="14684"/>
                </a:cubicBezTo>
                <a:cubicBezTo>
                  <a:pt x="76853" y="14684"/>
                  <a:pt x="73018" y="15239"/>
                  <a:pt x="69486" y="16350"/>
                </a:cubicBezTo>
                <a:cubicBezTo>
                  <a:pt x="65953" y="17460"/>
                  <a:pt x="62926" y="18999"/>
                  <a:pt x="60403" y="20967"/>
                </a:cubicBezTo>
                <a:cubicBezTo>
                  <a:pt x="57879" y="22935"/>
                  <a:pt x="55911" y="25281"/>
                  <a:pt x="54499" y="28006"/>
                </a:cubicBezTo>
                <a:cubicBezTo>
                  <a:pt x="53086" y="30731"/>
                  <a:pt x="52379" y="33708"/>
                  <a:pt x="52379" y="36938"/>
                </a:cubicBezTo>
                <a:cubicBezTo>
                  <a:pt x="52379" y="39865"/>
                  <a:pt x="52732" y="42539"/>
                  <a:pt x="53439" y="44961"/>
                </a:cubicBezTo>
                <a:cubicBezTo>
                  <a:pt x="54145" y="47383"/>
                  <a:pt x="55533" y="49755"/>
                  <a:pt x="57602" y="52076"/>
                </a:cubicBezTo>
                <a:cubicBezTo>
                  <a:pt x="59671" y="54398"/>
                  <a:pt x="62598" y="56820"/>
                  <a:pt x="66382" y="59343"/>
                </a:cubicBezTo>
                <a:cubicBezTo>
                  <a:pt x="70167" y="61866"/>
                  <a:pt x="75137" y="64742"/>
                  <a:pt x="81294" y="67972"/>
                </a:cubicBezTo>
                <a:cubicBezTo>
                  <a:pt x="87753" y="71504"/>
                  <a:pt x="93127" y="74885"/>
                  <a:pt x="97416" y="78115"/>
                </a:cubicBezTo>
                <a:cubicBezTo>
                  <a:pt x="101705" y="81344"/>
                  <a:pt x="105112" y="84624"/>
                  <a:pt x="107635" y="87955"/>
                </a:cubicBezTo>
                <a:cubicBezTo>
                  <a:pt x="110158" y="91285"/>
                  <a:pt x="111924" y="94843"/>
                  <a:pt x="112933" y="98627"/>
                </a:cubicBezTo>
                <a:cubicBezTo>
                  <a:pt x="113942" y="102412"/>
                  <a:pt x="114447" y="106625"/>
                  <a:pt x="114447" y="111268"/>
                </a:cubicBezTo>
                <a:cubicBezTo>
                  <a:pt x="114447" y="118433"/>
                  <a:pt x="112984" y="124867"/>
                  <a:pt x="110057" y="130569"/>
                </a:cubicBezTo>
                <a:cubicBezTo>
                  <a:pt x="107130" y="136272"/>
                  <a:pt x="103043" y="141091"/>
                  <a:pt x="97795" y="145027"/>
                </a:cubicBezTo>
                <a:cubicBezTo>
                  <a:pt x="92547" y="148963"/>
                  <a:pt x="86365" y="151990"/>
                  <a:pt x="79250" y="154110"/>
                </a:cubicBezTo>
                <a:cubicBezTo>
                  <a:pt x="72135" y="156229"/>
                  <a:pt x="64339" y="157289"/>
                  <a:pt x="55861" y="157289"/>
                </a:cubicBezTo>
                <a:cubicBezTo>
                  <a:pt x="46576" y="157289"/>
                  <a:pt x="37443" y="156683"/>
                  <a:pt x="28460" y="155472"/>
                </a:cubicBezTo>
                <a:cubicBezTo>
                  <a:pt x="19478" y="154261"/>
                  <a:pt x="9991" y="152192"/>
                  <a:pt x="0" y="149265"/>
                </a:cubicBezTo>
                <a:lnTo>
                  <a:pt x="7872" y="114750"/>
                </a:lnTo>
                <a:lnTo>
                  <a:pt x="21042" y="114750"/>
                </a:lnTo>
                <a:cubicBezTo>
                  <a:pt x="21547" y="124136"/>
                  <a:pt x="24499" y="131175"/>
                  <a:pt x="29898" y="135868"/>
                </a:cubicBezTo>
                <a:cubicBezTo>
                  <a:pt x="35298" y="140561"/>
                  <a:pt x="43649" y="142907"/>
                  <a:pt x="54953" y="142907"/>
                </a:cubicBezTo>
                <a:cubicBezTo>
                  <a:pt x="65045" y="142907"/>
                  <a:pt x="72993" y="140737"/>
                  <a:pt x="78796" y="136398"/>
                </a:cubicBezTo>
                <a:cubicBezTo>
                  <a:pt x="84599" y="132058"/>
                  <a:pt x="87500" y="126003"/>
                  <a:pt x="87500" y="118232"/>
                </a:cubicBezTo>
                <a:cubicBezTo>
                  <a:pt x="87500" y="114699"/>
                  <a:pt x="87147" y="111646"/>
                  <a:pt x="86441" y="109073"/>
                </a:cubicBezTo>
                <a:cubicBezTo>
                  <a:pt x="85734" y="106499"/>
                  <a:pt x="84347" y="104052"/>
                  <a:pt x="82278" y="101731"/>
                </a:cubicBezTo>
                <a:cubicBezTo>
                  <a:pt x="80209" y="99409"/>
                  <a:pt x="77383" y="97012"/>
                  <a:pt x="73800" y="94540"/>
                </a:cubicBezTo>
                <a:cubicBezTo>
                  <a:pt x="70217" y="92067"/>
                  <a:pt x="65550" y="89216"/>
                  <a:pt x="59797" y="85987"/>
                </a:cubicBezTo>
                <a:cubicBezTo>
                  <a:pt x="53843" y="82656"/>
                  <a:pt x="48721" y="79376"/>
                  <a:pt x="44431" y="76147"/>
                </a:cubicBezTo>
                <a:cubicBezTo>
                  <a:pt x="40142" y="72917"/>
                  <a:pt x="36610" y="69637"/>
                  <a:pt x="33835" y="66307"/>
                </a:cubicBezTo>
                <a:cubicBezTo>
                  <a:pt x="31059" y="62976"/>
                  <a:pt x="29015" y="59494"/>
                  <a:pt x="27703" y="55861"/>
                </a:cubicBezTo>
                <a:cubicBezTo>
                  <a:pt x="26391" y="52228"/>
                  <a:pt x="25735" y="48342"/>
                  <a:pt x="25735" y="44204"/>
                </a:cubicBezTo>
                <a:cubicBezTo>
                  <a:pt x="25735" y="37846"/>
                  <a:pt x="27073" y="31967"/>
                  <a:pt x="29747" y="26568"/>
                </a:cubicBezTo>
                <a:cubicBezTo>
                  <a:pt x="32422" y="21169"/>
                  <a:pt x="36231" y="16501"/>
                  <a:pt x="41177" y="12565"/>
                </a:cubicBezTo>
                <a:cubicBezTo>
                  <a:pt x="46122" y="8629"/>
                  <a:pt x="52076" y="5551"/>
                  <a:pt x="59040" y="3330"/>
                </a:cubicBezTo>
                <a:cubicBezTo>
                  <a:pt x="66004" y="1110"/>
                  <a:pt x="73825" y="0"/>
                  <a:pt x="82505" y="0"/>
                </a:cubicBezTo>
                <a:cubicBezTo>
                  <a:pt x="92294" y="0"/>
                  <a:pt x="101302" y="606"/>
                  <a:pt x="109527" y="1817"/>
                </a:cubicBezTo>
                <a:cubicBezTo>
                  <a:pt x="117752" y="3028"/>
                  <a:pt x="125750" y="4794"/>
                  <a:pt x="133521" y="7115"/>
                </a:cubicBezTo>
                <a:lnTo>
                  <a:pt x="126255" y="41328"/>
                </a:lnTo>
                <a:lnTo>
                  <a:pt x="112782" y="4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05">
            <a:extLst xmlns:a="http://schemas.openxmlformats.org/drawingml/2006/main">
              <a:ext uri="{FF2B5EF4-FFF2-40B4-BE49-F238E27FC236}">
                <a16:creationId xmlns:a16="http://schemas.microsoft.com/office/drawing/2014/main" id="{1A91AD3B-3F01-4298-9CBB-503FA95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484" y="2462294"/>
            <a:ext cx="161121" cy="189801"/>
          </a:xfrm>
          <a:custGeom xmlns:a="http://schemas.openxmlformats.org/drawingml/2006/main">
            <a:pathLst>
              <a:path w="133521" h="157289">
                <a:moveTo>
                  <a:pt x="112782" y="41328"/>
                </a:moveTo>
                <a:cubicBezTo>
                  <a:pt x="111672" y="32245"/>
                  <a:pt x="108669" y="25534"/>
                  <a:pt x="103774" y="21194"/>
                </a:cubicBezTo>
                <a:cubicBezTo>
                  <a:pt x="98880" y="16854"/>
                  <a:pt x="91285" y="14684"/>
                  <a:pt x="80991" y="14684"/>
                </a:cubicBezTo>
                <a:cubicBezTo>
                  <a:pt x="76853" y="14684"/>
                  <a:pt x="73018" y="15239"/>
                  <a:pt x="69486" y="16350"/>
                </a:cubicBezTo>
                <a:cubicBezTo>
                  <a:pt x="65953" y="17460"/>
                  <a:pt x="62926" y="18999"/>
                  <a:pt x="60403" y="20967"/>
                </a:cubicBezTo>
                <a:cubicBezTo>
                  <a:pt x="57879" y="22935"/>
                  <a:pt x="55911" y="25281"/>
                  <a:pt x="54499" y="28006"/>
                </a:cubicBezTo>
                <a:cubicBezTo>
                  <a:pt x="53086" y="30731"/>
                  <a:pt x="52379" y="33708"/>
                  <a:pt x="52379" y="36938"/>
                </a:cubicBezTo>
                <a:cubicBezTo>
                  <a:pt x="52379" y="39865"/>
                  <a:pt x="52732" y="42539"/>
                  <a:pt x="53439" y="44961"/>
                </a:cubicBezTo>
                <a:cubicBezTo>
                  <a:pt x="54145" y="47383"/>
                  <a:pt x="55533" y="49755"/>
                  <a:pt x="57602" y="52076"/>
                </a:cubicBezTo>
                <a:cubicBezTo>
                  <a:pt x="59671" y="54398"/>
                  <a:pt x="62598" y="56820"/>
                  <a:pt x="66382" y="59343"/>
                </a:cubicBezTo>
                <a:cubicBezTo>
                  <a:pt x="70167" y="61866"/>
                  <a:pt x="75137" y="64742"/>
                  <a:pt x="81294" y="67972"/>
                </a:cubicBezTo>
                <a:cubicBezTo>
                  <a:pt x="87753" y="71504"/>
                  <a:pt x="93127" y="74885"/>
                  <a:pt x="97416" y="78115"/>
                </a:cubicBezTo>
                <a:cubicBezTo>
                  <a:pt x="101705" y="81344"/>
                  <a:pt x="105112" y="84624"/>
                  <a:pt x="107635" y="87955"/>
                </a:cubicBezTo>
                <a:cubicBezTo>
                  <a:pt x="110158" y="91285"/>
                  <a:pt x="111924" y="94843"/>
                  <a:pt x="112933" y="98627"/>
                </a:cubicBezTo>
                <a:cubicBezTo>
                  <a:pt x="113942" y="102412"/>
                  <a:pt x="114447" y="106625"/>
                  <a:pt x="114447" y="111268"/>
                </a:cubicBezTo>
                <a:cubicBezTo>
                  <a:pt x="114447" y="118433"/>
                  <a:pt x="112984" y="124867"/>
                  <a:pt x="110057" y="130569"/>
                </a:cubicBezTo>
                <a:cubicBezTo>
                  <a:pt x="107130" y="136272"/>
                  <a:pt x="103043" y="141091"/>
                  <a:pt x="97795" y="145027"/>
                </a:cubicBezTo>
                <a:cubicBezTo>
                  <a:pt x="92547" y="148963"/>
                  <a:pt x="86365" y="151990"/>
                  <a:pt x="79250" y="154110"/>
                </a:cubicBezTo>
                <a:cubicBezTo>
                  <a:pt x="72135" y="156229"/>
                  <a:pt x="64339" y="157289"/>
                  <a:pt x="55861" y="157289"/>
                </a:cubicBezTo>
                <a:cubicBezTo>
                  <a:pt x="46576" y="157289"/>
                  <a:pt x="37443" y="156683"/>
                  <a:pt x="28460" y="155472"/>
                </a:cubicBezTo>
                <a:cubicBezTo>
                  <a:pt x="19478" y="154261"/>
                  <a:pt x="9991" y="152192"/>
                  <a:pt x="0" y="149265"/>
                </a:cubicBezTo>
                <a:lnTo>
                  <a:pt x="7872" y="114750"/>
                </a:lnTo>
                <a:lnTo>
                  <a:pt x="21042" y="114750"/>
                </a:lnTo>
                <a:cubicBezTo>
                  <a:pt x="21547" y="124136"/>
                  <a:pt x="24499" y="131175"/>
                  <a:pt x="29898" y="135868"/>
                </a:cubicBezTo>
                <a:cubicBezTo>
                  <a:pt x="35298" y="140561"/>
                  <a:pt x="43649" y="142907"/>
                  <a:pt x="54953" y="142907"/>
                </a:cubicBezTo>
                <a:cubicBezTo>
                  <a:pt x="65045" y="142907"/>
                  <a:pt x="72993" y="140737"/>
                  <a:pt x="78796" y="136398"/>
                </a:cubicBezTo>
                <a:cubicBezTo>
                  <a:pt x="84599" y="132058"/>
                  <a:pt x="87500" y="126003"/>
                  <a:pt x="87500" y="118232"/>
                </a:cubicBezTo>
                <a:cubicBezTo>
                  <a:pt x="87500" y="114699"/>
                  <a:pt x="87147" y="111646"/>
                  <a:pt x="86441" y="109073"/>
                </a:cubicBezTo>
                <a:cubicBezTo>
                  <a:pt x="85734" y="106499"/>
                  <a:pt x="84347" y="104052"/>
                  <a:pt x="82278" y="101731"/>
                </a:cubicBezTo>
                <a:cubicBezTo>
                  <a:pt x="80209" y="99409"/>
                  <a:pt x="77383" y="97012"/>
                  <a:pt x="73800" y="94540"/>
                </a:cubicBezTo>
                <a:cubicBezTo>
                  <a:pt x="70217" y="92067"/>
                  <a:pt x="65550" y="89216"/>
                  <a:pt x="59797" y="85987"/>
                </a:cubicBezTo>
                <a:cubicBezTo>
                  <a:pt x="53843" y="82656"/>
                  <a:pt x="48721" y="79376"/>
                  <a:pt x="44431" y="76147"/>
                </a:cubicBezTo>
                <a:cubicBezTo>
                  <a:pt x="40142" y="72917"/>
                  <a:pt x="36610" y="69637"/>
                  <a:pt x="33835" y="66307"/>
                </a:cubicBezTo>
                <a:cubicBezTo>
                  <a:pt x="31059" y="62976"/>
                  <a:pt x="29015" y="59494"/>
                  <a:pt x="27703" y="55861"/>
                </a:cubicBezTo>
                <a:cubicBezTo>
                  <a:pt x="26391" y="52228"/>
                  <a:pt x="25735" y="48342"/>
                  <a:pt x="25735" y="44204"/>
                </a:cubicBezTo>
                <a:cubicBezTo>
                  <a:pt x="25735" y="37846"/>
                  <a:pt x="27073" y="31967"/>
                  <a:pt x="29747" y="26568"/>
                </a:cubicBezTo>
                <a:cubicBezTo>
                  <a:pt x="32422" y="21169"/>
                  <a:pt x="36231" y="16501"/>
                  <a:pt x="41177" y="12565"/>
                </a:cubicBezTo>
                <a:cubicBezTo>
                  <a:pt x="46122" y="8629"/>
                  <a:pt x="52076" y="5551"/>
                  <a:pt x="59040" y="3330"/>
                </a:cubicBezTo>
                <a:cubicBezTo>
                  <a:pt x="66004" y="1110"/>
                  <a:pt x="73825" y="0"/>
                  <a:pt x="82505" y="0"/>
                </a:cubicBezTo>
                <a:cubicBezTo>
                  <a:pt x="92294" y="0"/>
                  <a:pt x="101302" y="606"/>
                  <a:pt x="109527" y="1817"/>
                </a:cubicBezTo>
                <a:cubicBezTo>
                  <a:pt x="117752" y="3028"/>
                  <a:pt x="125750" y="4794"/>
                  <a:pt x="133521" y="7115"/>
                </a:cubicBezTo>
                <a:lnTo>
                  <a:pt x="126255" y="41328"/>
                </a:lnTo>
                <a:lnTo>
                  <a:pt x="112782" y="4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206">
            <a:extLst xmlns:a="http://schemas.openxmlformats.org/drawingml/2006/main">
              <a:ext uri="{FF2B5EF4-FFF2-40B4-BE49-F238E27FC236}">
                <a16:creationId xmlns:a16="http://schemas.microsoft.com/office/drawing/2014/main" id="{85AC48B9-98E7-4866-8F24-C5F6D8CA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026" y="2462294"/>
            <a:ext cx="335760" cy="189801"/>
          </a:xfrm>
          <a:custGeom xmlns:a="http://schemas.openxmlformats.org/drawingml/2006/main">
            <a:pathLst>
              <a:path w="278245" h="157289">
                <a:moveTo>
                  <a:pt x="138366" y="154564"/>
                </a:moveTo>
                <a:lnTo>
                  <a:pt x="108846" y="154564"/>
                </a:lnTo>
                <a:cubicBezTo>
                  <a:pt x="110259" y="148105"/>
                  <a:pt x="111848" y="141166"/>
                  <a:pt x="113614" y="133748"/>
                </a:cubicBezTo>
                <a:cubicBezTo>
                  <a:pt x="115380" y="126331"/>
                  <a:pt x="117172" y="118837"/>
                  <a:pt x="118988" y="111268"/>
                </a:cubicBezTo>
                <a:cubicBezTo>
                  <a:pt x="120805" y="103699"/>
                  <a:pt x="122546" y="96230"/>
                  <a:pt x="124211" y="88863"/>
                </a:cubicBezTo>
                <a:cubicBezTo>
                  <a:pt x="125876" y="81495"/>
                  <a:pt x="127365" y="74607"/>
                  <a:pt x="128677" y="68199"/>
                </a:cubicBezTo>
                <a:cubicBezTo>
                  <a:pt x="129989" y="61790"/>
                  <a:pt x="131049" y="56038"/>
                  <a:pt x="131856" y="50941"/>
                </a:cubicBezTo>
                <a:cubicBezTo>
                  <a:pt x="132664" y="45844"/>
                  <a:pt x="133067" y="41782"/>
                  <a:pt x="133067" y="38755"/>
                </a:cubicBezTo>
                <a:cubicBezTo>
                  <a:pt x="133067" y="32396"/>
                  <a:pt x="131831" y="27729"/>
                  <a:pt x="129358" y="24751"/>
                </a:cubicBezTo>
                <a:cubicBezTo>
                  <a:pt x="126886" y="21774"/>
                  <a:pt x="122924" y="20286"/>
                  <a:pt x="117475" y="20286"/>
                </a:cubicBezTo>
                <a:cubicBezTo>
                  <a:pt x="112630" y="20286"/>
                  <a:pt x="107433" y="22102"/>
                  <a:pt x="101882" y="25735"/>
                </a:cubicBezTo>
                <a:cubicBezTo>
                  <a:pt x="96331" y="29369"/>
                  <a:pt x="91058" y="34137"/>
                  <a:pt x="86062" y="40041"/>
                </a:cubicBezTo>
                <a:cubicBezTo>
                  <a:pt x="81067" y="45945"/>
                  <a:pt x="76601" y="52606"/>
                  <a:pt x="72665" y="60024"/>
                </a:cubicBezTo>
                <a:cubicBezTo>
                  <a:pt x="68729" y="67442"/>
                  <a:pt x="65953" y="74935"/>
                  <a:pt x="64339" y="82505"/>
                </a:cubicBezTo>
                <a:lnTo>
                  <a:pt x="48897" y="154564"/>
                </a:lnTo>
                <a:lnTo>
                  <a:pt x="19226" y="154564"/>
                </a:lnTo>
                <a:lnTo>
                  <a:pt x="41934" y="55861"/>
                </a:lnTo>
                <a:cubicBezTo>
                  <a:pt x="43246" y="50411"/>
                  <a:pt x="44204" y="45668"/>
                  <a:pt x="44810" y="41631"/>
                </a:cubicBezTo>
                <a:cubicBezTo>
                  <a:pt x="45415" y="37594"/>
                  <a:pt x="45718" y="34263"/>
                  <a:pt x="45718" y="31639"/>
                </a:cubicBezTo>
                <a:cubicBezTo>
                  <a:pt x="45718" y="24272"/>
                  <a:pt x="42741" y="20588"/>
                  <a:pt x="36787" y="20588"/>
                </a:cubicBezTo>
                <a:cubicBezTo>
                  <a:pt x="34970" y="20588"/>
                  <a:pt x="33128" y="20967"/>
                  <a:pt x="31261" y="21724"/>
                </a:cubicBezTo>
                <a:cubicBezTo>
                  <a:pt x="29394" y="22481"/>
                  <a:pt x="27426" y="23616"/>
                  <a:pt x="25357" y="25130"/>
                </a:cubicBezTo>
                <a:cubicBezTo>
                  <a:pt x="23288" y="26644"/>
                  <a:pt x="21042" y="28561"/>
                  <a:pt x="18620" y="30882"/>
                </a:cubicBezTo>
                <a:cubicBezTo>
                  <a:pt x="16198" y="33204"/>
                  <a:pt x="13473" y="35929"/>
                  <a:pt x="10446" y="39057"/>
                </a:cubicBezTo>
                <a:lnTo>
                  <a:pt x="0" y="29217"/>
                </a:lnTo>
                <a:cubicBezTo>
                  <a:pt x="4945" y="24171"/>
                  <a:pt x="9512" y="19806"/>
                  <a:pt x="13700" y="16122"/>
                </a:cubicBezTo>
                <a:cubicBezTo>
                  <a:pt x="17889" y="12439"/>
                  <a:pt x="21926" y="9411"/>
                  <a:pt x="25811" y="7039"/>
                </a:cubicBezTo>
                <a:cubicBezTo>
                  <a:pt x="29697" y="4668"/>
                  <a:pt x="33507" y="2902"/>
                  <a:pt x="37241" y="1741"/>
                </a:cubicBezTo>
                <a:cubicBezTo>
                  <a:pt x="40975" y="580"/>
                  <a:pt x="44860" y="0"/>
                  <a:pt x="48897" y="0"/>
                </a:cubicBezTo>
                <a:cubicBezTo>
                  <a:pt x="56366" y="0"/>
                  <a:pt x="62143" y="2447"/>
                  <a:pt x="66231" y="7342"/>
                </a:cubicBezTo>
                <a:cubicBezTo>
                  <a:pt x="70318" y="12237"/>
                  <a:pt x="72362" y="18671"/>
                  <a:pt x="72362" y="26644"/>
                </a:cubicBezTo>
                <a:cubicBezTo>
                  <a:pt x="72362" y="28864"/>
                  <a:pt x="72211" y="31034"/>
                  <a:pt x="71908" y="33153"/>
                </a:cubicBezTo>
                <a:cubicBezTo>
                  <a:pt x="71605" y="35273"/>
                  <a:pt x="71050" y="37342"/>
                  <a:pt x="70243" y="39360"/>
                </a:cubicBezTo>
                <a:lnTo>
                  <a:pt x="72059" y="40117"/>
                </a:lnTo>
                <a:cubicBezTo>
                  <a:pt x="81647" y="26694"/>
                  <a:pt x="91235" y="16652"/>
                  <a:pt x="100822" y="9991"/>
                </a:cubicBezTo>
                <a:cubicBezTo>
                  <a:pt x="110410" y="3330"/>
                  <a:pt x="120250" y="0"/>
                  <a:pt x="130342" y="0"/>
                </a:cubicBezTo>
                <a:cubicBezTo>
                  <a:pt x="141040" y="0"/>
                  <a:pt x="149038" y="2750"/>
                  <a:pt x="154337" y="8250"/>
                </a:cubicBezTo>
                <a:cubicBezTo>
                  <a:pt x="159635" y="13751"/>
                  <a:pt x="162285" y="21850"/>
                  <a:pt x="162285" y="32548"/>
                </a:cubicBezTo>
                <a:cubicBezTo>
                  <a:pt x="162285" y="33456"/>
                  <a:pt x="162285" y="34339"/>
                  <a:pt x="162285" y="35197"/>
                </a:cubicBezTo>
                <a:cubicBezTo>
                  <a:pt x="162285" y="36055"/>
                  <a:pt x="162184" y="36938"/>
                  <a:pt x="161982" y="37846"/>
                </a:cubicBezTo>
                <a:lnTo>
                  <a:pt x="162587" y="37846"/>
                </a:lnTo>
                <a:cubicBezTo>
                  <a:pt x="171973" y="25029"/>
                  <a:pt x="181309" y="15517"/>
                  <a:pt x="190593" y="9310"/>
                </a:cubicBezTo>
                <a:cubicBezTo>
                  <a:pt x="199878" y="3103"/>
                  <a:pt x="209567" y="0"/>
                  <a:pt x="219659" y="0"/>
                </a:cubicBezTo>
                <a:cubicBezTo>
                  <a:pt x="230357" y="0"/>
                  <a:pt x="238355" y="2876"/>
                  <a:pt x="243654" y="8629"/>
                </a:cubicBezTo>
                <a:cubicBezTo>
                  <a:pt x="248952" y="14382"/>
                  <a:pt x="251602" y="22455"/>
                  <a:pt x="251602" y="32851"/>
                </a:cubicBezTo>
                <a:cubicBezTo>
                  <a:pt x="251602" y="35979"/>
                  <a:pt x="251097" y="40193"/>
                  <a:pt x="250088" y="45491"/>
                </a:cubicBezTo>
                <a:cubicBezTo>
                  <a:pt x="249078" y="50790"/>
                  <a:pt x="247842" y="56618"/>
                  <a:pt x="246379" y="62976"/>
                </a:cubicBezTo>
                <a:cubicBezTo>
                  <a:pt x="244915" y="69334"/>
                  <a:pt x="243326" y="75919"/>
                  <a:pt x="241610" y="82732"/>
                </a:cubicBezTo>
                <a:cubicBezTo>
                  <a:pt x="239894" y="89544"/>
                  <a:pt x="238280" y="95978"/>
                  <a:pt x="236766" y="102033"/>
                </a:cubicBezTo>
                <a:cubicBezTo>
                  <a:pt x="235858" y="105969"/>
                  <a:pt x="235126" y="109174"/>
                  <a:pt x="234571" y="111646"/>
                </a:cubicBezTo>
                <a:cubicBezTo>
                  <a:pt x="234016" y="114119"/>
                  <a:pt x="233587" y="116188"/>
                  <a:pt x="233284" y="117853"/>
                </a:cubicBezTo>
                <a:cubicBezTo>
                  <a:pt x="232981" y="119518"/>
                  <a:pt x="232779" y="120956"/>
                  <a:pt x="232678" y="122168"/>
                </a:cubicBezTo>
                <a:cubicBezTo>
                  <a:pt x="232578" y="123379"/>
                  <a:pt x="232527" y="124691"/>
                  <a:pt x="232527" y="126104"/>
                </a:cubicBezTo>
                <a:cubicBezTo>
                  <a:pt x="232527" y="129939"/>
                  <a:pt x="233234" y="132714"/>
                  <a:pt x="234646" y="134430"/>
                </a:cubicBezTo>
                <a:cubicBezTo>
                  <a:pt x="236059" y="136145"/>
                  <a:pt x="238330" y="137003"/>
                  <a:pt x="241459" y="137003"/>
                </a:cubicBezTo>
                <a:cubicBezTo>
                  <a:pt x="243275" y="137003"/>
                  <a:pt x="245092" y="136650"/>
                  <a:pt x="246909" y="135944"/>
                </a:cubicBezTo>
                <a:cubicBezTo>
                  <a:pt x="248725" y="135237"/>
                  <a:pt x="250668" y="134127"/>
                  <a:pt x="252737" y="132613"/>
                </a:cubicBezTo>
                <a:cubicBezTo>
                  <a:pt x="254806" y="131099"/>
                  <a:pt x="257077" y="129156"/>
                  <a:pt x="259549" y="126785"/>
                </a:cubicBezTo>
                <a:cubicBezTo>
                  <a:pt x="262022" y="124413"/>
                  <a:pt x="264772" y="121562"/>
                  <a:pt x="267800" y="118232"/>
                </a:cubicBezTo>
                <a:lnTo>
                  <a:pt x="278245" y="128223"/>
                </a:lnTo>
                <a:cubicBezTo>
                  <a:pt x="273401" y="133269"/>
                  <a:pt x="268885" y="137609"/>
                  <a:pt x="264696" y="141242"/>
                </a:cubicBezTo>
                <a:cubicBezTo>
                  <a:pt x="260508" y="144875"/>
                  <a:pt x="256471" y="147878"/>
                  <a:pt x="252586" y="150249"/>
                </a:cubicBezTo>
                <a:cubicBezTo>
                  <a:pt x="248700" y="152621"/>
                  <a:pt x="244840" y="154387"/>
                  <a:pt x="241005" y="155548"/>
                </a:cubicBezTo>
                <a:cubicBezTo>
                  <a:pt x="237170" y="156708"/>
                  <a:pt x="233133" y="157289"/>
                  <a:pt x="228894" y="157289"/>
                </a:cubicBezTo>
                <a:cubicBezTo>
                  <a:pt x="225059" y="157289"/>
                  <a:pt x="221577" y="156582"/>
                  <a:pt x="218448" y="155169"/>
                </a:cubicBezTo>
                <a:cubicBezTo>
                  <a:pt x="215320" y="153756"/>
                  <a:pt x="212670" y="151814"/>
                  <a:pt x="210501" y="149341"/>
                </a:cubicBezTo>
                <a:cubicBezTo>
                  <a:pt x="208331" y="146868"/>
                  <a:pt x="206640" y="143942"/>
                  <a:pt x="205429" y="140561"/>
                </a:cubicBezTo>
                <a:cubicBezTo>
                  <a:pt x="204218" y="137180"/>
                  <a:pt x="203613" y="133471"/>
                  <a:pt x="203613" y="129434"/>
                </a:cubicBezTo>
                <a:cubicBezTo>
                  <a:pt x="203613" y="121158"/>
                  <a:pt x="205379" y="110511"/>
                  <a:pt x="208911" y="97492"/>
                </a:cubicBezTo>
                <a:cubicBezTo>
                  <a:pt x="210829" y="90932"/>
                  <a:pt x="212569" y="84649"/>
                  <a:pt x="214134" y="78644"/>
                </a:cubicBezTo>
                <a:cubicBezTo>
                  <a:pt x="215698" y="72639"/>
                  <a:pt x="217035" y="67089"/>
                  <a:pt x="218145" y="61992"/>
                </a:cubicBezTo>
                <a:cubicBezTo>
                  <a:pt x="219256" y="56895"/>
                  <a:pt x="220139" y="52354"/>
                  <a:pt x="220795" y="48367"/>
                </a:cubicBezTo>
                <a:cubicBezTo>
                  <a:pt x="221451" y="44381"/>
                  <a:pt x="221779" y="41076"/>
                  <a:pt x="221779" y="38452"/>
                </a:cubicBezTo>
                <a:cubicBezTo>
                  <a:pt x="221779" y="32195"/>
                  <a:pt x="220593" y="27602"/>
                  <a:pt x="218221" y="24676"/>
                </a:cubicBezTo>
                <a:cubicBezTo>
                  <a:pt x="215850" y="21749"/>
                  <a:pt x="212141" y="20286"/>
                  <a:pt x="207094" y="20286"/>
                </a:cubicBezTo>
                <a:cubicBezTo>
                  <a:pt x="203966" y="20286"/>
                  <a:pt x="200635" y="21093"/>
                  <a:pt x="197103" y="22708"/>
                </a:cubicBezTo>
                <a:cubicBezTo>
                  <a:pt x="193571" y="24322"/>
                  <a:pt x="190013" y="26568"/>
                  <a:pt x="186430" y="29444"/>
                </a:cubicBezTo>
                <a:cubicBezTo>
                  <a:pt x="182848" y="32321"/>
                  <a:pt x="179341" y="35727"/>
                  <a:pt x="175909" y="39663"/>
                </a:cubicBezTo>
                <a:cubicBezTo>
                  <a:pt x="172478" y="43599"/>
                  <a:pt x="169299" y="47863"/>
                  <a:pt x="166372" y="52455"/>
                </a:cubicBezTo>
                <a:cubicBezTo>
                  <a:pt x="163445" y="57047"/>
                  <a:pt x="160846" y="61866"/>
                  <a:pt x="158576" y="66912"/>
                </a:cubicBezTo>
                <a:cubicBezTo>
                  <a:pt x="156305" y="71958"/>
                  <a:pt x="154564" y="77055"/>
                  <a:pt x="153353" y="82202"/>
                </a:cubicBezTo>
                <a:lnTo>
                  <a:pt x="138366" y="1545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text-207 𝒀">
            <a:extLst xmlns:a="http://schemas.openxmlformats.org/drawingml/2006/main">
              <a:ext uri="{FF2B5EF4-FFF2-40B4-BE49-F238E27FC236}">
                <a16:creationId xmlns:a16="http://schemas.microsoft.com/office/drawing/2014/main" id="{4BC13AE6-93A3-4EA7-9EC7-D8C24224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8183" y="5923383"/>
            <a:ext cx="423702" cy="728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𝒀</a:t>
            </a:r>
          </a:p>
        </p:txBody>
      </p:sp>
      <p:sp>
        <p:nvSpPr>
          <p:cNvPr id="208" name="path-208">
            <a:extLst xmlns:a="http://schemas.openxmlformats.org/drawingml/2006/main">
              <a:ext uri="{FF2B5EF4-FFF2-40B4-BE49-F238E27FC236}">
                <a16:creationId xmlns:a16="http://schemas.microsoft.com/office/drawing/2014/main" id="{E52CB1B6-75E5-4690-BA1B-012901A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351" y="6362405"/>
            <a:ext cx="203319" cy="189801"/>
          </a:xfrm>
          <a:custGeom xmlns:a="http://schemas.openxmlformats.org/drawingml/2006/main">
            <a:pathLst>
              <a:path w="168491" h="157289">
                <a:moveTo>
                  <a:pt x="96584" y="117020"/>
                </a:moveTo>
                <a:cubicBezTo>
                  <a:pt x="91436" y="124186"/>
                  <a:pt x="86441" y="130292"/>
                  <a:pt x="81596" y="135338"/>
                </a:cubicBezTo>
                <a:cubicBezTo>
                  <a:pt x="76752" y="140384"/>
                  <a:pt x="71958" y="144547"/>
                  <a:pt x="67215" y="147827"/>
                </a:cubicBezTo>
                <a:cubicBezTo>
                  <a:pt x="62471" y="151107"/>
                  <a:pt x="57678" y="153504"/>
                  <a:pt x="52833" y="155018"/>
                </a:cubicBezTo>
                <a:cubicBezTo>
                  <a:pt x="47989" y="156532"/>
                  <a:pt x="42943" y="157289"/>
                  <a:pt x="37695" y="157289"/>
                </a:cubicBezTo>
                <a:cubicBezTo>
                  <a:pt x="25685" y="157289"/>
                  <a:pt x="16400" y="152974"/>
                  <a:pt x="9840" y="144345"/>
                </a:cubicBezTo>
                <a:cubicBezTo>
                  <a:pt x="3280" y="135716"/>
                  <a:pt x="0" y="123177"/>
                  <a:pt x="0" y="106726"/>
                </a:cubicBezTo>
                <a:cubicBezTo>
                  <a:pt x="0" y="96937"/>
                  <a:pt x="1034" y="87526"/>
                  <a:pt x="3103" y="78493"/>
                </a:cubicBezTo>
                <a:cubicBezTo>
                  <a:pt x="5172" y="69460"/>
                  <a:pt x="8099" y="60983"/>
                  <a:pt x="11884" y="53060"/>
                </a:cubicBezTo>
                <a:cubicBezTo>
                  <a:pt x="15668" y="45138"/>
                  <a:pt x="20185" y="37922"/>
                  <a:pt x="25433" y="31412"/>
                </a:cubicBezTo>
                <a:cubicBezTo>
                  <a:pt x="30681" y="24903"/>
                  <a:pt x="36433" y="19327"/>
                  <a:pt x="42691" y="14684"/>
                </a:cubicBezTo>
                <a:cubicBezTo>
                  <a:pt x="48948" y="10042"/>
                  <a:pt x="55609" y="6434"/>
                  <a:pt x="62673" y="3860"/>
                </a:cubicBezTo>
                <a:cubicBezTo>
                  <a:pt x="69738" y="1287"/>
                  <a:pt x="77055" y="0"/>
                  <a:pt x="84624" y="0"/>
                </a:cubicBezTo>
                <a:cubicBezTo>
                  <a:pt x="92597" y="0"/>
                  <a:pt x="99636" y="934"/>
                  <a:pt x="105742" y="2801"/>
                </a:cubicBezTo>
                <a:cubicBezTo>
                  <a:pt x="111848" y="4668"/>
                  <a:pt x="117424" y="7216"/>
                  <a:pt x="122470" y="10446"/>
                </a:cubicBezTo>
                <a:lnTo>
                  <a:pt x="137155" y="0"/>
                </a:lnTo>
                <a:lnTo>
                  <a:pt x="149417" y="3179"/>
                </a:lnTo>
                <a:lnTo>
                  <a:pt x="126558" y="102336"/>
                </a:lnTo>
                <a:cubicBezTo>
                  <a:pt x="125246" y="107988"/>
                  <a:pt x="124337" y="112656"/>
                  <a:pt x="123833" y="116339"/>
                </a:cubicBezTo>
                <a:cubicBezTo>
                  <a:pt x="123328" y="120023"/>
                  <a:pt x="123076" y="123278"/>
                  <a:pt x="123076" y="126104"/>
                </a:cubicBezTo>
                <a:cubicBezTo>
                  <a:pt x="123076" y="129939"/>
                  <a:pt x="123858" y="132714"/>
                  <a:pt x="125422" y="134430"/>
                </a:cubicBezTo>
                <a:cubicBezTo>
                  <a:pt x="126987" y="136145"/>
                  <a:pt x="129232" y="137003"/>
                  <a:pt x="132159" y="137003"/>
                </a:cubicBezTo>
                <a:cubicBezTo>
                  <a:pt x="133976" y="137003"/>
                  <a:pt x="135767" y="136650"/>
                  <a:pt x="137533" y="135944"/>
                </a:cubicBezTo>
                <a:cubicBezTo>
                  <a:pt x="139299" y="135237"/>
                  <a:pt x="141217" y="134127"/>
                  <a:pt x="143286" y="132613"/>
                </a:cubicBezTo>
                <a:cubicBezTo>
                  <a:pt x="145355" y="131099"/>
                  <a:pt x="147625" y="129156"/>
                  <a:pt x="150098" y="126785"/>
                </a:cubicBezTo>
                <a:cubicBezTo>
                  <a:pt x="152571" y="124413"/>
                  <a:pt x="155371" y="121562"/>
                  <a:pt x="158500" y="118232"/>
                </a:cubicBezTo>
                <a:cubicBezTo>
                  <a:pt x="160115" y="119947"/>
                  <a:pt x="161780" y="121638"/>
                  <a:pt x="163496" y="123303"/>
                </a:cubicBezTo>
                <a:cubicBezTo>
                  <a:pt x="165211" y="124968"/>
                  <a:pt x="166877" y="126608"/>
                  <a:pt x="168491" y="128223"/>
                </a:cubicBezTo>
                <a:cubicBezTo>
                  <a:pt x="163445" y="133370"/>
                  <a:pt x="158853" y="137785"/>
                  <a:pt x="154715" y="141469"/>
                </a:cubicBezTo>
                <a:cubicBezTo>
                  <a:pt x="150577" y="145153"/>
                  <a:pt x="146566" y="148180"/>
                  <a:pt x="142680" y="150552"/>
                </a:cubicBezTo>
                <a:cubicBezTo>
                  <a:pt x="138795" y="152924"/>
                  <a:pt x="134985" y="154640"/>
                  <a:pt x="131251" y="155699"/>
                </a:cubicBezTo>
                <a:cubicBezTo>
                  <a:pt x="127516" y="156759"/>
                  <a:pt x="123631" y="157289"/>
                  <a:pt x="119594" y="157289"/>
                </a:cubicBezTo>
                <a:cubicBezTo>
                  <a:pt x="112328" y="157289"/>
                  <a:pt x="106676" y="154942"/>
                  <a:pt x="102639" y="150249"/>
                </a:cubicBezTo>
                <a:cubicBezTo>
                  <a:pt x="98602" y="145556"/>
                  <a:pt x="96584" y="139123"/>
                  <a:pt x="96584" y="130948"/>
                </a:cubicBezTo>
                <a:cubicBezTo>
                  <a:pt x="96584" y="126406"/>
                  <a:pt x="97290" y="122067"/>
                  <a:pt x="98703" y="117929"/>
                </a:cubicBezTo>
                <a:lnTo>
                  <a:pt x="96584" y="117020"/>
                </a:lnTo>
                <a:moveTo>
                  <a:pt x="106424" y="68880"/>
                </a:moveTo>
                <a:cubicBezTo>
                  <a:pt x="107836" y="62623"/>
                  <a:pt x="108947" y="56971"/>
                  <a:pt x="109754" y="51925"/>
                </a:cubicBezTo>
                <a:cubicBezTo>
                  <a:pt x="110561" y="46879"/>
                  <a:pt x="110965" y="42085"/>
                  <a:pt x="110965" y="37543"/>
                </a:cubicBezTo>
                <a:cubicBezTo>
                  <a:pt x="110965" y="29470"/>
                  <a:pt x="109073" y="23692"/>
                  <a:pt x="105288" y="20210"/>
                </a:cubicBezTo>
                <a:cubicBezTo>
                  <a:pt x="101504" y="16728"/>
                  <a:pt x="95524" y="14987"/>
                  <a:pt x="87349" y="14987"/>
                </a:cubicBezTo>
                <a:cubicBezTo>
                  <a:pt x="81395" y="14987"/>
                  <a:pt x="75844" y="16299"/>
                  <a:pt x="70697" y="18923"/>
                </a:cubicBezTo>
                <a:cubicBezTo>
                  <a:pt x="65550" y="21547"/>
                  <a:pt x="60857" y="25130"/>
                  <a:pt x="56618" y="29671"/>
                </a:cubicBezTo>
                <a:cubicBezTo>
                  <a:pt x="52379" y="34213"/>
                  <a:pt x="48620" y="39461"/>
                  <a:pt x="45340" y="45415"/>
                </a:cubicBezTo>
                <a:cubicBezTo>
                  <a:pt x="42060" y="51370"/>
                  <a:pt x="39284" y="57678"/>
                  <a:pt x="37014" y="64339"/>
                </a:cubicBezTo>
                <a:cubicBezTo>
                  <a:pt x="34743" y="70999"/>
                  <a:pt x="33027" y="77837"/>
                  <a:pt x="31866" y="84851"/>
                </a:cubicBezTo>
                <a:cubicBezTo>
                  <a:pt x="30706" y="91865"/>
                  <a:pt x="30126" y="98602"/>
                  <a:pt x="30126" y="105061"/>
                </a:cubicBezTo>
                <a:cubicBezTo>
                  <a:pt x="30126" y="115961"/>
                  <a:pt x="31665" y="124060"/>
                  <a:pt x="34743" y="129358"/>
                </a:cubicBezTo>
                <a:cubicBezTo>
                  <a:pt x="37821" y="134657"/>
                  <a:pt x="42791" y="137306"/>
                  <a:pt x="49654" y="137306"/>
                </a:cubicBezTo>
                <a:cubicBezTo>
                  <a:pt x="53086" y="137306"/>
                  <a:pt x="56391" y="136700"/>
                  <a:pt x="59570" y="135489"/>
                </a:cubicBezTo>
                <a:cubicBezTo>
                  <a:pt x="62749" y="134278"/>
                  <a:pt x="66105" y="132361"/>
                  <a:pt x="69637" y="129737"/>
                </a:cubicBezTo>
                <a:cubicBezTo>
                  <a:pt x="78518" y="122773"/>
                  <a:pt x="86087" y="114296"/>
                  <a:pt x="92345" y="104304"/>
                </a:cubicBezTo>
                <a:cubicBezTo>
                  <a:pt x="98602" y="94313"/>
                  <a:pt x="103295" y="82505"/>
                  <a:pt x="106424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9">
            <a:extLst xmlns:a="http://schemas.openxmlformats.org/drawingml/2006/main">
              <a:ext uri="{FF2B5EF4-FFF2-40B4-BE49-F238E27FC236}">
                <a16:creationId xmlns:a16="http://schemas.microsoft.com/office/drawing/2014/main" id="{16546FC8-7E6F-4DB7-A280-1874730E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8917" y="6319841"/>
            <a:ext cx="132806" cy="232365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10">
            <a:extLst xmlns:a="http://schemas.openxmlformats.org/drawingml/2006/main">
              <a:ext uri="{FF2B5EF4-FFF2-40B4-BE49-F238E27FC236}">
                <a16:creationId xmlns:a16="http://schemas.microsoft.com/office/drawing/2014/main" id="{D1025DB2-347F-456A-9E4B-BBFD20DE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5034" y="6319841"/>
            <a:ext cx="132806" cy="232365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11">
            <a:extLst xmlns:a="http://schemas.openxmlformats.org/drawingml/2006/main">
              <a:ext uri="{FF2B5EF4-FFF2-40B4-BE49-F238E27FC236}">
                <a16:creationId xmlns:a16="http://schemas.microsoft.com/office/drawing/2014/main" id="{49174689-B05F-4859-B92B-B055F23E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697" y="6362405"/>
            <a:ext cx="228711" cy="189801"/>
          </a:xfrm>
          <a:custGeom xmlns:a="http://schemas.openxmlformats.org/drawingml/2006/main">
            <a:pathLst>
              <a:path w="189534" h="157289">
                <a:moveTo>
                  <a:pt x="72059" y="40117"/>
                </a:moveTo>
                <a:cubicBezTo>
                  <a:pt x="81849" y="26694"/>
                  <a:pt x="91512" y="16652"/>
                  <a:pt x="101049" y="9991"/>
                </a:cubicBezTo>
                <a:cubicBezTo>
                  <a:pt x="110587" y="3330"/>
                  <a:pt x="120452" y="0"/>
                  <a:pt x="130645" y="0"/>
                </a:cubicBezTo>
                <a:cubicBezTo>
                  <a:pt x="141343" y="0"/>
                  <a:pt x="149341" y="2876"/>
                  <a:pt x="154640" y="8629"/>
                </a:cubicBezTo>
                <a:cubicBezTo>
                  <a:pt x="159938" y="14382"/>
                  <a:pt x="162587" y="22455"/>
                  <a:pt x="162587" y="32851"/>
                </a:cubicBezTo>
                <a:cubicBezTo>
                  <a:pt x="162587" y="35979"/>
                  <a:pt x="162133" y="40319"/>
                  <a:pt x="161225" y="45870"/>
                </a:cubicBezTo>
                <a:cubicBezTo>
                  <a:pt x="160317" y="51420"/>
                  <a:pt x="159156" y="57476"/>
                  <a:pt x="157743" y="64036"/>
                </a:cubicBezTo>
                <a:cubicBezTo>
                  <a:pt x="156330" y="70596"/>
                  <a:pt x="154816" y="77332"/>
                  <a:pt x="153201" y="84246"/>
                </a:cubicBezTo>
                <a:cubicBezTo>
                  <a:pt x="151587" y="91159"/>
                  <a:pt x="150073" y="97542"/>
                  <a:pt x="148660" y="103396"/>
                </a:cubicBezTo>
                <a:cubicBezTo>
                  <a:pt x="147247" y="109249"/>
                  <a:pt x="146086" y="114245"/>
                  <a:pt x="145178" y="118383"/>
                </a:cubicBezTo>
                <a:cubicBezTo>
                  <a:pt x="144270" y="122521"/>
                  <a:pt x="143816" y="125094"/>
                  <a:pt x="143816" y="126104"/>
                </a:cubicBezTo>
                <a:cubicBezTo>
                  <a:pt x="143816" y="129939"/>
                  <a:pt x="144522" y="132714"/>
                  <a:pt x="145935" y="134430"/>
                </a:cubicBezTo>
                <a:cubicBezTo>
                  <a:pt x="147348" y="136145"/>
                  <a:pt x="149619" y="137003"/>
                  <a:pt x="152747" y="137003"/>
                </a:cubicBezTo>
                <a:cubicBezTo>
                  <a:pt x="154665" y="137003"/>
                  <a:pt x="156557" y="136650"/>
                  <a:pt x="158424" y="135944"/>
                </a:cubicBezTo>
                <a:cubicBezTo>
                  <a:pt x="160291" y="135237"/>
                  <a:pt x="162234" y="134127"/>
                  <a:pt x="164253" y="132613"/>
                </a:cubicBezTo>
                <a:cubicBezTo>
                  <a:pt x="166271" y="131099"/>
                  <a:pt x="168491" y="129156"/>
                  <a:pt x="170913" y="126785"/>
                </a:cubicBezTo>
                <a:cubicBezTo>
                  <a:pt x="173336" y="124413"/>
                  <a:pt x="176061" y="121562"/>
                  <a:pt x="179088" y="118232"/>
                </a:cubicBezTo>
                <a:lnTo>
                  <a:pt x="189534" y="128223"/>
                </a:lnTo>
                <a:cubicBezTo>
                  <a:pt x="184589" y="133269"/>
                  <a:pt x="180047" y="137609"/>
                  <a:pt x="175909" y="141242"/>
                </a:cubicBezTo>
                <a:cubicBezTo>
                  <a:pt x="171771" y="144875"/>
                  <a:pt x="167760" y="147878"/>
                  <a:pt x="163874" y="150249"/>
                </a:cubicBezTo>
                <a:cubicBezTo>
                  <a:pt x="159989" y="152621"/>
                  <a:pt x="156128" y="154387"/>
                  <a:pt x="152293" y="155548"/>
                </a:cubicBezTo>
                <a:cubicBezTo>
                  <a:pt x="148458" y="156708"/>
                  <a:pt x="144371" y="157289"/>
                  <a:pt x="140031" y="157289"/>
                </a:cubicBezTo>
                <a:cubicBezTo>
                  <a:pt x="136398" y="157289"/>
                  <a:pt x="133042" y="156582"/>
                  <a:pt x="129964" y="155169"/>
                </a:cubicBezTo>
                <a:cubicBezTo>
                  <a:pt x="126886" y="153756"/>
                  <a:pt x="124236" y="151814"/>
                  <a:pt x="122016" y="149341"/>
                </a:cubicBezTo>
                <a:cubicBezTo>
                  <a:pt x="119796" y="146868"/>
                  <a:pt x="118080" y="143942"/>
                  <a:pt x="116869" y="140561"/>
                </a:cubicBezTo>
                <a:cubicBezTo>
                  <a:pt x="115658" y="137180"/>
                  <a:pt x="115052" y="133471"/>
                  <a:pt x="115052" y="129434"/>
                </a:cubicBezTo>
                <a:cubicBezTo>
                  <a:pt x="115052" y="125397"/>
                  <a:pt x="115481" y="120679"/>
                  <a:pt x="116339" y="115280"/>
                </a:cubicBezTo>
                <a:cubicBezTo>
                  <a:pt x="117197" y="109880"/>
                  <a:pt x="118484" y="103951"/>
                  <a:pt x="120200" y="97492"/>
                </a:cubicBezTo>
                <a:cubicBezTo>
                  <a:pt x="122016" y="90932"/>
                  <a:pt x="123707" y="84649"/>
                  <a:pt x="125271" y="78644"/>
                </a:cubicBezTo>
                <a:cubicBezTo>
                  <a:pt x="126835" y="72639"/>
                  <a:pt x="128198" y="67089"/>
                  <a:pt x="129358" y="61992"/>
                </a:cubicBezTo>
                <a:cubicBezTo>
                  <a:pt x="130519" y="56895"/>
                  <a:pt x="131427" y="52354"/>
                  <a:pt x="132083" y="48367"/>
                </a:cubicBezTo>
                <a:cubicBezTo>
                  <a:pt x="132739" y="44381"/>
                  <a:pt x="133067" y="41076"/>
                  <a:pt x="133067" y="38452"/>
                </a:cubicBezTo>
                <a:cubicBezTo>
                  <a:pt x="133067" y="32195"/>
                  <a:pt x="131881" y="27602"/>
                  <a:pt x="129510" y="24676"/>
                </a:cubicBezTo>
                <a:cubicBezTo>
                  <a:pt x="127138" y="21749"/>
                  <a:pt x="123328" y="20286"/>
                  <a:pt x="118080" y="20286"/>
                </a:cubicBezTo>
                <a:cubicBezTo>
                  <a:pt x="115052" y="20286"/>
                  <a:pt x="111798" y="21068"/>
                  <a:pt x="108316" y="22632"/>
                </a:cubicBezTo>
                <a:cubicBezTo>
                  <a:pt x="104834" y="24196"/>
                  <a:pt x="101327" y="26366"/>
                  <a:pt x="97795" y="29142"/>
                </a:cubicBezTo>
                <a:cubicBezTo>
                  <a:pt x="94262" y="31917"/>
                  <a:pt x="90806" y="35197"/>
                  <a:pt x="87425" y="38982"/>
                </a:cubicBezTo>
                <a:cubicBezTo>
                  <a:pt x="84044" y="42766"/>
                  <a:pt x="80940" y="46803"/>
                  <a:pt x="78115" y="51092"/>
                </a:cubicBezTo>
                <a:cubicBezTo>
                  <a:pt x="75289" y="55382"/>
                  <a:pt x="72791" y="59873"/>
                  <a:pt x="70621" y="64566"/>
                </a:cubicBezTo>
                <a:cubicBezTo>
                  <a:pt x="68451" y="69259"/>
                  <a:pt x="66862" y="73926"/>
                  <a:pt x="65852" y="78569"/>
                </a:cubicBezTo>
                <a:lnTo>
                  <a:pt x="48897" y="154564"/>
                </a:lnTo>
                <a:lnTo>
                  <a:pt x="19226" y="154564"/>
                </a:lnTo>
                <a:lnTo>
                  <a:pt x="41934" y="55861"/>
                </a:lnTo>
                <a:cubicBezTo>
                  <a:pt x="43246" y="50613"/>
                  <a:pt x="44204" y="45920"/>
                  <a:pt x="44810" y="41782"/>
                </a:cubicBezTo>
                <a:cubicBezTo>
                  <a:pt x="45415" y="37644"/>
                  <a:pt x="45718" y="34263"/>
                  <a:pt x="45718" y="31639"/>
                </a:cubicBezTo>
                <a:cubicBezTo>
                  <a:pt x="45718" y="24272"/>
                  <a:pt x="42741" y="20588"/>
                  <a:pt x="36787" y="20588"/>
                </a:cubicBezTo>
                <a:cubicBezTo>
                  <a:pt x="34970" y="20588"/>
                  <a:pt x="33128" y="20967"/>
                  <a:pt x="31261" y="21724"/>
                </a:cubicBezTo>
                <a:cubicBezTo>
                  <a:pt x="29394" y="22481"/>
                  <a:pt x="27426" y="23616"/>
                  <a:pt x="25357" y="25130"/>
                </a:cubicBezTo>
                <a:cubicBezTo>
                  <a:pt x="23288" y="26644"/>
                  <a:pt x="21042" y="28561"/>
                  <a:pt x="18620" y="30882"/>
                </a:cubicBezTo>
                <a:cubicBezTo>
                  <a:pt x="16198" y="33204"/>
                  <a:pt x="13473" y="35929"/>
                  <a:pt x="10446" y="39057"/>
                </a:cubicBezTo>
                <a:lnTo>
                  <a:pt x="0" y="29217"/>
                </a:lnTo>
                <a:cubicBezTo>
                  <a:pt x="5046" y="24070"/>
                  <a:pt x="9663" y="19655"/>
                  <a:pt x="13852" y="15971"/>
                </a:cubicBezTo>
                <a:cubicBezTo>
                  <a:pt x="18040" y="12287"/>
                  <a:pt x="22026" y="9260"/>
                  <a:pt x="25811" y="6888"/>
                </a:cubicBezTo>
                <a:cubicBezTo>
                  <a:pt x="29596" y="4516"/>
                  <a:pt x="33355" y="2775"/>
                  <a:pt x="37089" y="1665"/>
                </a:cubicBezTo>
                <a:cubicBezTo>
                  <a:pt x="40823" y="555"/>
                  <a:pt x="44759" y="0"/>
                  <a:pt x="48897" y="0"/>
                </a:cubicBezTo>
                <a:cubicBezTo>
                  <a:pt x="56366" y="0"/>
                  <a:pt x="62143" y="2447"/>
                  <a:pt x="66231" y="7342"/>
                </a:cubicBezTo>
                <a:cubicBezTo>
                  <a:pt x="70318" y="12237"/>
                  <a:pt x="72362" y="18671"/>
                  <a:pt x="72362" y="26644"/>
                </a:cubicBezTo>
                <a:cubicBezTo>
                  <a:pt x="72362" y="28662"/>
                  <a:pt x="72185" y="30782"/>
                  <a:pt x="71832" y="33002"/>
                </a:cubicBezTo>
                <a:cubicBezTo>
                  <a:pt x="71479" y="35222"/>
                  <a:pt x="70848" y="37342"/>
                  <a:pt x="69940" y="39360"/>
                </a:cubicBezTo>
                <a:lnTo>
                  <a:pt x="72059" y="401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12">
            <a:extLst xmlns:a="http://schemas.openxmlformats.org/drawingml/2006/main">
              <a:ext uri="{FF2B5EF4-FFF2-40B4-BE49-F238E27FC236}">
                <a16:creationId xmlns:a16="http://schemas.microsoft.com/office/drawing/2014/main" id="{D4FD3B77-D417-45F0-9672-236C3B46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550" y="4910581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3">
            <a:extLst xmlns:a="http://schemas.openxmlformats.org/drawingml/2006/main">
              <a:ext uri="{FF2B5EF4-FFF2-40B4-BE49-F238E27FC236}">
                <a16:creationId xmlns:a16="http://schemas.microsoft.com/office/drawing/2014/main" id="{2521B121-5C30-4EC8-B088-E1E6E334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658" y="4880537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14">
            <a:extLst xmlns:a="http://schemas.openxmlformats.org/drawingml/2006/main">
              <a:ext uri="{FF2B5EF4-FFF2-40B4-BE49-F238E27FC236}">
                <a16:creationId xmlns:a16="http://schemas.microsoft.com/office/drawing/2014/main" id="{AF2B0CEE-E89E-456C-A943-862F1DF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550" y="5236458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15">
            <a:extLst xmlns:a="http://schemas.openxmlformats.org/drawingml/2006/main">
              <a:ext uri="{FF2B5EF4-FFF2-40B4-BE49-F238E27FC236}">
                <a16:creationId xmlns:a16="http://schemas.microsoft.com/office/drawing/2014/main" id="{98B2337B-4814-4EDD-9062-CB84EECC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658" y="5208435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16">
            <a:extLst xmlns:a="http://schemas.openxmlformats.org/drawingml/2006/main">
              <a:ext uri="{FF2B5EF4-FFF2-40B4-BE49-F238E27FC236}">
                <a16:creationId xmlns:a16="http://schemas.microsoft.com/office/drawing/2014/main" id="{9B07E627-37A8-4DDB-9E06-C819621C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550" y="5565800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7">
            <a:extLst xmlns:a="http://schemas.openxmlformats.org/drawingml/2006/main">
              <a:ext uri="{FF2B5EF4-FFF2-40B4-BE49-F238E27FC236}">
                <a16:creationId xmlns:a16="http://schemas.microsoft.com/office/drawing/2014/main" id="{26F8B756-6A11-4AC6-808A-61C27402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658" y="5536333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18">
            <a:extLst xmlns:a="http://schemas.openxmlformats.org/drawingml/2006/main">
              <a:ext uri="{FF2B5EF4-FFF2-40B4-BE49-F238E27FC236}">
                <a16:creationId xmlns:a16="http://schemas.microsoft.com/office/drawing/2014/main" id="{8937C587-B61B-4EFF-8328-EF3F9F1D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550" y="5891676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9">
            <a:extLst xmlns:a="http://schemas.openxmlformats.org/drawingml/2006/main">
              <a:ext uri="{FF2B5EF4-FFF2-40B4-BE49-F238E27FC236}">
                <a16:creationId xmlns:a16="http://schemas.microsoft.com/office/drawing/2014/main" id="{881036B2-5BC8-4704-98CB-D0C9629B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658" y="5864231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20">
            <a:extLst xmlns:a="http://schemas.openxmlformats.org/drawingml/2006/main">
              <a:ext uri="{FF2B5EF4-FFF2-40B4-BE49-F238E27FC236}">
                <a16:creationId xmlns:a16="http://schemas.microsoft.com/office/drawing/2014/main" id="{3229B4AE-4895-4660-AB14-40C3C5A6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550" y="6221018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21">
            <a:extLst xmlns:a="http://schemas.openxmlformats.org/drawingml/2006/main">
              <a:ext uri="{FF2B5EF4-FFF2-40B4-BE49-F238E27FC236}">
                <a16:creationId xmlns:a16="http://schemas.microsoft.com/office/drawing/2014/main" id="{1E66B178-9518-4F06-822E-3A467328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658" y="6192129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222">
            <a:extLst xmlns:a="http://schemas.openxmlformats.org/drawingml/2006/main">
              <a:ext uri="{FF2B5EF4-FFF2-40B4-BE49-F238E27FC236}">
                <a16:creationId xmlns:a16="http://schemas.microsoft.com/office/drawing/2014/main" id="{1D5FBEE5-BDD3-4A81-BA1E-D303BBB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74" y="4910581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3">
            <a:extLst xmlns:a="http://schemas.openxmlformats.org/drawingml/2006/main">
              <a:ext uri="{FF2B5EF4-FFF2-40B4-BE49-F238E27FC236}">
                <a16:creationId xmlns:a16="http://schemas.microsoft.com/office/drawing/2014/main" id="{AF84D8B1-7982-4E6A-9DC1-07481421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29" y="4880537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4">
            <a:extLst xmlns:a="http://schemas.openxmlformats.org/drawingml/2006/main">
              <a:ext uri="{FF2B5EF4-FFF2-40B4-BE49-F238E27FC236}">
                <a16:creationId xmlns:a16="http://schemas.microsoft.com/office/drawing/2014/main" id="{136DB2B9-A105-4036-9849-DEFCBC39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74" y="5236458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25">
            <a:extLst xmlns:a="http://schemas.openxmlformats.org/drawingml/2006/main">
              <a:ext uri="{FF2B5EF4-FFF2-40B4-BE49-F238E27FC236}">
                <a16:creationId xmlns:a16="http://schemas.microsoft.com/office/drawing/2014/main" id="{1407EF27-66EA-4D19-BD40-7CBC1B7E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29" y="5208435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6">
            <a:extLst xmlns:a="http://schemas.openxmlformats.org/drawingml/2006/main">
              <a:ext uri="{FF2B5EF4-FFF2-40B4-BE49-F238E27FC236}">
                <a16:creationId xmlns:a16="http://schemas.microsoft.com/office/drawing/2014/main" id="{6D39A3A7-9738-4D2E-A63C-B22EF8F5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74" y="5565800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27">
            <a:extLst xmlns:a="http://schemas.openxmlformats.org/drawingml/2006/main">
              <a:ext uri="{FF2B5EF4-FFF2-40B4-BE49-F238E27FC236}">
                <a16:creationId xmlns:a16="http://schemas.microsoft.com/office/drawing/2014/main" id="{7821FC01-F634-4140-8683-F5056111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29" y="5536333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28">
            <a:extLst xmlns:a="http://schemas.openxmlformats.org/drawingml/2006/main">
              <a:ext uri="{FF2B5EF4-FFF2-40B4-BE49-F238E27FC236}">
                <a16:creationId xmlns:a16="http://schemas.microsoft.com/office/drawing/2014/main" id="{1F6AE077-B739-4FEE-8EA2-BCD89A5A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74" y="5891676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29">
            <a:extLst xmlns:a="http://schemas.openxmlformats.org/drawingml/2006/main">
              <a:ext uri="{FF2B5EF4-FFF2-40B4-BE49-F238E27FC236}">
                <a16:creationId xmlns:a16="http://schemas.microsoft.com/office/drawing/2014/main" id="{BD4524CC-BC8C-4BFF-90AD-0887CC08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29" y="5864231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0">
            <a:extLst xmlns:a="http://schemas.openxmlformats.org/drawingml/2006/main">
              <a:ext uri="{FF2B5EF4-FFF2-40B4-BE49-F238E27FC236}">
                <a16:creationId xmlns:a16="http://schemas.microsoft.com/office/drawing/2014/main" id="{EFCCE149-ADF8-48C7-AB09-D7D18F9E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74" y="6221018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31">
            <a:extLst xmlns:a="http://schemas.openxmlformats.org/drawingml/2006/main">
              <a:ext uri="{FF2B5EF4-FFF2-40B4-BE49-F238E27FC236}">
                <a16:creationId xmlns:a16="http://schemas.microsoft.com/office/drawing/2014/main" id="{4BD1B340-E28C-446C-94DB-AED94DA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29" y="6192129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2">
            <a:extLst xmlns:a="http://schemas.openxmlformats.org/drawingml/2006/main">
              <a:ext uri="{FF2B5EF4-FFF2-40B4-BE49-F238E27FC236}">
                <a16:creationId xmlns:a16="http://schemas.microsoft.com/office/drawing/2014/main" id="{7E477784-F13D-4728-8F64-A3B72BD3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931" y="4914048"/>
            <a:ext cx="308543" cy="329343"/>
          </a:xfrm>
          <a:custGeom xmlns:a="http://schemas.openxmlformats.org/drawingml/2006/main">
            <a:pathLst>
              <a:path w="255691" h="272928">
                <a:moveTo>
                  <a:pt x="0" y="0"/>
                </a:moveTo>
                <a:lnTo>
                  <a:pt x="0" y="272928"/>
                </a:lnTo>
                <a:lnTo>
                  <a:pt x="255691" y="272928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3">
            <a:extLst xmlns:a="http://schemas.openxmlformats.org/drawingml/2006/main">
              <a:ext uri="{FF2B5EF4-FFF2-40B4-BE49-F238E27FC236}">
                <a16:creationId xmlns:a16="http://schemas.microsoft.com/office/drawing/2014/main" id="{9C653950-39A3-4AA8-8130-B5DC7299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308" y="4886314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4">
            <a:extLst xmlns:a="http://schemas.openxmlformats.org/drawingml/2006/main">
              <a:ext uri="{FF2B5EF4-FFF2-40B4-BE49-F238E27FC236}">
                <a16:creationId xmlns:a16="http://schemas.microsoft.com/office/drawing/2014/main" id="{9CA061ED-D217-486C-8B9E-3655530D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931" y="5243391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35">
            <a:extLst xmlns:a="http://schemas.openxmlformats.org/drawingml/2006/main">
              <a:ext uri="{FF2B5EF4-FFF2-40B4-BE49-F238E27FC236}">
                <a16:creationId xmlns:a16="http://schemas.microsoft.com/office/drawing/2014/main" id="{5DDEC86B-B6D7-4DB1-B821-D81E9CD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308" y="5214213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36">
            <a:extLst xmlns:a="http://schemas.openxmlformats.org/drawingml/2006/main">
              <a:ext uri="{FF2B5EF4-FFF2-40B4-BE49-F238E27FC236}">
                <a16:creationId xmlns:a16="http://schemas.microsoft.com/office/drawing/2014/main" id="{706CA933-E1AF-44C1-8B32-774654B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931" y="5572734"/>
            <a:ext cx="308543" cy="325875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37">
            <a:extLst xmlns:a="http://schemas.openxmlformats.org/drawingml/2006/main">
              <a:ext uri="{FF2B5EF4-FFF2-40B4-BE49-F238E27FC236}">
                <a16:creationId xmlns:a16="http://schemas.microsoft.com/office/drawing/2014/main" id="{6D5D664D-B807-45FE-8D18-A2501E55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308" y="5542111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38">
            <a:extLst xmlns:a="http://schemas.openxmlformats.org/drawingml/2006/main">
              <a:ext uri="{FF2B5EF4-FFF2-40B4-BE49-F238E27FC236}">
                <a16:creationId xmlns:a16="http://schemas.microsoft.com/office/drawing/2014/main" id="{C98579FC-FA89-4BA4-BE57-1F4EB8C4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931" y="5898609"/>
            <a:ext cx="308543" cy="329343"/>
          </a:xfrm>
          <a:custGeom xmlns:a="http://schemas.openxmlformats.org/drawingml/2006/main">
            <a:pathLst>
              <a:path w="255691" h="272928">
                <a:moveTo>
                  <a:pt x="0" y="0"/>
                </a:moveTo>
                <a:lnTo>
                  <a:pt x="0" y="272928"/>
                </a:lnTo>
                <a:lnTo>
                  <a:pt x="255691" y="272928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9">
            <a:extLst xmlns:a="http://schemas.openxmlformats.org/drawingml/2006/main">
              <a:ext uri="{FF2B5EF4-FFF2-40B4-BE49-F238E27FC236}">
                <a16:creationId xmlns:a16="http://schemas.microsoft.com/office/drawing/2014/main" id="{330213B1-3AFD-4D3F-9BB7-C2ADC49D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308" y="5870009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40">
            <a:extLst xmlns:a="http://schemas.openxmlformats.org/drawingml/2006/main">
              <a:ext uri="{FF2B5EF4-FFF2-40B4-BE49-F238E27FC236}">
                <a16:creationId xmlns:a16="http://schemas.microsoft.com/office/drawing/2014/main" id="{7877BFA5-A01A-4E63-AEC2-4D6E3767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931" y="6227952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41">
            <a:extLst xmlns:a="http://schemas.openxmlformats.org/drawingml/2006/main">
              <a:ext uri="{FF2B5EF4-FFF2-40B4-BE49-F238E27FC236}">
                <a16:creationId xmlns:a16="http://schemas.microsoft.com/office/drawing/2014/main" id="{2CCFD19A-28A2-4F12-A613-CBFF2865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308" y="6197908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1"/>
                </a:moveTo>
                <a:lnTo>
                  <a:pt x="47883" y="23940"/>
                </a:lnTo>
                <a:lnTo>
                  <a:pt x="47883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4" y="47881"/>
                </a:lnTo>
                <a:lnTo>
                  <a:pt x="23940" y="4788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2">
            <a:extLst xmlns:a="http://schemas.openxmlformats.org/drawingml/2006/main">
              <a:ext uri="{FF2B5EF4-FFF2-40B4-BE49-F238E27FC236}">
                <a16:creationId xmlns:a16="http://schemas.microsoft.com/office/drawing/2014/main" id="{C80CEF3F-A95C-4995-8BD8-B1D057E7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455" y="4910581"/>
            <a:ext cx="308543" cy="329343"/>
          </a:xfrm>
          <a:custGeom xmlns:a="http://schemas.openxmlformats.org/drawingml/2006/main">
            <a:pathLst>
              <a:path w="255691" h="272928">
                <a:moveTo>
                  <a:pt x="0" y="0"/>
                </a:moveTo>
                <a:lnTo>
                  <a:pt x="0" y="272928"/>
                </a:lnTo>
                <a:lnTo>
                  <a:pt x="255691" y="272928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43">
            <a:extLst xmlns:a="http://schemas.openxmlformats.org/drawingml/2006/main">
              <a:ext uri="{FF2B5EF4-FFF2-40B4-BE49-F238E27FC236}">
                <a16:creationId xmlns:a16="http://schemas.microsoft.com/office/drawing/2014/main" id="{B973F958-CF16-4CD8-8EA4-0CA8959E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410" y="4881981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44">
            <a:extLst xmlns:a="http://schemas.openxmlformats.org/drawingml/2006/main">
              <a:ext uri="{FF2B5EF4-FFF2-40B4-BE49-F238E27FC236}">
                <a16:creationId xmlns:a16="http://schemas.microsoft.com/office/drawing/2014/main" id="{CA58A7F5-A9CE-4E76-A7EC-37150790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455" y="5239925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45">
            <a:extLst xmlns:a="http://schemas.openxmlformats.org/drawingml/2006/main">
              <a:ext uri="{FF2B5EF4-FFF2-40B4-BE49-F238E27FC236}">
                <a16:creationId xmlns:a16="http://schemas.microsoft.com/office/drawing/2014/main" id="{620669DA-AAEE-4C9E-90D9-A001534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410" y="5209879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46">
            <a:extLst xmlns:a="http://schemas.openxmlformats.org/drawingml/2006/main">
              <a:ext uri="{FF2B5EF4-FFF2-40B4-BE49-F238E27FC236}">
                <a16:creationId xmlns:a16="http://schemas.microsoft.com/office/drawing/2014/main" id="{FD015990-5A25-4DD2-80C0-E3369D5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455" y="5565800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47">
            <a:extLst xmlns:a="http://schemas.openxmlformats.org/drawingml/2006/main">
              <a:ext uri="{FF2B5EF4-FFF2-40B4-BE49-F238E27FC236}">
                <a16:creationId xmlns:a16="http://schemas.microsoft.com/office/drawing/2014/main" id="{BBAE6F6E-6305-447B-BD43-9DE5BA0A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410" y="5537777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48">
            <a:extLst xmlns:a="http://schemas.openxmlformats.org/drawingml/2006/main">
              <a:ext uri="{FF2B5EF4-FFF2-40B4-BE49-F238E27FC236}">
                <a16:creationId xmlns:a16="http://schemas.microsoft.com/office/drawing/2014/main" id="{FEEFEFF0-917D-4AE7-9374-D59A7F2D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455" y="5895143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49">
            <a:extLst xmlns:a="http://schemas.openxmlformats.org/drawingml/2006/main">
              <a:ext uri="{FF2B5EF4-FFF2-40B4-BE49-F238E27FC236}">
                <a16:creationId xmlns:a16="http://schemas.microsoft.com/office/drawing/2014/main" id="{4FA53328-5D0C-4533-880D-FBC498B1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410" y="5865675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0">
            <a:extLst xmlns:a="http://schemas.openxmlformats.org/drawingml/2006/main">
              <a:ext uri="{FF2B5EF4-FFF2-40B4-BE49-F238E27FC236}">
                <a16:creationId xmlns:a16="http://schemas.microsoft.com/office/drawing/2014/main" id="{2AF168FE-C280-4B64-894C-691D6DE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455" y="6221018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51">
            <a:extLst xmlns:a="http://schemas.openxmlformats.org/drawingml/2006/main">
              <a:ext uri="{FF2B5EF4-FFF2-40B4-BE49-F238E27FC236}">
                <a16:creationId xmlns:a16="http://schemas.microsoft.com/office/drawing/2014/main" id="{1C27E7B2-2782-4D37-AD71-8602B29C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410" y="6193573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52">
            <a:extLst xmlns:a="http://schemas.openxmlformats.org/drawingml/2006/main">
              <a:ext uri="{FF2B5EF4-FFF2-40B4-BE49-F238E27FC236}">
                <a16:creationId xmlns:a16="http://schemas.microsoft.com/office/drawing/2014/main" id="{83B83172-959E-42ED-8ECD-2E9B802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538" y="2827056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53">
            <a:extLst xmlns:a="http://schemas.openxmlformats.org/drawingml/2006/main">
              <a:ext uri="{FF2B5EF4-FFF2-40B4-BE49-F238E27FC236}">
                <a16:creationId xmlns:a16="http://schemas.microsoft.com/office/drawing/2014/main" id="{14930D17-536A-4822-8C68-2ABFD7DE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938" y="2797589"/>
            <a:ext cx="368258" cy="385678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1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4">
            <a:extLst xmlns:a="http://schemas.openxmlformats.org/drawingml/2006/main">
              <a:ext uri="{FF2B5EF4-FFF2-40B4-BE49-F238E27FC236}">
                <a16:creationId xmlns:a16="http://schemas.microsoft.com/office/drawing/2014/main" id="{907273BC-875A-4E5F-A0C6-E63D085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538" y="3152932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55">
            <a:extLst xmlns:a="http://schemas.openxmlformats.org/drawingml/2006/main">
              <a:ext uri="{FF2B5EF4-FFF2-40B4-BE49-F238E27FC236}">
                <a16:creationId xmlns:a16="http://schemas.microsoft.com/office/drawing/2014/main" id="{267C073D-EAFD-4E5C-A3C8-FD02724C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938" y="3125487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56">
            <a:extLst xmlns:a="http://schemas.openxmlformats.org/drawingml/2006/main">
              <a:ext uri="{FF2B5EF4-FFF2-40B4-BE49-F238E27FC236}">
                <a16:creationId xmlns:a16="http://schemas.microsoft.com/office/drawing/2014/main" id="{BBFB8687-13AB-4ED7-89EB-DD2C9FE1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538" y="3482274"/>
            <a:ext cx="312008" cy="329343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7">
            <a:extLst xmlns:a="http://schemas.openxmlformats.org/drawingml/2006/main">
              <a:ext uri="{FF2B5EF4-FFF2-40B4-BE49-F238E27FC236}">
                <a16:creationId xmlns:a16="http://schemas.microsoft.com/office/drawing/2014/main" id="{FCD9EFF1-BD8C-44D9-9376-05597FB5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938" y="3453384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58">
            <a:extLst xmlns:a="http://schemas.openxmlformats.org/drawingml/2006/main">
              <a:ext uri="{FF2B5EF4-FFF2-40B4-BE49-F238E27FC236}">
                <a16:creationId xmlns:a16="http://schemas.microsoft.com/office/drawing/2014/main" id="{55E8791C-94DD-4217-88CE-A0FEF1BA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538" y="3811618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59">
            <a:extLst xmlns:a="http://schemas.openxmlformats.org/drawingml/2006/main">
              <a:ext uri="{FF2B5EF4-FFF2-40B4-BE49-F238E27FC236}">
                <a16:creationId xmlns:a16="http://schemas.microsoft.com/office/drawing/2014/main" id="{C9EE6650-BAC5-4CFD-8CDD-A30F1F1C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938" y="3781283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60">
            <a:extLst xmlns:a="http://schemas.openxmlformats.org/drawingml/2006/main">
              <a:ext uri="{FF2B5EF4-FFF2-40B4-BE49-F238E27FC236}">
                <a16:creationId xmlns:a16="http://schemas.microsoft.com/office/drawing/2014/main" id="{91676E38-6F77-475B-88B3-28943490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538" y="4137493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61">
            <a:extLst xmlns:a="http://schemas.openxmlformats.org/drawingml/2006/main">
              <a:ext uri="{FF2B5EF4-FFF2-40B4-BE49-F238E27FC236}">
                <a16:creationId xmlns:a16="http://schemas.microsoft.com/office/drawing/2014/main" id="{D2AC6B6B-840F-4374-A55C-F54A8CBF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938" y="4109182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62">
            <a:extLst xmlns:a="http://schemas.openxmlformats.org/drawingml/2006/main">
              <a:ext uri="{FF2B5EF4-FFF2-40B4-BE49-F238E27FC236}">
                <a16:creationId xmlns:a16="http://schemas.microsoft.com/office/drawing/2014/main" id="{82FC5961-8418-41F0-93EB-4DA0DD65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995" y="2833989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63">
            <a:extLst xmlns:a="http://schemas.openxmlformats.org/drawingml/2006/main">
              <a:ext uri="{FF2B5EF4-FFF2-40B4-BE49-F238E27FC236}">
                <a16:creationId xmlns:a16="http://schemas.microsoft.com/office/drawing/2014/main" id="{31F2CB2E-9D90-417B-AD26-097FA80D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818" y="2803367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64">
            <a:extLst xmlns:a="http://schemas.openxmlformats.org/drawingml/2006/main">
              <a:ext uri="{FF2B5EF4-FFF2-40B4-BE49-F238E27FC236}">
                <a16:creationId xmlns:a16="http://schemas.microsoft.com/office/drawing/2014/main" id="{47BDBEC9-5B12-4E48-A827-BFA280E1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995" y="3159865"/>
            <a:ext cx="308543" cy="329343"/>
          </a:xfrm>
          <a:custGeom xmlns:a="http://schemas.openxmlformats.org/drawingml/2006/main">
            <a:pathLst>
              <a:path w="255691" h="272928">
                <a:moveTo>
                  <a:pt x="0" y="0"/>
                </a:moveTo>
                <a:lnTo>
                  <a:pt x="0" y="272928"/>
                </a:lnTo>
                <a:lnTo>
                  <a:pt x="255691" y="272928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65">
            <a:extLst xmlns:a="http://schemas.openxmlformats.org/drawingml/2006/main">
              <a:ext uri="{FF2B5EF4-FFF2-40B4-BE49-F238E27FC236}">
                <a16:creationId xmlns:a16="http://schemas.microsoft.com/office/drawing/2014/main" id="{896F126B-081B-4DDD-9A4E-7F448D0B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818" y="3131265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66">
            <a:extLst xmlns:a="http://schemas.openxmlformats.org/drawingml/2006/main">
              <a:ext uri="{FF2B5EF4-FFF2-40B4-BE49-F238E27FC236}">
                <a16:creationId xmlns:a16="http://schemas.microsoft.com/office/drawing/2014/main" id="{EE329F91-845E-427F-B53E-7555843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995" y="3489208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67">
            <a:extLst xmlns:a="http://schemas.openxmlformats.org/drawingml/2006/main">
              <a:ext uri="{FF2B5EF4-FFF2-40B4-BE49-F238E27FC236}">
                <a16:creationId xmlns:a16="http://schemas.microsoft.com/office/drawing/2014/main" id="{352D82E4-792C-4A7B-98C1-F56E628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818" y="3459163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68">
            <a:extLst xmlns:a="http://schemas.openxmlformats.org/drawingml/2006/main">
              <a:ext uri="{FF2B5EF4-FFF2-40B4-BE49-F238E27FC236}">
                <a16:creationId xmlns:a16="http://schemas.microsoft.com/office/drawing/2014/main" id="{2DFA01EB-A3D0-4FC7-BC37-D2DEDC8A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995" y="3815084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69">
            <a:extLst xmlns:a="http://schemas.openxmlformats.org/drawingml/2006/main">
              <a:ext uri="{FF2B5EF4-FFF2-40B4-BE49-F238E27FC236}">
                <a16:creationId xmlns:a16="http://schemas.microsoft.com/office/drawing/2014/main" id="{F1364F86-61FF-4692-B15F-394660A0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818" y="3787061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70">
            <a:extLst xmlns:a="http://schemas.openxmlformats.org/drawingml/2006/main">
              <a:ext uri="{FF2B5EF4-FFF2-40B4-BE49-F238E27FC236}">
                <a16:creationId xmlns:a16="http://schemas.microsoft.com/office/drawing/2014/main" id="{8DCB667E-9325-4637-8D31-67C06B73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995" y="4144426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71">
            <a:extLst xmlns:a="http://schemas.openxmlformats.org/drawingml/2006/main">
              <a:ext uri="{FF2B5EF4-FFF2-40B4-BE49-F238E27FC236}">
                <a16:creationId xmlns:a16="http://schemas.microsoft.com/office/drawing/2014/main" id="{1A666922-FB6D-4585-8DE8-4D1836C5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818" y="4114959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72">
            <a:extLst xmlns:a="http://schemas.openxmlformats.org/drawingml/2006/main">
              <a:ext uri="{FF2B5EF4-FFF2-40B4-BE49-F238E27FC236}">
                <a16:creationId xmlns:a16="http://schemas.microsoft.com/office/drawing/2014/main" id="{6487B44F-1867-4D77-8B29-E019FFB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521" y="2837456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73">
            <a:extLst xmlns:a="http://schemas.openxmlformats.org/drawingml/2006/main">
              <a:ext uri="{FF2B5EF4-FFF2-40B4-BE49-F238E27FC236}">
                <a16:creationId xmlns:a16="http://schemas.microsoft.com/office/drawing/2014/main" id="{BA13D720-A0EA-4355-8726-79B4B113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919" y="2807700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74">
            <a:extLst xmlns:a="http://schemas.openxmlformats.org/drawingml/2006/main">
              <a:ext uri="{FF2B5EF4-FFF2-40B4-BE49-F238E27FC236}">
                <a16:creationId xmlns:a16="http://schemas.microsoft.com/office/drawing/2014/main" id="{05C356BF-AF89-4A50-881A-17C3096F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521" y="3163332"/>
            <a:ext cx="312008" cy="329343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75">
            <a:extLst xmlns:a="http://schemas.openxmlformats.org/drawingml/2006/main">
              <a:ext uri="{FF2B5EF4-FFF2-40B4-BE49-F238E27FC236}">
                <a16:creationId xmlns:a16="http://schemas.microsoft.com/office/drawing/2014/main" id="{52EC448E-F867-42AF-939C-D3FBD57E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919" y="3135598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76">
            <a:extLst xmlns:a="http://schemas.openxmlformats.org/drawingml/2006/main">
              <a:ext uri="{FF2B5EF4-FFF2-40B4-BE49-F238E27FC236}">
                <a16:creationId xmlns:a16="http://schemas.microsoft.com/office/drawing/2014/main" id="{70D1D68A-B205-4E7F-B7E2-1FFBE735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521" y="3492675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77">
            <a:extLst xmlns:a="http://schemas.openxmlformats.org/drawingml/2006/main">
              <a:ext uri="{FF2B5EF4-FFF2-40B4-BE49-F238E27FC236}">
                <a16:creationId xmlns:a16="http://schemas.microsoft.com/office/drawing/2014/main" id="{9C26A599-CF6A-46B3-844B-05541E61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919" y="3463496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78">
            <a:extLst xmlns:a="http://schemas.openxmlformats.org/drawingml/2006/main">
              <a:ext uri="{FF2B5EF4-FFF2-40B4-BE49-F238E27FC236}">
                <a16:creationId xmlns:a16="http://schemas.microsoft.com/office/drawing/2014/main" id="{882ADF81-2D3B-48B7-A288-2A1DC042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521" y="3822017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79">
            <a:extLst xmlns:a="http://schemas.openxmlformats.org/drawingml/2006/main">
              <a:ext uri="{FF2B5EF4-FFF2-40B4-BE49-F238E27FC236}">
                <a16:creationId xmlns:a16="http://schemas.microsoft.com/office/drawing/2014/main" id="{B6ED1A44-10DD-43E8-9622-637615C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919" y="3791394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80">
            <a:extLst xmlns:a="http://schemas.openxmlformats.org/drawingml/2006/main">
              <a:ext uri="{FF2B5EF4-FFF2-40B4-BE49-F238E27FC236}">
                <a16:creationId xmlns:a16="http://schemas.microsoft.com/office/drawing/2014/main" id="{5E2F092B-B220-401A-9008-0C177598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521" y="4147893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81">
            <a:extLst xmlns:a="http://schemas.openxmlformats.org/drawingml/2006/main">
              <a:ext uri="{FF2B5EF4-FFF2-40B4-BE49-F238E27FC236}">
                <a16:creationId xmlns:a16="http://schemas.microsoft.com/office/drawing/2014/main" id="{B5907BC3-6A9D-4BC3-8A8E-39BA04BA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919" y="4119293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82">
            <a:extLst xmlns:a="http://schemas.openxmlformats.org/drawingml/2006/main">
              <a:ext uri="{FF2B5EF4-FFF2-40B4-BE49-F238E27FC236}">
                <a16:creationId xmlns:a16="http://schemas.microsoft.com/office/drawing/2014/main" id="{F66F2D11-F7BE-442D-A42C-27E5623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081" y="6803436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83">
            <a:extLst xmlns:a="http://schemas.openxmlformats.org/drawingml/2006/main">
              <a:ext uri="{FF2B5EF4-FFF2-40B4-BE49-F238E27FC236}">
                <a16:creationId xmlns:a16="http://schemas.microsoft.com/office/drawing/2014/main" id="{5E6558F9-53E6-4CEE-AEEC-22AE204B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13" y="6775702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0"/>
                </a:lnTo>
                <a:lnTo>
                  <a:pt x="47883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84">
            <a:extLst xmlns:a="http://schemas.openxmlformats.org/drawingml/2006/main">
              <a:ext uri="{FF2B5EF4-FFF2-40B4-BE49-F238E27FC236}">
                <a16:creationId xmlns:a16="http://schemas.microsoft.com/office/drawing/2014/main" id="{9611D1DA-793C-43AD-873E-6429ED9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081" y="7132779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85">
            <a:extLst xmlns:a="http://schemas.openxmlformats.org/drawingml/2006/main">
              <a:ext uri="{FF2B5EF4-FFF2-40B4-BE49-F238E27FC236}">
                <a16:creationId xmlns:a16="http://schemas.microsoft.com/office/drawing/2014/main" id="{3E5A195F-9B95-40F6-836F-9EC0E495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13" y="7103599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86">
            <a:extLst xmlns:a="http://schemas.openxmlformats.org/drawingml/2006/main">
              <a:ext uri="{FF2B5EF4-FFF2-40B4-BE49-F238E27FC236}">
                <a16:creationId xmlns:a16="http://schemas.microsoft.com/office/drawing/2014/main" id="{66AD9BC6-4E49-4069-897E-154B5854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081" y="7462120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87">
            <a:extLst xmlns:a="http://schemas.openxmlformats.org/drawingml/2006/main">
              <a:ext uri="{FF2B5EF4-FFF2-40B4-BE49-F238E27FC236}">
                <a16:creationId xmlns:a16="http://schemas.microsoft.com/office/drawing/2014/main" id="{FBAB548F-4B1E-4E9C-B611-BB6A86A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13" y="7431497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88">
            <a:extLst xmlns:a="http://schemas.openxmlformats.org/drawingml/2006/main">
              <a:ext uri="{FF2B5EF4-FFF2-40B4-BE49-F238E27FC236}">
                <a16:creationId xmlns:a16="http://schemas.microsoft.com/office/drawing/2014/main" id="{304002FF-1417-4521-8E2C-219B9FF4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081" y="7787997"/>
            <a:ext cx="308541" cy="329343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89">
            <a:extLst xmlns:a="http://schemas.openxmlformats.org/drawingml/2006/main">
              <a:ext uri="{FF2B5EF4-FFF2-40B4-BE49-F238E27FC236}">
                <a16:creationId xmlns:a16="http://schemas.microsoft.com/office/drawing/2014/main" id="{9EEF07DA-8836-41BF-A179-F9C42493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13" y="7759395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90">
            <a:extLst xmlns:a="http://schemas.openxmlformats.org/drawingml/2006/main">
              <a:ext uri="{FF2B5EF4-FFF2-40B4-BE49-F238E27FC236}">
                <a16:creationId xmlns:a16="http://schemas.microsoft.com/office/drawing/2014/main" id="{C14A985E-1784-44C1-B1B5-BE1FE7EA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081" y="8117340"/>
            <a:ext cx="308541" cy="325875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91">
            <a:extLst xmlns:a="http://schemas.openxmlformats.org/drawingml/2006/main">
              <a:ext uri="{FF2B5EF4-FFF2-40B4-BE49-F238E27FC236}">
                <a16:creationId xmlns:a16="http://schemas.microsoft.com/office/drawing/2014/main" id="{2B7BBDEE-683B-47DE-A33A-EE7500C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13" y="8087295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0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92">
            <a:extLst xmlns:a="http://schemas.openxmlformats.org/drawingml/2006/main">
              <a:ext uri="{FF2B5EF4-FFF2-40B4-BE49-F238E27FC236}">
                <a16:creationId xmlns:a16="http://schemas.microsoft.com/office/drawing/2014/main" id="{070832E7-4EB4-4C7F-BD49-14518509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006" y="6803436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93">
            <a:extLst xmlns:a="http://schemas.openxmlformats.org/drawingml/2006/main">
              <a:ext uri="{FF2B5EF4-FFF2-40B4-BE49-F238E27FC236}">
                <a16:creationId xmlns:a16="http://schemas.microsoft.com/office/drawing/2014/main" id="{8FB7612E-EAB4-44B3-82BB-D5333F57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26" y="6775702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94">
            <a:extLst xmlns:a="http://schemas.openxmlformats.org/drawingml/2006/main">
              <a:ext uri="{FF2B5EF4-FFF2-40B4-BE49-F238E27FC236}">
                <a16:creationId xmlns:a16="http://schemas.microsoft.com/office/drawing/2014/main" id="{B62F37CD-5ED2-4938-B41E-9AFE4875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006" y="7132779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95">
            <a:extLst xmlns:a="http://schemas.openxmlformats.org/drawingml/2006/main">
              <a:ext uri="{FF2B5EF4-FFF2-40B4-BE49-F238E27FC236}">
                <a16:creationId xmlns:a16="http://schemas.microsoft.com/office/drawing/2014/main" id="{437FC48A-9E9F-4889-A468-CE7BF865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26" y="7103599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96">
            <a:extLst xmlns:a="http://schemas.openxmlformats.org/drawingml/2006/main">
              <a:ext uri="{FF2B5EF4-FFF2-40B4-BE49-F238E27FC236}">
                <a16:creationId xmlns:a16="http://schemas.microsoft.com/office/drawing/2014/main" id="{DB553529-42BD-42DF-8B5C-647782AC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006" y="7462120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97">
            <a:extLst xmlns:a="http://schemas.openxmlformats.org/drawingml/2006/main">
              <a:ext uri="{FF2B5EF4-FFF2-40B4-BE49-F238E27FC236}">
                <a16:creationId xmlns:a16="http://schemas.microsoft.com/office/drawing/2014/main" id="{0449B4C4-DC7A-482A-895A-1C7C8ED6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26" y="7431497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98">
            <a:extLst xmlns:a="http://schemas.openxmlformats.org/drawingml/2006/main">
              <a:ext uri="{FF2B5EF4-FFF2-40B4-BE49-F238E27FC236}">
                <a16:creationId xmlns:a16="http://schemas.microsoft.com/office/drawing/2014/main" id="{3B23D3F9-4B43-4E54-A919-4FA1B7C3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006" y="7787997"/>
            <a:ext cx="308541" cy="329343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99">
            <a:extLst xmlns:a="http://schemas.openxmlformats.org/drawingml/2006/main">
              <a:ext uri="{FF2B5EF4-FFF2-40B4-BE49-F238E27FC236}">
                <a16:creationId xmlns:a16="http://schemas.microsoft.com/office/drawing/2014/main" id="{EA533A98-B262-4430-87B6-58E7D4D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26" y="7759395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300">
            <a:extLst xmlns:a="http://schemas.openxmlformats.org/drawingml/2006/main">
              <a:ext uri="{FF2B5EF4-FFF2-40B4-BE49-F238E27FC236}">
                <a16:creationId xmlns:a16="http://schemas.microsoft.com/office/drawing/2014/main" id="{8FFEF779-EB77-439E-A3C1-5647C6C2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006" y="8117340"/>
            <a:ext cx="308541" cy="325875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301">
            <a:extLst xmlns:a="http://schemas.openxmlformats.org/drawingml/2006/main">
              <a:ext uri="{FF2B5EF4-FFF2-40B4-BE49-F238E27FC236}">
                <a16:creationId xmlns:a16="http://schemas.microsoft.com/office/drawing/2014/main" id="{7700A8EE-D04B-45E0-B9DB-A33170FC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26" y="8087295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302">
            <a:extLst xmlns:a="http://schemas.openxmlformats.org/drawingml/2006/main">
              <a:ext uri="{FF2B5EF4-FFF2-40B4-BE49-F238E27FC236}">
                <a16:creationId xmlns:a16="http://schemas.microsoft.com/office/drawing/2014/main" id="{43F36273-EB84-4E79-A2F2-31412420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63" y="6803436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303">
            <a:extLst xmlns:a="http://schemas.openxmlformats.org/drawingml/2006/main">
              <a:ext uri="{FF2B5EF4-FFF2-40B4-BE49-F238E27FC236}">
                <a16:creationId xmlns:a16="http://schemas.microsoft.com/office/drawing/2014/main" id="{DCF578A6-1E32-4D7A-86AD-3DBDA87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06" y="6774257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304">
            <a:extLst xmlns:a="http://schemas.openxmlformats.org/drawingml/2006/main">
              <a:ext uri="{FF2B5EF4-FFF2-40B4-BE49-F238E27FC236}">
                <a16:creationId xmlns:a16="http://schemas.microsoft.com/office/drawing/2014/main" id="{505CE252-7CD3-4230-8AF7-F001C50A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63" y="7132779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305">
            <a:extLst xmlns:a="http://schemas.openxmlformats.org/drawingml/2006/main">
              <a:ext uri="{FF2B5EF4-FFF2-40B4-BE49-F238E27FC236}">
                <a16:creationId xmlns:a16="http://schemas.microsoft.com/office/drawing/2014/main" id="{092122CC-3CEB-4759-8E88-FB213C6C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06" y="7102155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306">
            <a:extLst xmlns:a="http://schemas.openxmlformats.org/drawingml/2006/main">
              <a:ext uri="{FF2B5EF4-FFF2-40B4-BE49-F238E27FC236}">
                <a16:creationId xmlns:a16="http://schemas.microsoft.com/office/drawing/2014/main" id="{B1F41933-CA81-4C83-9937-5A6145C3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63" y="7458653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7">
            <a:extLst xmlns:a="http://schemas.openxmlformats.org/drawingml/2006/main">
              <a:ext uri="{FF2B5EF4-FFF2-40B4-BE49-F238E27FC236}">
                <a16:creationId xmlns:a16="http://schemas.microsoft.com/office/drawing/2014/main" id="{EC942DD9-57B4-49AA-B0DF-FCA07FFA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06" y="7430053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0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308">
            <a:extLst xmlns:a="http://schemas.openxmlformats.org/drawingml/2006/main">
              <a:ext uri="{FF2B5EF4-FFF2-40B4-BE49-F238E27FC236}">
                <a16:creationId xmlns:a16="http://schemas.microsoft.com/office/drawing/2014/main" id="{010DCF85-3509-4FE7-83D2-28A04D5F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63" y="7787997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09">
            <a:extLst xmlns:a="http://schemas.openxmlformats.org/drawingml/2006/main">
              <a:ext uri="{FF2B5EF4-FFF2-40B4-BE49-F238E27FC236}">
                <a16:creationId xmlns:a16="http://schemas.microsoft.com/office/drawing/2014/main" id="{68E22419-CB3F-4698-8F95-BDAF020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06" y="7757951"/>
            <a:ext cx="368258" cy="385678"/>
          </a:xfrm>
          <a:custGeom xmlns:a="http://schemas.openxmlformats.org/drawingml/2006/main">
            <a:pathLst>
              <a:path w="305176" h="319613">
                <a:moveTo>
                  <a:pt x="305176" y="0"/>
                </a:moveTo>
                <a:lnTo>
                  <a:pt x="305176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2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10">
            <a:extLst xmlns:a="http://schemas.openxmlformats.org/drawingml/2006/main">
              <a:ext uri="{FF2B5EF4-FFF2-40B4-BE49-F238E27FC236}">
                <a16:creationId xmlns:a16="http://schemas.microsoft.com/office/drawing/2014/main" id="{75D7BBBB-2835-4144-8A69-F539DEEB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63" y="8113872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11">
            <a:extLst xmlns:a="http://schemas.openxmlformats.org/drawingml/2006/main">
              <a:ext uri="{FF2B5EF4-FFF2-40B4-BE49-F238E27FC236}">
                <a16:creationId xmlns:a16="http://schemas.microsoft.com/office/drawing/2014/main" id="{42282F86-B293-41D8-A488-340133D1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06" y="8085849"/>
            <a:ext cx="368258" cy="385677"/>
          </a:xfrm>
          <a:custGeom xmlns:a="http://schemas.openxmlformats.org/drawingml/2006/main">
            <a:pathLst>
              <a:path w="305176" h="319612">
                <a:moveTo>
                  <a:pt x="305176" y="0"/>
                </a:moveTo>
                <a:lnTo>
                  <a:pt x="305176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6" y="0"/>
                </a:lnTo>
                <a:moveTo>
                  <a:pt x="23942" y="47883"/>
                </a:moveTo>
                <a:lnTo>
                  <a:pt x="47883" y="23941"/>
                </a:lnTo>
                <a:lnTo>
                  <a:pt x="47883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312">
            <a:extLst xmlns:a="http://schemas.openxmlformats.org/drawingml/2006/main">
              <a:ext uri="{FF2B5EF4-FFF2-40B4-BE49-F238E27FC236}">
                <a16:creationId xmlns:a16="http://schemas.microsoft.com/office/drawing/2014/main" id="{B2495024-DEC8-4A66-8311-22B9BD9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87" y="6813835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13">
            <a:extLst xmlns:a="http://schemas.openxmlformats.org/drawingml/2006/main">
              <a:ext uri="{FF2B5EF4-FFF2-40B4-BE49-F238E27FC236}">
                <a16:creationId xmlns:a16="http://schemas.microsoft.com/office/drawing/2014/main" id="{E846CC0C-6FE0-45CB-8006-9594297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809" y="6785812"/>
            <a:ext cx="368255" cy="385678"/>
          </a:xfrm>
          <a:custGeom xmlns:a="http://schemas.openxmlformats.org/drawingml/2006/main">
            <a:pathLst>
              <a:path w="305175" h="319613">
                <a:moveTo>
                  <a:pt x="305175" y="0"/>
                </a:moveTo>
                <a:lnTo>
                  <a:pt x="305175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14">
            <a:extLst xmlns:a="http://schemas.openxmlformats.org/drawingml/2006/main">
              <a:ext uri="{FF2B5EF4-FFF2-40B4-BE49-F238E27FC236}">
                <a16:creationId xmlns:a16="http://schemas.microsoft.com/office/drawing/2014/main" id="{B8A4F9B0-1430-4645-B7E1-BA9BAEA6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87" y="7143178"/>
            <a:ext cx="308543" cy="325876"/>
          </a:xfrm>
          <a:custGeom xmlns:a="http://schemas.openxmlformats.org/drawingml/2006/main">
            <a:pathLst>
              <a:path w="255691" h="270054">
                <a:moveTo>
                  <a:pt x="0" y="0"/>
                </a:moveTo>
                <a:lnTo>
                  <a:pt x="0" y="270054"/>
                </a:lnTo>
                <a:lnTo>
                  <a:pt x="255691" y="270054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15">
            <a:extLst xmlns:a="http://schemas.openxmlformats.org/drawingml/2006/main">
              <a:ext uri="{FF2B5EF4-FFF2-40B4-BE49-F238E27FC236}">
                <a16:creationId xmlns:a16="http://schemas.microsoft.com/office/drawing/2014/main" id="{DC31611A-D5A8-47A4-8A50-F11E019A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809" y="7113711"/>
            <a:ext cx="368255" cy="385677"/>
          </a:xfrm>
          <a:custGeom xmlns:a="http://schemas.openxmlformats.org/drawingml/2006/main">
            <a:pathLst>
              <a:path w="305175" h="319612">
                <a:moveTo>
                  <a:pt x="305175" y="0"/>
                </a:moveTo>
                <a:lnTo>
                  <a:pt x="305175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1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16">
            <a:extLst xmlns:a="http://schemas.openxmlformats.org/drawingml/2006/main">
              <a:ext uri="{FF2B5EF4-FFF2-40B4-BE49-F238E27FC236}">
                <a16:creationId xmlns:a16="http://schemas.microsoft.com/office/drawing/2014/main" id="{7D1DC261-9CA7-436C-9D49-9374292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87" y="7469054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17">
            <a:extLst xmlns:a="http://schemas.openxmlformats.org/drawingml/2006/main">
              <a:ext uri="{FF2B5EF4-FFF2-40B4-BE49-F238E27FC236}">
                <a16:creationId xmlns:a16="http://schemas.microsoft.com/office/drawing/2014/main" id="{C573CED4-BF6E-4C48-8C3F-4D120E3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809" y="7441608"/>
            <a:ext cx="368255" cy="385678"/>
          </a:xfrm>
          <a:custGeom xmlns:a="http://schemas.openxmlformats.org/drawingml/2006/main">
            <a:pathLst>
              <a:path w="305175" h="319613">
                <a:moveTo>
                  <a:pt x="305175" y="0"/>
                </a:moveTo>
                <a:lnTo>
                  <a:pt x="305175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0" y="271731"/>
                </a:lnTo>
                <a:lnTo>
                  <a:pt x="281234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3"/>
                </a:lnTo>
                <a:lnTo>
                  <a:pt x="23940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18">
            <a:extLst xmlns:a="http://schemas.openxmlformats.org/drawingml/2006/main">
              <a:ext uri="{FF2B5EF4-FFF2-40B4-BE49-F238E27FC236}">
                <a16:creationId xmlns:a16="http://schemas.microsoft.com/office/drawing/2014/main" id="{B93F1B62-5725-4C60-8223-9A656BEE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87" y="7798396"/>
            <a:ext cx="308543" cy="329342"/>
          </a:xfrm>
          <a:custGeom xmlns:a="http://schemas.openxmlformats.org/drawingml/2006/main">
            <a:pathLst>
              <a:path w="255691" h="272927">
                <a:moveTo>
                  <a:pt x="0" y="0"/>
                </a:moveTo>
                <a:lnTo>
                  <a:pt x="0" y="272927"/>
                </a:lnTo>
                <a:lnTo>
                  <a:pt x="255691" y="272927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19">
            <a:extLst xmlns:a="http://schemas.openxmlformats.org/drawingml/2006/main">
              <a:ext uri="{FF2B5EF4-FFF2-40B4-BE49-F238E27FC236}">
                <a16:creationId xmlns:a16="http://schemas.microsoft.com/office/drawing/2014/main" id="{31A8D1BC-2BD2-45D4-89F4-5BFC6215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809" y="7769507"/>
            <a:ext cx="368255" cy="385677"/>
          </a:xfrm>
          <a:custGeom xmlns:a="http://schemas.openxmlformats.org/drawingml/2006/main">
            <a:pathLst>
              <a:path w="305175" h="319612">
                <a:moveTo>
                  <a:pt x="305175" y="0"/>
                </a:moveTo>
                <a:lnTo>
                  <a:pt x="305175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2"/>
                </a:moveTo>
                <a:lnTo>
                  <a:pt x="47881" y="23940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0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20">
            <a:extLst xmlns:a="http://schemas.openxmlformats.org/drawingml/2006/main">
              <a:ext uri="{FF2B5EF4-FFF2-40B4-BE49-F238E27FC236}">
                <a16:creationId xmlns:a16="http://schemas.microsoft.com/office/drawing/2014/main" id="{A773362E-6A52-455F-B76A-3383545A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87" y="8127739"/>
            <a:ext cx="308543" cy="325877"/>
          </a:xfrm>
          <a:custGeom xmlns:a="http://schemas.openxmlformats.org/drawingml/2006/main">
            <a:pathLst>
              <a:path w="255691" h="270055">
                <a:moveTo>
                  <a:pt x="0" y="0"/>
                </a:moveTo>
                <a:lnTo>
                  <a:pt x="0" y="270055"/>
                </a:lnTo>
                <a:lnTo>
                  <a:pt x="255691" y="270055"/>
                </a:lnTo>
                <a:lnTo>
                  <a:pt x="255691" y="0"/>
                </a:lnTo>
                <a:close/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21">
            <a:extLst xmlns:a="http://schemas.openxmlformats.org/drawingml/2006/main">
              <a:ext uri="{FF2B5EF4-FFF2-40B4-BE49-F238E27FC236}">
                <a16:creationId xmlns:a16="http://schemas.microsoft.com/office/drawing/2014/main" id="{703C3E9F-176E-4DAA-9677-2C5A0F9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809" y="8097406"/>
            <a:ext cx="368255" cy="385678"/>
          </a:xfrm>
          <a:custGeom xmlns:a="http://schemas.openxmlformats.org/drawingml/2006/main">
            <a:pathLst>
              <a:path w="305175" h="319613">
                <a:moveTo>
                  <a:pt x="305175" y="0"/>
                </a:moveTo>
                <a:lnTo>
                  <a:pt x="305175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5" y="0"/>
                </a:lnTo>
                <a:moveTo>
                  <a:pt x="23940" y="47882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0" y="271730"/>
                </a:lnTo>
                <a:lnTo>
                  <a:pt x="281234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4" y="47882"/>
                </a:lnTo>
                <a:lnTo>
                  <a:pt x="23940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text-322 𝑿">
            <a:extLst xmlns:a="http://schemas.openxmlformats.org/drawingml/2006/main">
              <a:ext uri="{FF2B5EF4-FFF2-40B4-BE49-F238E27FC236}">
                <a16:creationId xmlns:a16="http://schemas.microsoft.com/office/drawing/2014/main" id="{0E38D18F-D95A-4715-9214-3736750D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2042" y="6076565"/>
            <a:ext cx="453652" cy="728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𝑿</a:t>
            </a:r>
          </a:p>
        </p:txBody>
      </p:sp>
      <p:sp>
        <p:nvSpPr>
          <p:cNvPr id="323" name="text-323 𝑿">
            <a:extLst xmlns:a="http://schemas.openxmlformats.org/drawingml/2006/main">
              <a:ext uri="{FF2B5EF4-FFF2-40B4-BE49-F238E27FC236}">
                <a16:creationId xmlns:a16="http://schemas.microsoft.com/office/drawing/2014/main" id="{9F1D55FE-3DCA-4B0C-B31F-042A1A6B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2867" y="6561912"/>
            <a:ext cx="453652" cy="728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𝑿</a:t>
            </a:r>
          </a:p>
        </p:txBody>
      </p:sp>
      <p:sp>
        <p:nvSpPr>
          <p:cNvPr id="324" name="text-324 PMA">
            <a:extLst xmlns:a="http://schemas.openxmlformats.org/drawingml/2006/main">
              <a:ext uri="{FF2B5EF4-FFF2-40B4-BE49-F238E27FC236}">
                <a16:creationId xmlns:a16="http://schemas.microsoft.com/office/drawing/2014/main" id="{149FC29B-9586-44FF-BEA4-A50EFFC2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346" y="9168997"/>
            <a:ext cx="1278092" cy="72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PMA</a:t>
            </a:r>
          </a:p>
        </p:txBody>
      </p:sp>
      <p:sp>
        <p:nvSpPr>
          <p:cNvPr id="325" name="text-324 Path">
            <a:extLst xmlns:a="http://schemas.openxmlformats.org/drawingml/2006/main">
              <a:ext uri="{FF2B5EF4-FFF2-40B4-BE49-F238E27FC236}">
                <a16:creationId xmlns:a16="http://schemas.microsoft.com/office/drawing/2014/main" id="{F48BF585-8A6A-4D33-AF6E-A83590DE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7937" y="9169060"/>
            <a:ext cx="1133972" cy="728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Path</a:t>
            </a:r>
          </a:p>
        </p:txBody>
      </p:sp>
      <p:sp>
        <p:nvSpPr>
          <p:cNvPr id="326" name="path-325">
            <a:extLst xmlns:a="http://schemas.openxmlformats.org/drawingml/2006/main">
              <a:ext uri="{FF2B5EF4-FFF2-40B4-BE49-F238E27FC236}">
                <a16:creationId xmlns:a16="http://schemas.microsoft.com/office/drawing/2014/main" id="{EDD58C21-FA8A-4FE7-985E-E9FA1B7D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524" y="4882848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26">
            <a:extLst xmlns:a="http://schemas.openxmlformats.org/drawingml/2006/main">
              <a:ext uri="{FF2B5EF4-FFF2-40B4-BE49-F238E27FC236}">
                <a16:creationId xmlns:a16="http://schemas.microsoft.com/office/drawing/2014/main" id="{2FBE5695-9022-4418-A8BE-CA9538AD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79" y="4853091"/>
            <a:ext cx="368260" cy="385677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27">
            <a:extLst xmlns:a="http://schemas.openxmlformats.org/drawingml/2006/main">
              <a:ext uri="{FF2B5EF4-FFF2-40B4-BE49-F238E27FC236}">
                <a16:creationId xmlns:a16="http://schemas.microsoft.com/office/drawing/2014/main" id="{4E776656-4117-4B95-A9FD-53D118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524" y="5208724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28">
            <a:extLst xmlns:a="http://schemas.openxmlformats.org/drawingml/2006/main">
              <a:ext uri="{FF2B5EF4-FFF2-40B4-BE49-F238E27FC236}">
                <a16:creationId xmlns:a16="http://schemas.microsoft.com/office/drawing/2014/main" id="{74F9A149-A4F7-465A-832E-97F9279D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79" y="5180989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29">
            <a:extLst xmlns:a="http://schemas.openxmlformats.org/drawingml/2006/main">
              <a:ext uri="{FF2B5EF4-FFF2-40B4-BE49-F238E27FC236}">
                <a16:creationId xmlns:a16="http://schemas.microsoft.com/office/drawing/2014/main" id="{50C89BA8-B659-4A90-84DE-38E88BBD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524" y="5538066"/>
            <a:ext cx="308541" cy="329343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30">
            <a:extLst xmlns:a="http://schemas.openxmlformats.org/drawingml/2006/main">
              <a:ext uri="{FF2B5EF4-FFF2-40B4-BE49-F238E27FC236}">
                <a16:creationId xmlns:a16="http://schemas.microsoft.com/office/drawing/2014/main" id="{6F9A295F-0F4D-4E8C-800A-2D4252E2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79" y="5508887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31">
            <a:extLst xmlns:a="http://schemas.openxmlformats.org/drawingml/2006/main">
              <a:ext uri="{FF2B5EF4-FFF2-40B4-BE49-F238E27FC236}">
                <a16:creationId xmlns:a16="http://schemas.microsoft.com/office/drawing/2014/main" id="{B1F0754E-370A-4281-9034-3AD84A54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524" y="5867409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32">
            <a:extLst xmlns:a="http://schemas.openxmlformats.org/drawingml/2006/main">
              <a:ext uri="{FF2B5EF4-FFF2-40B4-BE49-F238E27FC236}">
                <a16:creationId xmlns:a16="http://schemas.microsoft.com/office/drawing/2014/main" id="{4D1EBD0E-196E-4FB5-BD10-3E2512EA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79" y="5836786"/>
            <a:ext cx="368260" cy="385677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0"/>
                </a:lnTo>
                <a:lnTo>
                  <a:pt x="47884" y="295671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1"/>
                </a:lnTo>
                <a:lnTo>
                  <a:pt x="257294" y="23940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33">
            <a:extLst xmlns:a="http://schemas.openxmlformats.org/drawingml/2006/main">
              <a:ext uri="{FF2B5EF4-FFF2-40B4-BE49-F238E27FC236}">
                <a16:creationId xmlns:a16="http://schemas.microsoft.com/office/drawing/2014/main" id="{FC2A5189-5FFF-4B02-8CD7-631A09DE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524" y="6193285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34">
            <a:extLst xmlns:a="http://schemas.openxmlformats.org/drawingml/2006/main">
              <a:ext uri="{FF2B5EF4-FFF2-40B4-BE49-F238E27FC236}">
                <a16:creationId xmlns:a16="http://schemas.microsoft.com/office/drawing/2014/main" id="{FA7319BD-EB14-4D35-AB48-5D20C32E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79" y="6164683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6" y="271731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35">
            <a:extLst xmlns:a="http://schemas.openxmlformats.org/drawingml/2006/main">
              <a:ext uri="{FF2B5EF4-FFF2-40B4-BE49-F238E27FC236}">
                <a16:creationId xmlns:a16="http://schemas.microsoft.com/office/drawing/2014/main" id="{2F76BF37-B7B1-4CCB-844E-255D9A33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2935" y="4882848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36">
            <a:extLst xmlns:a="http://schemas.openxmlformats.org/drawingml/2006/main">
              <a:ext uri="{FF2B5EF4-FFF2-40B4-BE49-F238E27FC236}">
                <a16:creationId xmlns:a16="http://schemas.microsoft.com/office/drawing/2014/main" id="{34EC6D06-0BEC-46D5-B0F9-7CB66CD8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487" y="4853091"/>
            <a:ext cx="368260" cy="385677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9" y="271730"/>
                </a:lnTo>
                <a:lnTo>
                  <a:pt x="257297" y="295672"/>
                </a:lnTo>
                <a:lnTo>
                  <a:pt x="257297" y="23941"/>
                </a:lnTo>
                <a:lnTo>
                  <a:pt x="281239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37">
            <a:extLst xmlns:a="http://schemas.openxmlformats.org/drawingml/2006/main">
              <a:ext uri="{FF2B5EF4-FFF2-40B4-BE49-F238E27FC236}">
                <a16:creationId xmlns:a16="http://schemas.microsoft.com/office/drawing/2014/main" id="{2BCC75A0-B542-4521-B304-0CE43E3E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2935" y="5208724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38">
            <a:extLst xmlns:a="http://schemas.openxmlformats.org/drawingml/2006/main">
              <a:ext uri="{FF2B5EF4-FFF2-40B4-BE49-F238E27FC236}">
                <a16:creationId xmlns:a16="http://schemas.microsoft.com/office/drawing/2014/main" id="{2E5114B6-9198-4A50-BD74-9625DFDC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487" y="5180989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0"/>
                </a:lnTo>
                <a:lnTo>
                  <a:pt x="281239" y="271730"/>
                </a:lnTo>
                <a:lnTo>
                  <a:pt x="257297" y="295672"/>
                </a:lnTo>
                <a:lnTo>
                  <a:pt x="257297" y="23941"/>
                </a:lnTo>
                <a:lnTo>
                  <a:pt x="281239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39">
            <a:extLst xmlns:a="http://schemas.openxmlformats.org/drawingml/2006/main">
              <a:ext uri="{FF2B5EF4-FFF2-40B4-BE49-F238E27FC236}">
                <a16:creationId xmlns:a16="http://schemas.microsoft.com/office/drawing/2014/main" id="{DD1311B9-D5CD-4762-803C-E418ED5E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2935" y="5538066"/>
            <a:ext cx="312008" cy="329343"/>
          </a:xfrm>
          <a:custGeom xmlns:a="http://schemas.openxmlformats.org/drawingml/2006/main">
            <a:pathLst>
              <a:path w="258563" h="272928">
                <a:moveTo>
                  <a:pt x="0" y="0"/>
                </a:moveTo>
                <a:lnTo>
                  <a:pt x="0" y="272928"/>
                </a:lnTo>
                <a:lnTo>
                  <a:pt x="258563" y="272928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40">
            <a:extLst xmlns:a="http://schemas.openxmlformats.org/drawingml/2006/main">
              <a:ext uri="{FF2B5EF4-FFF2-40B4-BE49-F238E27FC236}">
                <a16:creationId xmlns:a16="http://schemas.microsoft.com/office/drawing/2014/main" id="{7D5BD20E-DEED-4279-B286-243F5AD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487" y="5508887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9" y="271731"/>
                </a:lnTo>
                <a:lnTo>
                  <a:pt x="257297" y="295672"/>
                </a:lnTo>
                <a:lnTo>
                  <a:pt x="257297" y="23941"/>
                </a:lnTo>
                <a:lnTo>
                  <a:pt x="281239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41">
            <a:extLst xmlns:a="http://schemas.openxmlformats.org/drawingml/2006/main">
              <a:ext uri="{FF2B5EF4-FFF2-40B4-BE49-F238E27FC236}">
                <a16:creationId xmlns:a16="http://schemas.microsoft.com/office/drawing/2014/main" id="{5243E66B-6D29-4365-825A-156D71CF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2935" y="5867409"/>
            <a:ext cx="312008" cy="325876"/>
          </a:xfrm>
          <a:custGeom xmlns:a="http://schemas.openxmlformats.org/drawingml/2006/main">
            <a:pathLst>
              <a:path w="258563" h="270054">
                <a:moveTo>
                  <a:pt x="0" y="0"/>
                </a:moveTo>
                <a:lnTo>
                  <a:pt x="0" y="270054"/>
                </a:lnTo>
                <a:lnTo>
                  <a:pt x="258563" y="270054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42">
            <a:extLst xmlns:a="http://schemas.openxmlformats.org/drawingml/2006/main">
              <a:ext uri="{FF2B5EF4-FFF2-40B4-BE49-F238E27FC236}">
                <a16:creationId xmlns:a16="http://schemas.microsoft.com/office/drawing/2014/main" id="{A00371CD-4EEA-4FF8-8DE2-D842C12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487" y="5836786"/>
            <a:ext cx="368260" cy="385677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4" y="23940"/>
                </a:lnTo>
                <a:lnTo>
                  <a:pt x="47884" y="295671"/>
                </a:lnTo>
                <a:lnTo>
                  <a:pt x="23942" y="271730"/>
                </a:lnTo>
                <a:lnTo>
                  <a:pt x="281239" y="271730"/>
                </a:lnTo>
                <a:lnTo>
                  <a:pt x="257297" y="295671"/>
                </a:lnTo>
                <a:lnTo>
                  <a:pt x="257297" y="23940"/>
                </a:lnTo>
                <a:lnTo>
                  <a:pt x="281239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43">
            <a:extLst xmlns:a="http://schemas.openxmlformats.org/drawingml/2006/main">
              <a:ext uri="{FF2B5EF4-FFF2-40B4-BE49-F238E27FC236}">
                <a16:creationId xmlns:a16="http://schemas.microsoft.com/office/drawing/2014/main" id="{71573C3F-3391-4329-A5FB-AA9AFDD0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2935" y="6193285"/>
            <a:ext cx="312008" cy="329342"/>
          </a:xfrm>
          <a:custGeom xmlns:a="http://schemas.openxmlformats.org/drawingml/2006/main">
            <a:pathLst>
              <a:path w="258563" h="272927">
                <a:moveTo>
                  <a:pt x="0" y="0"/>
                </a:moveTo>
                <a:lnTo>
                  <a:pt x="0" y="272927"/>
                </a:lnTo>
                <a:lnTo>
                  <a:pt x="258563" y="272927"/>
                </a:lnTo>
                <a:lnTo>
                  <a:pt x="258563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44">
            <a:extLst xmlns:a="http://schemas.openxmlformats.org/drawingml/2006/main">
              <a:ext uri="{FF2B5EF4-FFF2-40B4-BE49-F238E27FC236}">
                <a16:creationId xmlns:a16="http://schemas.microsoft.com/office/drawing/2014/main" id="{F837BC1C-7EF9-4735-ACC0-DB5A469F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487" y="6164683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4" y="23941"/>
                </a:lnTo>
                <a:lnTo>
                  <a:pt x="47884" y="295672"/>
                </a:lnTo>
                <a:lnTo>
                  <a:pt x="23942" y="271731"/>
                </a:lnTo>
                <a:lnTo>
                  <a:pt x="281239" y="271731"/>
                </a:lnTo>
                <a:lnTo>
                  <a:pt x="257297" y="295672"/>
                </a:lnTo>
                <a:lnTo>
                  <a:pt x="257297" y="23941"/>
                </a:lnTo>
                <a:lnTo>
                  <a:pt x="281239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45">
            <a:extLst xmlns:a="http://schemas.openxmlformats.org/drawingml/2006/main">
              <a:ext uri="{FF2B5EF4-FFF2-40B4-BE49-F238E27FC236}">
                <a16:creationId xmlns:a16="http://schemas.microsoft.com/office/drawing/2014/main" id="{21165687-F135-4017-9944-4F126B8F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2278" y="4879380"/>
            <a:ext cx="308541" cy="329343"/>
          </a:xfrm>
          <a:custGeom xmlns:a="http://schemas.openxmlformats.org/drawingml/2006/main">
            <a:pathLst>
              <a:path w="255689" h="272928">
                <a:moveTo>
                  <a:pt x="0" y="0"/>
                </a:moveTo>
                <a:lnTo>
                  <a:pt x="0" y="272928"/>
                </a:lnTo>
                <a:lnTo>
                  <a:pt x="255689" y="272928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46">
            <a:extLst xmlns:a="http://schemas.openxmlformats.org/drawingml/2006/main">
              <a:ext uri="{FF2B5EF4-FFF2-40B4-BE49-F238E27FC236}">
                <a16:creationId xmlns:a16="http://schemas.microsoft.com/office/drawing/2014/main" id="{14693EDD-26E2-4F81-9CE9-86BE741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943" y="4851647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47">
            <a:extLst xmlns:a="http://schemas.openxmlformats.org/drawingml/2006/main">
              <a:ext uri="{FF2B5EF4-FFF2-40B4-BE49-F238E27FC236}">
                <a16:creationId xmlns:a16="http://schemas.microsoft.com/office/drawing/2014/main" id="{2125AC1C-59A3-4BF4-BBBF-5B0AF04B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2278" y="5208724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48">
            <a:extLst xmlns:a="http://schemas.openxmlformats.org/drawingml/2006/main">
              <a:ext uri="{FF2B5EF4-FFF2-40B4-BE49-F238E27FC236}">
                <a16:creationId xmlns:a16="http://schemas.microsoft.com/office/drawing/2014/main" id="{4F232576-8A01-43CB-B77C-7B56F85F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943" y="5179545"/>
            <a:ext cx="368260" cy="385677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49">
            <a:extLst xmlns:a="http://schemas.openxmlformats.org/drawingml/2006/main">
              <a:ext uri="{FF2B5EF4-FFF2-40B4-BE49-F238E27FC236}">
                <a16:creationId xmlns:a16="http://schemas.microsoft.com/office/drawing/2014/main" id="{0305E95A-BF2E-4F16-8EC7-7CF5ABA4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2278" y="5538066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50">
            <a:extLst xmlns:a="http://schemas.openxmlformats.org/drawingml/2006/main">
              <a:ext uri="{FF2B5EF4-FFF2-40B4-BE49-F238E27FC236}">
                <a16:creationId xmlns:a16="http://schemas.microsoft.com/office/drawing/2014/main" id="{F541BE0C-C0AD-434C-A5B6-0273D608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943" y="5507443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51">
            <a:extLst xmlns:a="http://schemas.openxmlformats.org/drawingml/2006/main">
              <a:ext uri="{FF2B5EF4-FFF2-40B4-BE49-F238E27FC236}">
                <a16:creationId xmlns:a16="http://schemas.microsoft.com/office/drawing/2014/main" id="{8DC69705-98B1-461D-9E0F-FECAE69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2278" y="5863942"/>
            <a:ext cx="308541" cy="329342"/>
          </a:xfrm>
          <a:custGeom xmlns:a="http://schemas.openxmlformats.org/drawingml/2006/main">
            <a:pathLst>
              <a:path w="255689" h="272927">
                <a:moveTo>
                  <a:pt x="0" y="0"/>
                </a:moveTo>
                <a:lnTo>
                  <a:pt x="0" y="272927"/>
                </a:lnTo>
                <a:lnTo>
                  <a:pt x="255689" y="272927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52">
            <a:extLst xmlns:a="http://schemas.openxmlformats.org/drawingml/2006/main">
              <a:ext uri="{FF2B5EF4-FFF2-40B4-BE49-F238E27FC236}">
                <a16:creationId xmlns:a16="http://schemas.microsoft.com/office/drawing/2014/main" id="{B55C851A-09B2-489E-B98B-A2BC421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943" y="5835341"/>
            <a:ext cx="368260" cy="385677"/>
          </a:xfrm>
          <a:custGeom xmlns:a="http://schemas.openxmlformats.org/drawingml/2006/main">
            <a:pathLst>
              <a:path w="305178" h="319612">
                <a:moveTo>
                  <a:pt x="305178" y="0"/>
                </a:moveTo>
                <a:lnTo>
                  <a:pt x="305178" y="319612"/>
                </a:lnTo>
                <a:lnTo>
                  <a:pt x="0" y="319612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3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3"/>
                </a:lnTo>
                <a:lnTo>
                  <a:pt x="23942" y="47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53">
            <a:extLst xmlns:a="http://schemas.openxmlformats.org/drawingml/2006/main">
              <a:ext uri="{FF2B5EF4-FFF2-40B4-BE49-F238E27FC236}">
                <a16:creationId xmlns:a16="http://schemas.microsoft.com/office/drawing/2014/main" id="{666C1DF7-4900-431A-9C10-86989B5D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2278" y="6193285"/>
            <a:ext cx="308541" cy="325876"/>
          </a:xfrm>
          <a:custGeom xmlns:a="http://schemas.openxmlformats.org/drawingml/2006/main">
            <a:pathLst>
              <a:path w="255689" h="270054">
                <a:moveTo>
                  <a:pt x="0" y="0"/>
                </a:moveTo>
                <a:lnTo>
                  <a:pt x="0" y="270054"/>
                </a:lnTo>
                <a:lnTo>
                  <a:pt x="255689" y="270054"/>
                </a:lnTo>
                <a:lnTo>
                  <a:pt x="255689" y="0"/>
                </a:lnTo>
                <a:close/>
              </a:path>
            </a:pathLst>
          </a:custGeom>
          <a:solidFill xmlns:a="http://schemas.openxmlformats.org/drawingml/2006/main">
            <a:srgbClr val="7030A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54">
            <a:extLst xmlns:a="http://schemas.openxmlformats.org/drawingml/2006/main">
              <a:ext uri="{FF2B5EF4-FFF2-40B4-BE49-F238E27FC236}">
                <a16:creationId xmlns:a16="http://schemas.microsoft.com/office/drawing/2014/main" id="{A801D495-D5FA-4D10-AA4B-E8E1564B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943" y="6163239"/>
            <a:ext cx="368260" cy="385678"/>
          </a:xfrm>
          <a:custGeom xmlns:a="http://schemas.openxmlformats.org/drawingml/2006/main">
            <a:pathLst>
              <a:path w="305178" h="319613">
                <a:moveTo>
                  <a:pt x="305178" y="0"/>
                </a:moveTo>
                <a:lnTo>
                  <a:pt x="305178" y="319613"/>
                </a:lnTo>
                <a:lnTo>
                  <a:pt x="0" y="319613"/>
                </a:lnTo>
                <a:lnTo>
                  <a:pt x="0" y="0"/>
                </a:lnTo>
                <a:lnTo>
                  <a:pt x="305178" y="0"/>
                </a:lnTo>
                <a:moveTo>
                  <a:pt x="23942" y="47882"/>
                </a:moveTo>
                <a:lnTo>
                  <a:pt x="47881" y="23941"/>
                </a:lnTo>
                <a:lnTo>
                  <a:pt x="47881" y="295672"/>
                </a:lnTo>
                <a:lnTo>
                  <a:pt x="23942" y="271730"/>
                </a:lnTo>
                <a:lnTo>
                  <a:pt x="281236" y="271730"/>
                </a:lnTo>
                <a:lnTo>
                  <a:pt x="257294" y="295672"/>
                </a:lnTo>
                <a:lnTo>
                  <a:pt x="257294" y="23941"/>
                </a:lnTo>
                <a:lnTo>
                  <a:pt x="281236" y="47882"/>
                </a:lnTo>
                <a:lnTo>
                  <a:pt x="23942" y="478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55">
            <a:extLst xmlns:a="http://schemas.openxmlformats.org/drawingml/2006/main">
              <a:ext uri="{FF2B5EF4-FFF2-40B4-BE49-F238E27FC236}">
                <a16:creationId xmlns:a16="http://schemas.microsoft.com/office/drawing/2014/main" id="{F4668953-9785-48A6-B35F-966D47CD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135" y="165736"/>
            <a:ext cx="9341485" cy="5614714"/>
          </a:xfrm>
          <a:custGeom xmlns:a="http://schemas.openxmlformats.org/drawingml/2006/main">
            <a:pathLst>
              <a:path w="7741323" h="4652935">
                <a:moveTo>
                  <a:pt x="0" y="3861469"/>
                </a:moveTo>
                <a:lnTo>
                  <a:pt x="0" y="3669940"/>
                </a:lnTo>
                <a:lnTo>
                  <a:pt x="47881" y="3669940"/>
                </a:lnTo>
                <a:lnTo>
                  <a:pt x="47881" y="3861469"/>
                </a:lnTo>
                <a:lnTo>
                  <a:pt x="0" y="3861469"/>
                </a:lnTo>
                <a:moveTo>
                  <a:pt x="0" y="3526295"/>
                </a:moveTo>
                <a:lnTo>
                  <a:pt x="0" y="3334767"/>
                </a:lnTo>
                <a:lnTo>
                  <a:pt x="47881" y="3334767"/>
                </a:lnTo>
                <a:lnTo>
                  <a:pt x="47881" y="3526295"/>
                </a:lnTo>
                <a:lnTo>
                  <a:pt x="0" y="3526295"/>
                </a:lnTo>
                <a:moveTo>
                  <a:pt x="0" y="3191121"/>
                </a:moveTo>
                <a:lnTo>
                  <a:pt x="0" y="2999593"/>
                </a:lnTo>
                <a:lnTo>
                  <a:pt x="47881" y="2999593"/>
                </a:lnTo>
                <a:lnTo>
                  <a:pt x="47881" y="3191121"/>
                </a:lnTo>
                <a:lnTo>
                  <a:pt x="0" y="3191121"/>
                </a:lnTo>
                <a:moveTo>
                  <a:pt x="0" y="2855947"/>
                </a:moveTo>
                <a:lnTo>
                  <a:pt x="0" y="2664419"/>
                </a:lnTo>
                <a:lnTo>
                  <a:pt x="47881" y="2664419"/>
                </a:lnTo>
                <a:lnTo>
                  <a:pt x="47881" y="2855947"/>
                </a:lnTo>
                <a:lnTo>
                  <a:pt x="0" y="2855947"/>
                </a:lnTo>
                <a:moveTo>
                  <a:pt x="0" y="2520773"/>
                </a:moveTo>
                <a:lnTo>
                  <a:pt x="0" y="2329245"/>
                </a:lnTo>
                <a:lnTo>
                  <a:pt x="47881" y="2329245"/>
                </a:lnTo>
                <a:lnTo>
                  <a:pt x="47881" y="2520773"/>
                </a:lnTo>
                <a:lnTo>
                  <a:pt x="0" y="2520773"/>
                </a:lnTo>
                <a:moveTo>
                  <a:pt x="0" y="2185598"/>
                </a:moveTo>
                <a:lnTo>
                  <a:pt x="0" y="1994071"/>
                </a:lnTo>
                <a:lnTo>
                  <a:pt x="47881" y="1994071"/>
                </a:lnTo>
                <a:lnTo>
                  <a:pt x="47881" y="2185598"/>
                </a:lnTo>
                <a:lnTo>
                  <a:pt x="0" y="2185598"/>
                </a:lnTo>
                <a:moveTo>
                  <a:pt x="0" y="1850425"/>
                </a:moveTo>
                <a:lnTo>
                  <a:pt x="0" y="1658897"/>
                </a:lnTo>
                <a:lnTo>
                  <a:pt x="47881" y="1658897"/>
                </a:lnTo>
                <a:lnTo>
                  <a:pt x="47881" y="1850425"/>
                </a:lnTo>
                <a:lnTo>
                  <a:pt x="0" y="1850425"/>
                </a:lnTo>
                <a:moveTo>
                  <a:pt x="0" y="1515250"/>
                </a:moveTo>
                <a:lnTo>
                  <a:pt x="0" y="1323722"/>
                </a:lnTo>
                <a:lnTo>
                  <a:pt x="47881" y="1323722"/>
                </a:lnTo>
                <a:lnTo>
                  <a:pt x="47881" y="1515250"/>
                </a:lnTo>
                <a:lnTo>
                  <a:pt x="0" y="1515250"/>
                </a:lnTo>
                <a:moveTo>
                  <a:pt x="0" y="1180076"/>
                </a:moveTo>
                <a:lnTo>
                  <a:pt x="0" y="988548"/>
                </a:lnTo>
                <a:lnTo>
                  <a:pt x="47881" y="988548"/>
                </a:lnTo>
                <a:lnTo>
                  <a:pt x="47881" y="1180076"/>
                </a:lnTo>
                <a:lnTo>
                  <a:pt x="0" y="1180076"/>
                </a:lnTo>
                <a:moveTo>
                  <a:pt x="0" y="844902"/>
                </a:moveTo>
                <a:lnTo>
                  <a:pt x="0" y="791322"/>
                </a:lnTo>
                <a:lnTo>
                  <a:pt x="263" y="771044"/>
                </a:lnTo>
                <a:lnTo>
                  <a:pt x="1030" y="750766"/>
                </a:lnTo>
                <a:lnTo>
                  <a:pt x="2298" y="730584"/>
                </a:lnTo>
                <a:lnTo>
                  <a:pt x="4094" y="710569"/>
                </a:lnTo>
                <a:lnTo>
                  <a:pt x="6343" y="690698"/>
                </a:lnTo>
                <a:lnTo>
                  <a:pt x="9120" y="670971"/>
                </a:lnTo>
                <a:lnTo>
                  <a:pt x="12352" y="651387"/>
                </a:lnTo>
                <a:lnTo>
                  <a:pt x="12711" y="649591"/>
                </a:lnTo>
                <a:lnTo>
                  <a:pt x="59732" y="658617"/>
                </a:lnTo>
                <a:lnTo>
                  <a:pt x="59445" y="660102"/>
                </a:lnTo>
                <a:lnTo>
                  <a:pt x="59540" y="659503"/>
                </a:lnTo>
                <a:lnTo>
                  <a:pt x="56405" y="678488"/>
                </a:lnTo>
                <a:lnTo>
                  <a:pt x="56500" y="677890"/>
                </a:lnTo>
                <a:lnTo>
                  <a:pt x="53819" y="697019"/>
                </a:lnTo>
                <a:lnTo>
                  <a:pt x="53890" y="696420"/>
                </a:lnTo>
                <a:lnTo>
                  <a:pt x="51689" y="715716"/>
                </a:lnTo>
                <a:lnTo>
                  <a:pt x="51760" y="715118"/>
                </a:lnTo>
                <a:lnTo>
                  <a:pt x="50035" y="734534"/>
                </a:lnTo>
                <a:lnTo>
                  <a:pt x="50059" y="733935"/>
                </a:lnTo>
                <a:lnTo>
                  <a:pt x="48839" y="753471"/>
                </a:lnTo>
                <a:lnTo>
                  <a:pt x="48864" y="752873"/>
                </a:lnTo>
                <a:lnTo>
                  <a:pt x="48120" y="772552"/>
                </a:lnTo>
                <a:lnTo>
                  <a:pt x="48120" y="771954"/>
                </a:lnTo>
                <a:lnTo>
                  <a:pt x="47881" y="791777"/>
                </a:lnTo>
                <a:lnTo>
                  <a:pt x="47881" y="791466"/>
                </a:lnTo>
                <a:lnTo>
                  <a:pt x="47881" y="844902"/>
                </a:lnTo>
                <a:lnTo>
                  <a:pt x="0" y="844902"/>
                </a:lnTo>
                <a:moveTo>
                  <a:pt x="52526" y="507477"/>
                </a:moveTo>
                <a:lnTo>
                  <a:pt x="54897" y="501253"/>
                </a:lnTo>
                <a:lnTo>
                  <a:pt x="62199" y="483393"/>
                </a:lnTo>
                <a:lnTo>
                  <a:pt x="69930" y="465748"/>
                </a:lnTo>
                <a:lnTo>
                  <a:pt x="78047" y="448319"/>
                </a:lnTo>
                <a:lnTo>
                  <a:pt x="86593" y="431130"/>
                </a:lnTo>
                <a:lnTo>
                  <a:pt x="95548" y="414179"/>
                </a:lnTo>
                <a:lnTo>
                  <a:pt x="104861" y="397492"/>
                </a:lnTo>
                <a:lnTo>
                  <a:pt x="114605" y="381045"/>
                </a:lnTo>
                <a:lnTo>
                  <a:pt x="124707" y="364861"/>
                </a:lnTo>
                <a:lnTo>
                  <a:pt x="135171" y="348940"/>
                </a:lnTo>
                <a:lnTo>
                  <a:pt x="145537" y="334001"/>
                </a:lnTo>
                <a:lnTo>
                  <a:pt x="184871" y="361294"/>
                </a:lnTo>
                <a:lnTo>
                  <a:pt x="174697" y="375969"/>
                </a:lnTo>
                <a:lnTo>
                  <a:pt x="175008" y="375491"/>
                </a:lnTo>
                <a:lnTo>
                  <a:pt x="164857" y="390933"/>
                </a:lnTo>
                <a:lnTo>
                  <a:pt x="165168" y="390454"/>
                </a:lnTo>
                <a:lnTo>
                  <a:pt x="155376" y="406159"/>
                </a:lnTo>
                <a:lnTo>
                  <a:pt x="155664" y="405657"/>
                </a:lnTo>
                <a:lnTo>
                  <a:pt x="146232" y="421601"/>
                </a:lnTo>
                <a:lnTo>
                  <a:pt x="146518" y="421098"/>
                </a:lnTo>
                <a:lnTo>
                  <a:pt x="137469" y="437307"/>
                </a:lnTo>
                <a:lnTo>
                  <a:pt x="137757" y="436780"/>
                </a:lnTo>
                <a:lnTo>
                  <a:pt x="129089" y="453227"/>
                </a:lnTo>
                <a:lnTo>
                  <a:pt x="129352" y="452700"/>
                </a:lnTo>
                <a:lnTo>
                  <a:pt x="121069" y="469363"/>
                </a:lnTo>
                <a:lnTo>
                  <a:pt x="121309" y="468837"/>
                </a:lnTo>
                <a:lnTo>
                  <a:pt x="113431" y="485739"/>
                </a:lnTo>
                <a:lnTo>
                  <a:pt x="113671" y="485188"/>
                </a:lnTo>
                <a:lnTo>
                  <a:pt x="106202" y="502306"/>
                </a:lnTo>
                <a:lnTo>
                  <a:pt x="106417" y="501756"/>
                </a:lnTo>
                <a:lnTo>
                  <a:pt x="99330" y="519089"/>
                </a:lnTo>
                <a:lnTo>
                  <a:pt x="99545" y="518538"/>
                </a:lnTo>
                <a:lnTo>
                  <a:pt x="97295" y="524500"/>
                </a:lnTo>
                <a:lnTo>
                  <a:pt x="52526" y="507477"/>
                </a:lnTo>
                <a:moveTo>
                  <a:pt x="242044" y="221814"/>
                </a:moveTo>
                <a:lnTo>
                  <a:pt x="245394" y="218557"/>
                </a:lnTo>
                <a:lnTo>
                  <a:pt x="259304" y="205605"/>
                </a:lnTo>
                <a:lnTo>
                  <a:pt x="273501" y="193012"/>
                </a:lnTo>
                <a:lnTo>
                  <a:pt x="288009" y="180731"/>
                </a:lnTo>
                <a:lnTo>
                  <a:pt x="302805" y="168808"/>
                </a:lnTo>
                <a:lnTo>
                  <a:pt x="317912" y="157244"/>
                </a:lnTo>
                <a:lnTo>
                  <a:pt x="333282" y="146040"/>
                </a:lnTo>
                <a:lnTo>
                  <a:pt x="348939" y="135171"/>
                </a:lnTo>
                <a:lnTo>
                  <a:pt x="364860" y="124709"/>
                </a:lnTo>
                <a:lnTo>
                  <a:pt x="381045" y="114606"/>
                </a:lnTo>
                <a:lnTo>
                  <a:pt x="397492" y="104862"/>
                </a:lnTo>
                <a:lnTo>
                  <a:pt x="399959" y="103497"/>
                </a:lnTo>
                <a:lnTo>
                  <a:pt x="423324" y="145274"/>
                </a:lnTo>
                <a:lnTo>
                  <a:pt x="421098" y="146519"/>
                </a:lnTo>
                <a:lnTo>
                  <a:pt x="421601" y="146232"/>
                </a:lnTo>
                <a:lnTo>
                  <a:pt x="405656" y="155665"/>
                </a:lnTo>
                <a:lnTo>
                  <a:pt x="406158" y="155377"/>
                </a:lnTo>
                <a:lnTo>
                  <a:pt x="390454" y="165169"/>
                </a:lnTo>
                <a:lnTo>
                  <a:pt x="390932" y="164858"/>
                </a:lnTo>
                <a:lnTo>
                  <a:pt x="375490" y="175009"/>
                </a:lnTo>
                <a:lnTo>
                  <a:pt x="375968" y="174697"/>
                </a:lnTo>
                <a:lnTo>
                  <a:pt x="360791" y="185232"/>
                </a:lnTo>
                <a:lnTo>
                  <a:pt x="361269" y="184896"/>
                </a:lnTo>
                <a:lnTo>
                  <a:pt x="346353" y="195766"/>
                </a:lnTo>
                <a:lnTo>
                  <a:pt x="346809" y="195430"/>
                </a:lnTo>
                <a:lnTo>
                  <a:pt x="332181" y="206635"/>
                </a:lnTo>
                <a:lnTo>
                  <a:pt x="332611" y="206299"/>
                </a:lnTo>
                <a:lnTo>
                  <a:pt x="318271" y="217863"/>
                </a:lnTo>
                <a:lnTo>
                  <a:pt x="318702" y="217480"/>
                </a:lnTo>
                <a:lnTo>
                  <a:pt x="304625" y="229379"/>
                </a:lnTo>
                <a:lnTo>
                  <a:pt x="305055" y="229020"/>
                </a:lnTo>
                <a:lnTo>
                  <a:pt x="291290" y="241229"/>
                </a:lnTo>
                <a:lnTo>
                  <a:pt x="291720" y="240846"/>
                </a:lnTo>
                <a:lnTo>
                  <a:pt x="278241" y="253392"/>
                </a:lnTo>
                <a:lnTo>
                  <a:pt x="278648" y="253009"/>
                </a:lnTo>
                <a:lnTo>
                  <a:pt x="275513" y="256073"/>
                </a:lnTo>
                <a:lnTo>
                  <a:pt x="242044" y="221814"/>
                </a:lnTo>
                <a:moveTo>
                  <a:pt x="534386" y="42735"/>
                </a:moveTo>
                <a:lnTo>
                  <a:pt x="537618" y="41585"/>
                </a:lnTo>
                <a:lnTo>
                  <a:pt x="556125" y="35576"/>
                </a:lnTo>
                <a:lnTo>
                  <a:pt x="574798" y="30022"/>
                </a:lnTo>
                <a:lnTo>
                  <a:pt x="593688" y="24923"/>
                </a:lnTo>
                <a:lnTo>
                  <a:pt x="612745" y="20254"/>
                </a:lnTo>
                <a:lnTo>
                  <a:pt x="631993" y="16088"/>
                </a:lnTo>
                <a:lnTo>
                  <a:pt x="651386" y="12354"/>
                </a:lnTo>
                <a:lnTo>
                  <a:pt x="670971" y="9121"/>
                </a:lnTo>
                <a:lnTo>
                  <a:pt x="690698" y="6344"/>
                </a:lnTo>
                <a:lnTo>
                  <a:pt x="710569" y="4094"/>
                </a:lnTo>
                <a:lnTo>
                  <a:pt x="727256" y="2610"/>
                </a:lnTo>
                <a:lnTo>
                  <a:pt x="731493" y="50300"/>
                </a:lnTo>
                <a:lnTo>
                  <a:pt x="715117" y="51761"/>
                </a:lnTo>
                <a:lnTo>
                  <a:pt x="715716" y="51689"/>
                </a:lnTo>
                <a:lnTo>
                  <a:pt x="696419" y="53891"/>
                </a:lnTo>
                <a:lnTo>
                  <a:pt x="697019" y="53820"/>
                </a:lnTo>
                <a:lnTo>
                  <a:pt x="677888" y="56501"/>
                </a:lnTo>
                <a:lnTo>
                  <a:pt x="678488" y="56405"/>
                </a:lnTo>
                <a:lnTo>
                  <a:pt x="659502" y="59541"/>
                </a:lnTo>
                <a:lnTo>
                  <a:pt x="660100" y="59445"/>
                </a:lnTo>
                <a:lnTo>
                  <a:pt x="641283" y="63037"/>
                </a:lnTo>
                <a:lnTo>
                  <a:pt x="641881" y="62917"/>
                </a:lnTo>
                <a:lnTo>
                  <a:pt x="623232" y="66987"/>
                </a:lnTo>
                <a:lnTo>
                  <a:pt x="623806" y="66843"/>
                </a:lnTo>
                <a:lnTo>
                  <a:pt x="605323" y="71368"/>
                </a:lnTo>
                <a:lnTo>
                  <a:pt x="605899" y="71225"/>
                </a:lnTo>
                <a:lnTo>
                  <a:pt x="587607" y="76156"/>
                </a:lnTo>
                <a:lnTo>
                  <a:pt x="588182" y="76013"/>
                </a:lnTo>
                <a:lnTo>
                  <a:pt x="570058" y="81400"/>
                </a:lnTo>
                <a:lnTo>
                  <a:pt x="570609" y="81208"/>
                </a:lnTo>
                <a:lnTo>
                  <a:pt x="552702" y="87049"/>
                </a:lnTo>
                <a:lnTo>
                  <a:pt x="553251" y="86858"/>
                </a:lnTo>
                <a:lnTo>
                  <a:pt x="550307" y="87887"/>
                </a:lnTo>
                <a:lnTo>
                  <a:pt x="534386" y="42735"/>
                </a:lnTo>
                <a:moveTo>
                  <a:pt x="872961" y="0"/>
                </a:moveTo>
                <a:lnTo>
                  <a:pt x="1064487" y="0"/>
                </a:lnTo>
                <a:lnTo>
                  <a:pt x="1064487" y="47882"/>
                </a:lnTo>
                <a:lnTo>
                  <a:pt x="872961" y="47882"/>
                </a:lnTo>
                <a:lnTo>
                  <a:pt x="872961" y="0"/>
                </a:lnTo>
                <a:moveTo>
                  <a:pt x="1208135" y="0"/>
                </a:moveTo>
                <a:lnTo>
                  <a:pt x="1399663" y="0"/>
                </a:lnTo>
                <a:lnTo>
                  <a:pt x="1399663" y="47882"/>
                </a:lnTo>
                <a:lnTo>
                  <a:pt x="1208135" y="47882"/>
                </a:lnTo>
                <a:lnTo>
                  <a:pt x="1208135" y="0"/>
                </a:lnTo>
                <a:moveTo>
                  <a:pt x="1543309" y="0"/>
                </a:moveTo>
                <a:lnTo>
                  <a:pt x="1734836" y="0"/>
                </a:lnTo>
                <a:lnTo>
                  <a:pt x="1734836" y="47882"/>
                </a:lnTo>
                <a:lnTo>
                  <a:pt x="1543309" y="47882"/>
                </a:lnTo>
                <a:lnTo>
                  <a:pt x="1543309" y="0"/>
                </a:lnTo>
                <a:moveTo>
                  <a:pt x="1878483" y="0"/>
                </a:moveTo>
                <a:lnTo>
                  <a:pt x="2070012" y="0"/>
                </a:lnTo>
                <a:lnTo>
                  <a:pt x="2070012" y="47882"/>
                </a:lnTo>
                <a:lnTo>
                  <a:pt x="1878483" y="47882"/>
                </a:lnTo>
                <a:lnTo>
                  <a:pt x="1878483" y="0"/>
                </a:lnTo>
                <a:moveTo>
                  <a:pt x="2213658" y="0"/>
                </a:moveTo>
                <a:lnTo>
                  <a:pt x="2405184" y="0"/>
                </a:lnTo>
                <a:lnTo>
                  <a:pt x="2405184" y="47882"/>
                </a:lnTo>
                <a:lnTo>
                  <a:pt x="2213658" y="47882"/>
                </a:lnTo>
                <a:lnTo>
                  <a:pt x="2213658" y="0"/>
                </a:lnTo>
                <a:moveTo>
                  <a:pt x="2548830" y="0"/>
                </a:moveTo>
                <a:lnTo>
                  <a:pt x="2740359" y="0"/>
                </a:lnTo>
                <a:lnTo>
                  <a:pt x="2740359" y="47882"/>
                </a:lnTo>
                <a:lnTo>
                  <a:pt x="2548830" y="47882"/>
                </a:lnTo>
                <a:lnTo>
                  <a:pt x="2548830" y="0"/>
                </a:lnTo>
                <a:moveTo>
                  <a:pt x="2884004" y="0"/>
                </a:moveTo>
                <a:lnTo>
                  <a:pt x="3075533" y="0"/>
                </a:lnTo>
                <a:lnTo>
                  <a:pt x="3075533" y="47882"/>
                </a:lnTo>
                <a:lnTo>
                  <a:pt x="2884004" y="47882"/>
                </a:lnTo>
                <a:lnTo>
                  <a:pt x="2884004" y="0"/>
                </a:lnTo>
                <a:moveTo>
                  <a:pt x="3219179" y="0"/>
                </a:moveTo>
                <a:lnTo>
                  <a:pt x="3410707" y="0"/>
                </a:lnTo>
                <a:lnTo>
                  <a:pt x="3410707" y="47882"/>
                </a:lnTo>
                <a:lnTo>
                  <a:pt x="3219179" y="47882"/>
                </a:lnTo>
                <a:lnTo>
                  <a:pt x="3219179" y="0"/>
                </a:lnTo>
                <a:moveTo>
                  <a:pt x="3554353" y="0"/>
                </a:moveTo>
                <a:lnTo>
                  <a:pt x="3745881" y="0"/>
                </a:lnTo>
                <a:lnTo>
                  <a:pt x="3745881" y="47882"/>
                </a:lnTo>
                <a:lnTo>
                  <a:pt x="3554353" y="47882"/>
                </a:lnTo>
                <a:lnTo>
                  <a:pt x="3554353" y="0"/>
                </a:lnTo>
                <a:moveTo>
                  <a:pt x="3889527" y="0"/>
                </a:moveTo>
                <a:lnTo>
                  <a:pt x="4081056" y="0"/>
                </a:lnTo>
                <a:lnTo>
                  <a:pt x="4081056" y="47882"/>
                </a:lnTo>
                <a:lnTo>
                  <a:pt x="3889527" y="47882"/>
                </a:lnTo>
                <a:lnTo>
                  <a:pt x="3889527" y="0"/>
                </a:lnTo>
                <a:moveTo>
                  <a:pt x="4224702" y="0"/>
                </a:moveTo>
                <a:lnTo>
                  <a:pt x="4416230" y="0"/>
                </a:lnTo>
                <a:lnTo>
                  <a:pt x="4416230" y="47882"/>
                </a:lnTo>
                <a:lnTo>
                  <a:pt x="4224702" y="47882"/>
                </a:lnTo>
                <a:lnTo>
                  <a:pt x="4224702" y="0"/>
                </a:lnTo>
                <a:moveTo>
                  <a:pt x="4559876" y="0"/>
                </a:moveTo>
                <a:lnTo>
                  <a:pt x="4751404" y="0"/>
                </a:lnTo>
                <a:lnTo>
                  <a:pt x="4751404" y="47882"/>
                </a:lnTo>
                <a:lnTo>
                  <a:pt x="4559876" y="47882"/>
                </a:lnTo>
                <a:lnTo>
                  <a:pt x="4559876" y="0"/>
                </a:lnTo>
                <a:moveTo>
                  <a:pt x="4895050" y="0"/>
                </a:moveTo>
                <a:lnTo>
                  <a:pt x="5086578" y="0"/>
                </a:lnTo>
                <a:lnTo>
                  <a:pt x="5086578" y="47882"/>
                </a:lnTo>
                <a:lnTo>
                  <a:pt x="4895050" y="47882"/>
                </a:lnTo>
                <a:lnTo>
                  <a:pt x="4895050" y="0"/>
                </a:lnTo>
                <a:moveTo>
                  <a:pt x="5230224" y="0"/>
                </a:moveTo>
                <a:lnTo>
                  <a:pt x="5421751" y="0"/>
                </a:lnTo>
                <a:lnTo>
                  <a:pt x="5421751" y="47882"/>
                </a:lnTo>
                <a:lnTo>
                  <a:pt x="5230224" y="47882"/>
                </a:lnTo>
                <a:lnTo>
                  <a:pt x="5230224" y="0"/>
                </a:lnTo>
                <a:moveTo>
                  <a:pt x="5565397" y="0"/>
                </a:moveTo>
                <a:lnTo>
                  <a:pt x="5756927" y="0"/>
                </a:lnTo>
                <a:lnTo>
                  <a:pt x="5756927" y="47882"/>
                </a:lnTo>
                <a:lnTo>
                  <a:pt x="5565397" y="47882"/>
                </a:lnTo>
                <a:lnTo>
                  <a:pt x="5565397" y="0"/>
                </a:lnTo>
                <a:moveTo>
                  <a:pt x="5900573" y="0"/>
                </a:moveTo>
                <a:lnTo>
                  <a:pt x="6092100" y="0"/>
                </a:lnTo>
                <a:lnTo>
                  <a:pt x="6092100" y="47882"/>
                </a:lnTo>
                <a:lnTo>
                  <a:pt x="5900573" y="47882"/>
                </a:lnTo>
                <a:lnTo>
                  <a:pt x="5900573" y="0"/>
                </a:lnTo>
                <a:moveTo>
                  <a:pt x="6235745" y="0"/>
                </a:moveTo>
                <a:lnTo>
                  <a:pt x="6427274" y="0"/>
                </a:lnTo>
                <a:lnTo>
                  <a:pt x="6427274" y="47882"/>
                </a:lnTo>
                <a:lnTo>
                  <a:pt x="6235745" y="47882"/>
                </a:lnTo>
                <a:lnTo>
                  <a:pt x="6235745" y="0"/>
                </a:lnTo>
                <a:moveTo>
                  <a:pt x="6570921" y="0"/>
                </a:moveTo>
                <a:lnTo>
                  <a:pt x="6762448" y="0"/>
                </a:lnTo>
                <a:lnTo>
                  <a:pt x="6762448" y="47882"/>
                </a:lnTo>
                <a:lnTo>
                  <a:pt x="6570921" y="47882"/>
                </a:lnTo>
                <a:lnTo>
                  <a:pt x="6570921" y="0"/>
                </a:lnTo>
                <a:moveTo>
                  <a:pt x="6906094" y="0"/>
                </a:moveTo>
                <a:lnTo>
                  <a:pt x="6950002" y="0"/>
                </a:lnTo>
                <a:lnTo>
                  <a:pt x="6970280" y="263"/>
                </a:lnTo>
                <a:lnTo>
                  <a:pt x="6990559" y="1030"/>
                </a:lnTo>
                <a:lnTo>
                  <a:pt x="7010716" y="2298"/>
                </a:lnTo>
                <a:lnTo>
                  <a:pt x="7030755" y="4094"/>
                </a:lnTo>
                <a:lnTo>
                  <a:pt x="7050625" y="6344"/>
                </a:lnTo>
                <a:lnTo>
                  <a:pt x="7070354" y="9121"/>
                </a:lnTo>
                <a:lnTo>
                  <a:pt x="7089936" y="12354"/>
                </a:lnTo>
                <a:lnTo>
                  <a:pt x="7101213" y="14532"/>
                </a:lnTo>
                <a:lnTo>
                  <a:pt x="7092211" y="61552"/>
                </a:lnTo>
                <a:lnTo>
                  <a:pt x="7081223" y="59445"/>
                </a:lnTo>
                <a:lnTo>
                  <a:pt x="7081821" y="59541"/>
                </a:lnTo>
                <a:lnTo>
                  <a:pt x="7062836" y="56405"/>
                </a:lnTo>
                <a:lnTo>
                  <a:pt x="7063435" y="56501"/>
                </a:lnTo>
                <a:lnTo>
                  <a:pt x="7044305" y="53820"/>
                </a:lnTo>
                <a:lnTo>
                  <a:pt x="7044904" y="53891"/>
                </a:lnTo>
                <a:lnTo>
                  <a:pt x="7025607" y="51689"/>
                </a:lnTo>
                <a:lnTo>
                  <a:pt x="7026207" y="51761"/>
                </a:lnTo>
                <a:lnTo>
                  <a:pt x="7006790" y="50037"/>
                </a:lnTo>
                <a:lnTo>
                  <a:pt x="7007388" y="50061"/>
                </a:lnTo>
                <a:lnTo>
                  <a:pt x="6987853" y="48840"/>
                </a:lnTo>
                <a:lnTo>
                  <a:pt x="6988451" y="48864"/>
                </a:lnTo>
                <a:lnTo>
                  <a:pt x="6968748" y="48121"/>
                </a:lnTo>
                <a:lnTo>
                  <a:pt x="6969371" y="48121"/>
                </a:lnTo>
                <a:lnTo>
                  <a:pt x="6949548" y="47882"/>
                </a:lnTo>
                <a:lnTo>
                  <a:pt x="6949858" y="47882"/>
                </a:lnTo>
                <a:lnTo>
                  <a:pt x="6906094" y="47882"/>
                </a:lnTo>
                <a:lnTo>
                  <a:pt x="6906094" y="0"/>
                </a:lnTo>
                <a:moveTo>
                  <a:pt x="7243398" y="56261"/>
                </a:moveTo>
                <a:lnTo>
                  <a:pt x="7257931" y="62199"/>
                </a:lnTo>
                <a:lnTo>
                  <a:pt x="7275576" y="69932"/>
                </a:lnTo>
                <a:lnTo>
                  <a:pt x="7293005" y="78048"/>
                </a:lnTo>
                <a:lnTo>
                  <a:pt x="7310195" y="86595"/>
                </a:lnTo>
                <a:lnTo>
                  <a:pt x="7327145" y="95548"/>
                </a:lnTo>
                <a:lnTo>
                  <a:pt x="7343833" y="104862"/>
                </a:lnTo>
                <a:lnTo>
                  <a:pt x="7360280" y="114606"/>
                </a:lnTo>
                <a:lnTo>
                  <a:pt x="7376463" y="124709"/>
                </a:lnTo>
                <a:lnTo>
                  <a:pt x="7392382" y="135171"/>
                </a:lnTo>
                <a:lnTo>
                  <a:pt x="7408042" y="146040"/>
                </a:lnTo>
                <a:lnTo>
                  <a:pt x="7415607" y="151547"/>
                </a:lnTo>
                <a:lnTo>
                  <a:pt x="7387380" y="190235"/>
                </a:lnTo>
                <a:lnTo>
                  <a:pt x="7380054" y="184896"/>
                </a:lnTo>
                <a:lnTo>
                  <a:pt x="7380533" y="185232"/>
                </a:lnTo>
                <a:lnTo>
                  <a:pt x="7365355" y="174697"/>
                </a:lnTo>
                <a:lnTo>
                  <a:pt x="7365833" y="175009"/>
                </a:lnTo>
                <a:lnTo>
                  <a:pt x="7350391" y="164858"/>
                </a:lnTo>
                <a:lnTo>
                  <a:pt x="7350869" y="165169"/>
                </a:lnTo>
                <a:lnTo>
                  <a:pt x="7335165" y="155377"/>
                </a:lnTo>
                <a:lnTo>
                  <a:pt x="7335668" y="155665"/>
                </a:lnTo>
                <a:lnTo>
                  <a:pt x="7319724" y="146232"/>
                </a:lnTo>
                <a:lnTo>
                  <a:pt x="7320227" y="146519"/>
                </a:lnTo>
                <a:lnTo>
                  <a:pt x="7304018" y="137469"/>
                </a:lnTo>
                <a:lnTo>
                  <a:pt x="7304545" y="137757"/>
                </a:lnTo>
                <a:lnTo>
                  <a:pt x="7288097" y="129090"/>
                </a:lnTo>
                <a:lnTo>
                  <a:pt x="7288624" y="129353"/>
                </a:lnTo>
                <a:lnTo>
                  <a:pt x="7271961" y="121069"/>
                </a:lnTo>
                <a:lnTo>
                  <a:pt x="7272488" y="121309"/>
                </a:lnTo>
                <a:lnTo>
                  <a:pt x="7255586" y="113433"/>
                </a:lnTo>
                <a:lnTo>
                  <a:pt x="7256135" y="113672"/>
                </a:lnTo>
                <a:lnTo>
                  <a:pt x="7239017" y="106202"/>
                </a:lnTo>
                <a:lnTo>
                  <a:pt x="7239568" y="106418"/>
                </a:lnTo>
                <a:lnTo>
                  <a:pt x="7225300" y="100600"/>
                </a:lnTo>
                <a:lnTo>
                  <a:pt x="7243398" y="56261"/>
                </a:lnTo>
                <a:moveTo>
                  <a:pt x="7526572" y="249465"/>
                </a:moveTo>
                <a:lnTo>
                  <a:pt x="7535720" y="259305"/>
                </a:lnTo>
                <a:lnTo>
                  <a:pt x="7548311" y="273502"/>
                </a:lnTo>
                <a:lnTo>
                  <a:pt x="7560594" y="288010"/>
                </a:lnTo>
                <a:lnTo>
                  <a:pt x="7572515" y="302806"/>
                </a:lnTo>
                <a:lnTo>
                  <a:pt x="7584079" y="317913"/>
                </a:lnTo>
                <a:lnTo>
                  <a:pt x="7595284" y="333283"/>
                </a:lnTo>
                <a:lnTo>
                  <a:pt x="7606128" y="348940"/>
                </a:lnTo>
                <a:lnTo>
                  <a:pt x="7616614" y="364861"/>
                </a:lnTo>
                <a:lnTo>
                  <a:pt x="7626719" y="381045"/>
                </a:lnTo>
                <a:lnTo>
                  <a:pt x="7636462" y="397492"/>
                </a:lnTo>
                <a:lnTo>
                  <a:pt x="7642567" y="408410"/>
                </a:lnTo>
                <a:lnTo>
                  <a:pt x="7600766" y="431776"/>
                </a:lnTo>
                <a:lnTo>
                  <a:pt x="7594805" y="421098"/>
                </a:lnTo>
                <a:lnTo>
                  <a:pt x="7595091" y="421601"/>
                </a:lnTo>
                <a:lnTo>
                  <a:pt x="7585660" y="405657"/>
                </a:lnTo>
                <a:lnTo>
                  <a:pt x="7585947" y="406159"/>
                </a:lnTo>
                <a:lnTo>
                  <a:pt x="7576155" y="390454"/>
                </a:lnTo>
                <a:lnTo>
                  <a:pt x="7576467" y="390933"/>
                </a:lnTo>
                <a:lnTo>
                  <a:pt x="7566315" y="375491"/>
                </a:lnTo>
                <a:lnTo>
                  <a:pt x="7566626" y="375969"/>
                </a:lnTo>
                <a:lnTo>
                  <a:pt x="7556091" y="360791"/>
                </a:lnTo>
                <a:lnTo>
                  <a:pt x="7556428" y="361270"/>
                </a:lnTo>
                <a:lnTo>
                  <a:pt x="7545557" y="346355"/>
                </a:lnTo>
                <a:lnTo>
                  <a:pt x="7545893" y="346810"/>
                </a:lnTo>
                <a:lnTo>
                  <a:pt x="7534690" y="332181"/>
                </a:lnTo>
                <a:lnTo>
                  <a:pt x="7535025" y="332613"/>
                </a:lnTo>
                <a:lnTo>
                  <a:pt x="7523461" y="318272"/>
                </a:lnTo>
                <a:lnTo>
                  <a:pt x="7523844" y="318703"/>
                </a:lnTo>
                <a:lnTo>
                  <a:pt x="7511946" y="304625"/>
                </a:lnTo>
                <a:lnTo>
                  <a:pt x="7512304" y="305056"/>
                </a:lnTo>
                <a:lnTo>
                  <a:pt x="7500096" y="291290"/>
                </a:lnTo>
                <a:lnTo>
                  <a:pt x="7500477" y="291721"/>
                </a:lnTo>
                <a:lnTo>
                  <a:pt x="7491524" y="282097"/>
                </a:lnTo>
                <a:lnTo>
                  <a:pt x="7526572" y="249465"/>
                </a:lnTo>
                <a:moveTo>
                  <a:pt x="7701845" y="544131"/>
                </a:moveTo>
                <a:lnTo>
                  <a:pt x="7705748" y="556126"/>
                </a:lnTo>
                <a:lnTo>
                  <a:pt x="7711301" y="574800"/>
                </a:lnTo>
                <a:lnTo>
                  <a:pt x="7716402" y="593689"/>
                </a:lnTo>
                <a:lnTo>
                  <a:pt x="7721069" y="612746"/>
                </a:lnTo>
                <a:lnTo>
                  <a:pt x="7725236" y="631971"/>
                </a:lnTo>
                <a:lnTo>
                  <a:pt x="7728971" y="651387"/>
                </a:lnTo>
                <a:lnTo>
                  <a:pt x="7732203" y="670971"/>
                </a:lnTo>
                <a:lnTo>
                  <a:pt x="7734956" y="690698"/>
                </a:lnTo>
                <a:lnTo>
                  <a:pt x="7737229" y="710569"/>
                </a:lnTo>
                <a:lnTo>
                  <a:pt x="7739025" y="730584"/>
                </a:lnTo>
                <a:lnTo>
                  <a:pt x="7739457" y="737527"/>
                </a:lnTo>
                <a:lnTo>
                  <a:pt x="7691671" y="740543"/>
                </a:lnTo>
                <a:lnTo>
                  <a:pt x="7691262" y="733935"/>
                </a:lnTo>
                <a:lnTo>
                  <a:pt x="7691286" y="734534"/>
                </a:lnTo>
                <a:lnTo>
                  <a:pt x="7689564" y="715118"/>
                </a:lnTo>
                <a:lnTo>
                  <a:pt x="7689636" y="715716"/>
                </a:lnTo>
                <a:lnTo>
                  <a:pt x="7687432" y="696420"/>
                </a:lnTo>
                <a:lnTo>
                  <a:pt x="7687505" y="697019"/>
                </a:lnTo>
                <a:lnTo>
                  <a:pt x="7684823" y="677890"/>
                </a:lnTo>
                <a:lnTo>
                  <a:pt x="7684919" y="678488"/>
                </a:lnTo>
                <a:lnTo>
                  <a:pt x="7681782" y="659503"/>
                </a:lnTo>
                <a:lnTo>
                  <a:pt x="7681879" y="660102"/>
                </a:lnTo>
                <a:lnTo>
                  <a:pt x="7678288" y="641284"/>
                </a:lnTo>
                <a:lnTo>
                  <a:pt x="7678407" y="641882"/>
                </a:lnTo>
                <a:lnTo>
                  <a:pt x="7674336" y="623232"/>
                </a:lnTo>
                <a:lnTo>
                  <a:pt x="7674481" y="623807"/>
                </a:lnTo>
                <a:lnTo>
                  <a:pt x="7669956" y="605324"/>
                </a:lnTo>
                <a:lnTo>
                  <a:pt x="7670100" y="605899"/>
                </a:lnTo>
                <a:lnTo>
                  <a:pt x="7665167" y="587608"/>
                </a:lnTo>
                <a:lnTo>
                  <a:pt x="7665313" y="588183"/>
                </a:lnTo>
                <a:lnTo>
                  <a:pt x="7659924" y="570059"/>
                </a:lnTo>
                <a:lnTo>
                  <a:pt x="7660117" y="570610"/>
                </a:lnTo>
                <a:lnTo>
                  <a:pt x="7656311" y="558927"/>
                </a:lnTo>
                <a:lnTo>
                  <a:pt x="7701845" y="544131"/>
                </a:lnTo>
                <a:moveTo>
                  <a:pt x="7741323" y="882633"/>
                </a:moveTo>
                <a:lnTo>
                  <a:pt x="7741323" y="1074161"/>
                </a:lnTo>
                <a:lnTo>
                  <a:pt x="7693442" y="1074161"/>
                </a:lnTo>
                <a:lnTo>
                  <a:pt x="7693442" y="882633"/>
                </a:lnTo>
                <a:lnTo>
                  <a:pt x="7741323" y="882633"/>
                </a:lnTo>
                <a:moveTo>
                  <a:pt x="7741323" y="1217807"/>
                </a:moveTo>
                <a:lnTo>
                  <a:pt x="7741323" y="1409335"/>
                </a:lnTo>
                <a:lnTo>
                  <a:pt x="7693442" y="1409335"/>
                </a:lnTo>
                <a:lnTo>
                  <a:pt x="7693442" y="1217807"/>
                </a:lnTo>
                <a:lnTo>
                  <a:pt x="7741323" y="1217807"/>
                </a:lnTo>
                <a:moveTo>
                  <a:pt x="7741323" y="1552981"/>
                </a:moveTo>
                <a:lnTo>
                  <a:pt x="7741323" y="1744510"/>
                </a:lnTo>
                <a:lnTo>
                  <a:pt x="7693442" y="1744510"/>
                </a:lnTo>
                <a:lnTo>
                  <a:pt x="7693442" y="1552981"/>
                </a:lnTo>
                <a:lnTo>
                  <a:pt x="7741323" y="1552981"/>
                </a:lnTo>
                <a:moveTo>
                  <a:pt x="7741323" y="1888155"/>
                </a:moveTo>
                <a:lnTo>
                  <a:pt x="7741323" y="2079683"/>
                </a:lnTo>
                <a:lnTo>
                  <a:pt x="7693442" y="2079683"/>
                </a:lnTo>
                <a:lnTo>
                  <a:pt x="7693442" y="1888155"/>
                </a:lnTo>
                <a:lnTo>
                  <a:pt x="7741323" y="1888155"/>
                </a:lnTo>
                <a:moveTo>
                  <a:pt x="7741323" y="2223330"/>
                </a:moveTo>
                <a:lnTo>
                  <a:pt x="7741323" y="2414857"/>
                </a:lnTo>
                <a:lnTo>
                  <a:pt x="7693442" y="2414857"/>
                </a:lnTo>
                <a:lnTo>
                  <a:pt x="7693442" y="2223330"/>
                </a:lnTo>
                <a:lnTo>
                  <a:pt x="7741323" y="2223330"/>
                </a:lnTo>
                <a:moveTo>
                  <a:pt x="7741323" y="2558504"/>
                </a:moveTo>
                <a:lnTo>
                  <a:pt x="7741323" y="2750031"/>
                </a:lnTo>
                <a:lnTo>
                  <a:pt x="7693442" y="2750031"/>
                </a:lnTo>
                <a:lnTo>
                  <a:pt x="7693442" y="2558504"/>
                </a:lnTo>
                <a:lnTo>
                  <a:pt x="7741323" y="2558504"/>
                </a:lnTo>
                <a:moveTo>
                  <a:pt x="7741323" y="2893678"/>
                </a:moveTo>
                <a:lnTo>
                  <a:pt x="7741323" y="3085206"/>
                </a:lnTo>
                <a:lnTo>
                  <a:pt x="7693442" y="3085206"/>
                </a:lnTo>
                <a:lnTo>
                  <a:pt x="7693442" y="2893678"/>
                </a:lnTo>
                <a:lnTo>
                  <a:pt x="7741323" y="2893678"/>
                </a:lnTo>
                <a:moveTo>
                  <a:pt x="7741323" y="3228852"/>
                </a:moveTo>
                <a:lnTo>
                  <a:pt x="7741323" y="3420380"/>
                </a:lnTo>
                <a:lnTo>
                  <a:pt x="7693442" y="3420380"/>
                </a:lnTo>
                <a:lnTo>
                  <a:pt x="7693442" y="3228852"/>
                </a:lnTo>
                <a:lnTo>
                  <a:pt x="7741323" y="3228852"/>
                </a:lnTo>
                <a:moveTo>
                  <a:pt x="7741323" y="3564026"/>
                </a:moveTo>
                <a:lnTo>
                  <a:pt x="7741323" y="3755554"/>
                </a:lnTo>
                <a:lnTo>
                  <a:pt x="7693442" y="3755554"/>
                </a:lnTo>
                <a:lnTo>
                  <a:pt x="7693442" y="3564026"/>
                </a:lnTo>
                <a:lnTo>
                  <a:pt x="7741323" y="3564026"/>
                </a:lnTo>
                <a:moveTo>
                  <a:pt x="7740367" y="3900086"/>
                </a:moveTo>
                <a:lnTo>
                  <a:pt x="7740294" y="3902169"/>
                </a:lnTo>
                <a:lnTo>
                  <a:pt x="7739025" y="3922351"/>
                </a:lnTo>
                <a:lnTo>
                  <a:pt x="7737229" y="3942366"/>
                </a:lnTo>
                <a:lnTo>
                  <a:pt x="7734956" y="3962237"/>
                </a:lnTo>
                <a:lnTo>
                  <a:pt x="7732203" y="3981964"/>
                </a:lnTo>
                <a:lnTo>
                  <a:pt x="7728971" y="4001548"/>
                </a:lnTo>
                <a:lnTo>
                  <a:pt x="7725236" y="4020940"/>
                </a:lnTo>
                <a:lnTo>
                  <a:pt x="7721069" y="4040189"/>
                </a:lnTo>
                <a:lnTo>
                  <a:pt x="7716402" y="4059245"/>
                </a:lnTo>
                <a:lnTo>
                  <a:pt x="7711301" y="4078135"/>
                </a:lnTo>
                <a:lnTo>
                  <a:pt x="7706514" y="4094200"/>
                </a:lnTo>
                <a:lnTo>
                  <a:pt x="7660619" y="4080529"/>
                </a:lnTo>
                <a:lnTo>
                  <a:pt x="7665313" y="4064752"/>
                </a:lnTo>
                <a:lnTo>
                  <a:pt x="7665167" y="4065327"/>
                </a:lnTo>
                <a:lnTo>
                  <a:pt x="7670100" y="4047035"/>
                </a:lnTo>
                <a:lnTo>
                  <a:pt x="7669956" y="4047611"/>
                </a:lnTo>
                <a:lnTo>
                  <a:pt x="7674481" y="4029128"/>
                </a:lnTo>
                <a:lnTo>
                  <a:pt x="7674336" y="4029702"/>
                </a:lnTo>
                <a:lnTo>
                  <a:pt x="7678407" y="4011053"/>
                </a:lnTo>
                <a:lnTo>
                  <a:pt x="7678288" y="4011651"/>
                </a:lnTo>
                <a:lnTo>
                  <a:pt x="7681879" y="3992833"/>
                </a:lnTo>
                <a:lnTo>
                  <a:pt x="7681782" y="3993431"/>
                </a:lnTo>
                <a:lnTo>
                  <a:pt x="7684919" y="3974446"/>
                </a:lnTo>
                <a:lnTo>
                  <a:pt x="7684823" y="3975046"/>
                </a:lnTo>
                <a:lnTo>
                  <a:pt x="7687505" y="3955917"/>
                </a:lnTo>
                <a:lnTo>
                  <a:pt x="7687432" y="3956515"/>
                </a:lnTo>
                <a:lnTo>
                  <a:pt x="7689636" y="3937218"/>
                </a:lnTo>
                <a:lnTo>
                  <a:pt x="7689564" y="3937817"/>
                </a:lnTo>
                <a:lnTo>
                  <a:pt x="7691286" y="3918400"/>
                </a:lnTo>
                <a:lnTo>
                  <a:pt x="7691262" y="3919000"/>
                </a:lnTo>
                <a:lnTo>
                  <a:pt x="7692484" y="3899464"/>
                </a:lnTo>
                <a:lnTo>
                  <a:pt x="7692461" y="3900062"/>
                </a:lnTo>
                <a:lnTo>
                  <a:pt x="7692533" y="3898266"/>
                </a:lnTo>
                <a:lnTo>
                  <a:pt x="7740367" y="3900086"/>
                </a:lnTo>
                <a:moveTo>
                  <a:pt x="7649846" y="4231047"/>
                </a:moveTo>
                <a:lnTo>
                  <a:pt x="7645777" y="4238756"/>
                </a:lnTo>
                <a:lnTo>
                  <a:pt x="7636462" y="4255442"/>
                </a:lnTo>
                <a:lnTo>
                  <a:pt x="7626719" y="4271889"/>
                </a:lnTo>
                <a:lnTo>
                  <a:pt x="7616614" y="4288073"/>
                </a:lnTo>
                <a:lnTo>
                  <a:pt x="7606128" y="4303994"/>
                </a:lnTo>
                <a:lnTo>
                  <a:pt x="7595284" y="4319652"/>
                </a:lnTo>
                <a:lnTo>
                  <a:pt x="7584079" y="4335022"/>
                </a:lnTo>
                <a:lnTo>
                  <a:pt x="7572515" y="4350129"/>
                </a:lnTo>
                <a:lnTo>
                  <a:pt x="7560594" y="4364924"/>
                </a:lnTo>
                <a:lnTo>
                  <a:pt x="7548311" y="4379433"/>
                </a:lnTo>
                <a:lnTo>
                  <a:pt x="7536964" y="4392217"/>
                </a:lnTo>
                <a:lnTo>
                  <a:pt x="7501148" y="4360448"/>
                </a:lnTo>
                <a:lnTo>
                  <a:pt x="7512304" y="4347879"/>
                </a:lnTo>
                <a:lnTo>
                  <a:pt x="7511946" y="4348309"/>
                </a:lnTo>
                <a:lnTo>
                  <a:pt x="7523844" y="4334232"/>
                </a:lnTo>
                <a:lnTo>
                  <a:pt x="7523461" y="4334663"/>
                </a:lnTo>
                <a:lnTo>
                  <a:pt x="7535025" y="4320323"/>
                </a:lnTo>
                <a:lnTo>
                  <a:pt x="7534690" y="4320753"/>
                </a:lnTo>
                <a:lnTo>
                  <a:pt x="7545893" y="4306125"/>
                </a:lnTo>
                <a:lnTo>
                  <a:pt x="7545557" y="4306580"/>
                </a:lnTo>
                <a:lnTo>
                  <a:pt x="7556428" y="4291665"/>
                </a:lnTo>
                <a:lnTo>
                  <a:pt x="7556091" y="4292144"/>
                </a:lnTo>
                <a:lnTo>
                  <a:pt x="7566626" y="4276966"/>
                </a:lnTo>
                <a:lnTo>
                  <a:pt x="7566315" y="4277444"/>
                </a:lnTo>
                <a:lnTo>
                  <a:pt x="7576467" y="4262002"/>
                </a:lnTo>
                <a:lnTo>
                  <a:pt x="7576155" y="4262481"/>
                </a:lnTo>
                <a:lnTo>
                  <a:pt x="7585947" y="4246775"/>
                </a:lnTo>
                <a:lnTo>
                  <a:pt x="7585660" y="4247278"/>
                </a:lnTo>
                <a:lnTo>
                  <a:pt x="7595091" y="4231334"/>
                </a:lnTo>
                <a:lnTo>
                  <a:pt x="7594805" y="4231837"/>
                </a:lnTo>
                <a:lnTo>
                  <a:pt x="7603854" y="4215628"/>
                </a:lnTo>
                <a:lnTo>
                  <a:pt x="7603567" y="4216155"/>
                </a:lnTo>
                <a:lnTo>
                  <a:pt x="7607494" y="4208709"/>
                </a:lnTo>
                <a:lnTo>
                  <a:pt x="7649846" y="4231047"/>
                </a:lnTo>
                <a:moveTo>
                  <a:pt x="7427912" y="4492243"/>
                </a:moveTo>
                <a:lnTo>
                  <a:pt x="7423411" y="4495690"/>
                </a:lnTo>
                <a:lnTo>
                  <a:pt x="7408042" y="4506894"/>
                </a:lnTo>
                <a:lnTo>
                  <a:pt x="7392382" y="4517764"/>
                </a:lnTo>
                <a:lnTo>
                  <a:pt x="7376463" y="4528226"/>
                </a:lnTo>
                <a:lnTo>
                  <a:pt x="7360280" y="4538329"/>
                </a:lnTo>
                <a:lnTo>
                  <a:pt x="7343833" y="4548073"/>
                </a:lnTo>
                <a:lnTo>
                  <a:pt x="7327145" y="4557386"/>
                </a:lnTo>
                <a:lnTo>
                  <a:pt x="7310195" y="4566341"/>
                </a:lnTo>
                <a:lnTo>
                  <a:pt x="7293005" y="4574887"/>
                </a:lnTo>
                <a:lnTo>
                  <a:pt x="7275576" y="4583003"/>
                </a:lnTo>
                <a:lnTo>
                  <a:pt x="7257931" y="4590736"/>
                </a:lnTo>
                <a:lnTo>
                  <a:pt x="7257045" y="4591096"/>
                </a:lnTo>
                <a:lnTo>
                  <a:pt x="7238946" y="4546757"/>
                </a:lnTo>
                <a:lnTo>
                  <a:pt x="7239568" y="4546516"/>
                </a:lnTo>
                <a:lnTo>
                  <a:pt x="7239017" y="4546733"/>
                </a:lnTo>
                <a:lnTo>
                  <a:pt x="7256135" y="4539263"/>
                </a:lnTo>
                <a:lnTo>
                  <a:pt x="7255586" y="4539502"/>
                </a:lnTo>
                <a:lnTo>
                  <a:pt x="7272488" y="4531625"/>
                </a:lnTo>
                <a:lnTo>
                  <a:pt x="7271961" y="4531865"/>
                </a:lnTo>
                <a:lnTo>
                  <a:pt x="7288624" y="4523581"/>
                </a:lnTo>
                <a:lnTo>
                  <a:pt x="7288097" y="4523845"/>
                </a:lnTo>
                <a:lnTo>
                  <a:pt x="7304545" y="4515178"/>
                </a:lnTo>
                <a:lnTo>
                  <a:pt x="7304018" y="4515466"/>
                </a:lnTo>
                <a:lnTo>
                  <a:pt x="7320227" y="4506416"/>
                </a:lnTo>
                <a:lnTo>
                  <a:pt x="7319724" y="4506704"/>
                </a:lnTo>
                <a:lnTo>
                  <a:pt x="7335668" y="4497270"/>
                </a:lnTo>
                <a:lnTo>
                  <a:pt x="7335165" y="4497558"/>
                </a:lnTo>
                <a:lnTo>
                  <a:pt x="7350869" y="4487766"/>
                </a:lnTo>
                <a:lnTo>
                  <a:pt x="7350391" y="4488077"/>
                </a:lnTo>
                <a:lnTo>
                  <a:pt x="7365833" y="4477926"/>
                </a:lnTo>
                <a:lnTo>
                  <a:pt x="7365355" y="4478237"/>
                </a:lnTo>
                <a:lnTo>
                  <a:pt x="7380533" y="4467704"/>
                </a:lnTo>
                <a:lnTo>
                  <a:pt x="7380054" y="4468038"/>
                </a:lnTo>
                <a:lnTo>
                  <a:pt x="7394968" y="4457169"/>
                </a:lnTo>
                <a:lnTo>
                  <a:pt x="7394514" y="4457504"/>
                </a:lnTo>
                <a:lnTo>
                  <a:pt x="7398776" y="4454249"/>
                </a:lnTo>
                <a:lnTo>
                  <a:pt x="7427912" y="4492243"/>
                </a:lnTo>
                <a:moveTo>
                  <a:pt x="7116273" y="4635363"/>
                </a:moveTo>
                <a:lnTo>
                  <a:pt x="7109330" y="4636846"/>
                </a:lnTo>
                <a:lnTo>
                  <a:pt x="7089936" y="4640581"/>
                </a:lnTo>
                <a:lnTo>
                  <a:pt x="7070354" y="4643814"/>
                </a:lnTo>
                <a:lnTo>
                  <a:pt x="7050625" y="4646590"/>
                </a:lnTo>
                <a:lnTo>
                  <a:pt x="7030755" y="4648842"/>
                </a:lnTo>
                <a:lnTo>
                  <a:pt x="7010716" y="4650636"/>
                </a:lnTo>
                <a:lnTo>
                  <a:pt x="6990559" y="4651905"/>
                </a:lnTo>
                <a:lnTo>
                  <a:pt x="6970280" y="4652672"/>
                </a:lnTo>
                <a:lnTo>
                  <a:pt x="6950002" y="4652935"/>
                </a:lnTo>
                <a:lnTo>
                  <a:pt x="6920842" y="4652935"/>
                </a:lnTo>
                <a:lnTo>
                  <a:pt x="6920842" y="4605053"/>
                </a:lnTo>
                <a:lnTo>
                  <a:pt x="6949858" y="4605053"/>
                </a:lnTo>
                <a:lnTo>
                  <a:pt x="6949548" y="4605053"/>
                </a:lnTo>
                <a:lnTo>
                  <a:pt x="6969371" y="4604814"/>
                </a:lnTo>
                <a:lnTo>
                  <a:pt x="6968748" y="4604814"/>
                </a:lnTo>
                <a:lnTo>
                  <a:pt x="6988451" y="4604071"/>
                </a:lnTo>
                <a:lnTo>
                  <a:pt x="6987853" y="4604095"/>
                </a:lnTo>
                <a:lnTo>
                  <a:pt x="7007388" y="4602874"/>
                </a:lnTo>
                <a:lnTo>
                  <a:pt x="7006790" y="4602899"/>
                </a:lnTo>
                <a:lnTo>
                  <a:pt x="7026207" y="4601174"/>
                </a:lnTo>
                <a:lnTo>
                  <a:pt x="7025607" y="4601246"/>
                </a:lnTo>
                <a:lnTo>
                  <a:pt x="7044904" y="4599044"/>
                </a:lnTo>
                <a:lnTo>
                  <a:pt x="7044305" y="4599115"/>
                </a:lnTo>
                <a:lnTo>
                  <a:pt x="7063435" y="4596434"/>
                </a:lnTo>
                <a:lnTo>
                  <a:pt x="7062836" y="4596530"/>
                </a:lnTo>
                <a:lnTo>
                  <a:pt x="7081821" y="4593394"/>
                </a:lnTo>
                <a:lnTo>
                  <a:pt x="7081223" y="4593489"/>
                </a:lnTo>
                <a:lnTo>
                  <a:pt x="7100040" y="4589898"/>
                </a:lnTo>
                <a:lnTo>
                  <a:pt x="7099440" y="4590018"/>
                </a:lnTo>
                <a:lnTo>
                  <a:pt x="7106073" y="4588557"/>
                </a:lnTo>
                <a:lnTo>
                  <a:pt x="7116273" y="4635363"/>
                </a:lnTo>
                <a:moveTo>
                  <a:pt x="6777196" y="4652935"/>
                </a:moveTo>
                <a:lnTo>
                  <a:pt x="6585667" y="4652935"/>
                </a:lnTo>
                <a:lnTo>
                  <a:pt x="6585667" y="4605053"/>
                </a:lnTo>
                <a:lnTo>
                  <a:pt x="6777196" y="4605053"/>
                </a:lnTo>
                <a:lnTo>
                  <a:pt x="6777196" y="4652935"/>
                </a:lnTo>
                <a:moveTo>
                  <a:pt x="6442021" y="4652935"/>
                </a:moveTo>
                <a:lnTo>
                  <a:pt x="6250495" y="4652935"/>
                </a:lnTo>
                <a:lnTo>
                  <a:pt x="6250495" y="4605053"/>
                </a:lnTo>
                <a:lnTo>
                  <a:pt x="6442021" y="4605053"/>
                </a:lnTo>
                <a:lnTo>
                  <a:pt x="6442021" y="4652935"/>
                </a:lnTo>
                <a:moveTo>
                  <a:pt x="6106849" y="4652935"/>
                </a:moveTo>
                <a:lnTo>
                  <a:pt x="5915319" y="4652935"/>
                </a:lnTo>
                <a:lnTo>
                  <a:pt x="5915319" y="4605053"/>
                </a:lnTo>
                <a:lnTo>
                  <a:pt x="6106849" y="4605053"/>
                </a:lnTo>
                <a:lnTo>
                  <a:pt x="6106849" y="4652935"/>
                </a:lnTo>
                <a:moveTo>
                  <a:pt x="5771673" y="4652935"/>
                </a:moveTo>
                <a:lnTo>
                  <a:pt x="5580146" y="4652935"/>
                </a:lnTo>
                <a:lnTo>
                  <a:pt x="5580146" y="4605053"/>
                </a:lnTo>
                <a:lnTo>
                  <a:pt x="5771673" y="4605053"/>
                </a:lnTo>
                <a:lnTo>
                  <a:pt x="5771673" y="4652935"/>
                </a:lnTo>
                <a:moveTo>
                  <a:pt x="5436500" y="4652935"/>
                </a:moveTo>
                <a:lnTo>
                  <a:pt x="5244972" y="4652935"/>
                </a:lnTo>
                <a:lnTo>
                  <a:pt x="5244972" y="4605053"/>
                </a:lnTo>
                <a:lnTo>
                  <a:pt x="5436500" y="4605053"/>
                </a:lnTo>
                <a:lnTo>
                  <a:pt x="5436500" y="4652935"/>
                </a:lnTo>
                <a:moveTo>
                  <a:pt x="5101324" y="4652935"/>
                </a:moveTo>
                <a:lnTo>
                  <a:pt x="4909798" y="4652935"/>
                </a:lnTo>
                <a:lnTo>
                  <a:pt x="4909798" y="4605053"/>
                </a:lnTo>
                <a:lnTo>
                  <a:pt x="5101324" y="4605053"/>
                </a:lnTo>
                <a:lnTo>
                  <a:pt x="5101324" y="4652935"/>
                </a:lnTo>
                <a:moveTo>
                  <a:pt x="4766152" y="4652935"/>
                </a:moveTo>
                <a:lnTo>
                  <a:pt x="4574623" y="4652935"/>
                </a:lnTo>
                <a:lnTo>
                  <a:pt x="4574623" y="4605053"/>
                </a:lnTo>
                <a:lnTo>
                  <a:pt x="4766152" y="4605053"/>
                </a:lnTo>
                <a:lnTo>
                  <a:pt x="4766152" y="4652935"/>
                </a:lnTo>
                <a:moveTo>
                  <a:pt x="4430978" y="4652935"/>
                </a:moveTo>
                <a:lnTo>
                  <a:pt x="4239449" y="4652935"/>
                </a:lnTo>
                <a:lnTo>
                  <a:pt x="4239449" y="4605053"/>
                </a:lnTo>
                <a:lnTo>
                  <a:pt x="4430978" y="4605053"/>
                </a:lnTo>
                <a:lnTo>
                  <a:pt x="4430978" y="4652935"/>
                </a:lnTo>
                <a:moveTo>
                  <a:pt x="4095803" y="4652935"/>
                </a:moveTo>
                <a:lnTo>
                  <a:pt x="3904275" y="4652935"/>
                </a:lnTo>
                <a:lnTo>
                  <a:pt x="3904275" y="4605053"/>
                </a:lnTo>
                <a:lnTo>
                  <a:pt x="4095803" y="4605053"/>
                </a:lnTo>
                <a:lnTo>
                  <a:pt x="4095803" y="4652935"/>
                </a:lnTo>
                <a:moveTo>
                  <a:pt x="3760629" y="4652935"/>
                </a:moveTo>
                <a:lnTo>
                  <a:pt x="3569101" y="4652935"/>
                </a:lnTo>
                <a:lnTo>
                  <a:pt x="3569101" y="4605053"/>
                </a:lnTo>
                <a:lnTo>
                  <a:pt x="3760629" y="4605053"/>
                </a:lnTo>
                <a:lnTo>
                  <a:pt x="3760629" y="4652935"/>
                </a:lnTo>
                <a:moveTo>
                  <a:pt x="3425455" y="4652935"/>
                </a:moveTo>
                <a:lnTo>
                  <a:pt x="3233926" y="4652935"/>
                </a:lnTo>
                <a:lnTo>
                  <a:pt x="3233926" y="4605053"/>
                </a:lnTo>
                <a:lnTo>
                  <a:pt x="3425455" y="4605053"/>
                </a:lnTo>
                <a:lnTo>
                  <a:pt x="3425455" y="4652935"/>
                </a:lnTo>
                <a:moveTo>
                  <a:pt x="3090280" y="4652935"/>
                </a:moveTo>
                <a:lnTo>
                  <a:pt x="2898752" y="4652935"/>
                </a:lnTo>
                <a:lnTo>
                  <a:pt x="2898752" y="4605053"/>
                </a:lnTo>
                <a:lnTo>
                  <a:pt x="3090280" y="4605053"/>
                </a:lnTo>
                <a:lnTo>
                  <a:pt x="3090280" y="4652935"/>
                </a:lnTo>
                <a:moveTo>
                  <a:pt x="2755106" y="4652935"/>
                </a:moveTo>
                <a:lnTo>
                  <a:pt x="2563580" y="4652935"/>
                </a:lnTo>
                <a:lnTo>
                  <a:pt x="2563580" y="4605053"/>
                </a:lnTo>
                <a:lnTo>
                  <a:pt x="2755106" y="4605053"/>
                </a:lnTo>
                <a:lnTo>
                  <a:pt x="2755106" y="4652935"/>
                </a:lnTo>
                <a:moveTo>
                  <a:pt x="2419932" y="4652935"/>
                </a:moveTo>
                <a:lnTo>
                  <a:pt x="2228404" y="4652935"/>
                </a:lnTo>
                <a:lnTo>
                  <a:pt x="2228404" y="4605053"/>
                </a:lnTo>
                <a:lnTo>
                  <a:pt x="2419932" y="4605053"/>
                </a:lnTo>
                <a:lnTo>
                  <a:pt x="2419932" y="4652935"/>
                </a:lnTo>
                <a:moveTo>
                  <a:pt x="2084758" y="4652935"/>
                </a:moveTo>
                <a:lnTo>
                  <a:pt x="1893231" y="4652935"/>
                </a:lnTo>
                <a:lnTo>
                  <a:pt x="1893231" y="4605053"/>
                </a:lnTo>
                <a:lnTo>
                  <a:pt x="2084758" y="4605053"/>
                </a:lnTo>
                <a:lnTo>
                  <a:pt x="2084758" y="4652935"/>
                </a:lnTo>
                <a:moveTo>
                  <a:pt x="1749585" y="4652935"/>
                </a:moveTo>
                <a:lnTo>
                  <a:pt x="1558057" y="4652935"/>
                </a:lnTo>
                <a:lnTo>
                  <a:pt x="1558057" y="4605053"/>
                </a:lnTo>
                <a:lnTo>
                  <a:pt x="1749585" y="4605053"/>
                </a:lnTo>
                <a:lnTo>
                  <a:pt x="1749585" y="4652935"/>
                </a:lnTo>
                <a:moveTo>
                  <a:pt x="1414411" y="4652935"/>
                </a:moveTo>
                <a:lnTo>
                  <a:pt x="1222882" y="4652935"/>
                </a:lnTo>
                <a:lnTo>
                  <a:pt x="1222882" y="4605053"/>
                </a:lnTo>
                <a:lnTo>
                  <a:pt x="1414411" y="4605053"/>
                </a:lnTo>
                <a:lnTo>
                  <a:pt x="1414411" y="4652935"/>
                </a:lnTo>
                <a:moveTo>
                  <a:pt x="1079237" y="4652935"/>
                </a:moveTo>
                <a:lnTo>
                  <a:pt x="887708" y="4652935"/>
                </a:lnTo>
                <a:lnTo>
                  <a:pt x="887708" y="4605053"/>
                </a:lnTo>
                <a:lnTo>
                  <a:pt x="1079237" y="4605053"/>
                </a:lnTo>
                <a:lnTo>
                  <a:pt x="1079237" y="4652935"/>
                </a:lnTo>
                <a:moveTo>
                  <a:pt x="742577" y="4651379"/>
                </a:moveTo>
                <a:lnTo>
                  <a:pt x="730583" y="4650636"/>
                </a:lnTo>
                <a:lnTo>
                  <a:pt x="710569" y="4648842"/>
                </a:lnTo>
                <a:lnTo>
                  <a:pt x="690698" y="4646590"/>
                </a:lnTo>
                <a:lnTo>
                  <a:pt x="670971" y="4643814"/>
                </a:lnTo>
                <a:lnTo>
                  <a:pt x="651386" y="4640581"/>
                </a:lnTo>
                <a:lnTo>
                  <a:pt x="631993" y="4636846"/>
                </a:lnTo>
                <a:lnTo>
                  <a:pt x="612745" y="4632681"/>
                </a:lnTo>
                <a:lnTo>
                  <a:pt x="593688" y="4628012"/>
                </a:lnTo>
                <a:lnTo>
                  <a:pt x="574798" y="4622913"/>
                </a:lnTo>
                <a:lnTo>
                  <a:pt x="556125" y="4617358"/>
                </a:lnTo>
                <a:lnTo>
                  <a:pt x="548967" y="4615036"/>
                </a:lnTo>
                <a:lnTo>
                  <a:pt x="563737" y="4569476"/>
                </a:lnTo>
                <a:lnTo>
                  <a:pt x="570609" y="4571727"/>
                </a:lnTo>
                <a:lnTo>
                  <a:pt x="570058" y="4571535"/>
                </a:lnTo>
                <a:lnTo>
                  <a:pt x="588182" y="4576922"/>
                </a:lnTo>
                <a:lnTo>
                  <a:pt x="587607" y="4576778"/>
                </a:lnTo>
                <a:lnTo>
                  <a:pt x="605899" y="4581710"/>
                </a:lnTo>
                <a:lnTo>
                  <a:pt x="605323" y="4581567"/>
                </a:lnTo>
                <a:lnTo>
                  <a:pt x="623806" y="4586092"/>
                </a:lnTo>
                <a:lnTo>
                  <a:pt x="623232" y="4585948"/>
                </a:lnTo>
                <a:lnTo>
                  <a:pt x="641881" y="4590018"/>
                </a:lnTo>
                <a:lnTo>
                  <a:pt x="641283" y="4589898"/>
                </a:lnTo>
                <a:lnTo>
                  <a:pt x="660100" y="4593489"/>
                </a:lnTo>
                <a:lnTo>
                  <a:pt x="659502" y="4593394"/>
                </a:lnTo>
                <a:lnTo>
                  <a:pt x="678488" y="4596530"/>
                </a:lnTo>
                <a:lnTo>
                  <a:pt x="677888" y="4596434"/>
                </a:lnTo>
                <a:lnTo>
                  <a:pt x="697019" y="4599115"/>
                </a:lnTo>
                <a:lnTo>
                  <a:pt x="696419" y="4599044"/>
                </a:lnTo>
                <a:lnTo>
                  <a:pt x="715716" y="4601246"/>
                </a:lnTo>
                <a:lnTo>
                  <a:pt x="715117" y="4601174"/>
                </a:lnTo>
                <a:lnTo>
                  <a:pt x="734533" y="4602899"/>
                </a:lnTo>
                <a:lnTo>
                  <a:pt x="733935" y="4602874"/>
                </a:lnTo>
                <a:lnTo>
                  <a:pt x="745594" y="4603593"/>
                </a:lnTo>
                <a:lnTo>
                  <a:pt x="742577" y="4651379"/>
                </a:lnTo>
                <a:moveTo>
                  <a:pt x="412838" y="4556644"/>
                </a:moveTo>
                <a:lnTo>
                  <a:pt x="397492" y="4548073"/>
                </a:lnTo>
                <a:lnTo>
                  <a:pt x="381045" y="4538329"/>
                </a:lnTo>
                <a:lnTo>
                  <a:pt x="364860" y="4528226"/>
                </a:lnTo>
                <a:lnTo>
                  <a:pt x="348939" y="4517764"/>
                </a:lnTo>
                <a:lnTo>
                  <a:pt x="333282" y="4506894"/>
                </a:lnTo>
                <a:lnTo>
                  <a:pt x="317912" y="4495690"/>
                </a:lnTo>
                <a:lnTo>
                  <a:pt x="302805" y="4484127"/>
                </a:lnTo>
                <a:lnTo>
                  <a:pt x="288009" y="4472205"/>
                </a:lnTo>
                <a:lnTo>
                  <a:pt x="273501" y="4459923"/>
                </a:lnTo>
                <a:lnTo>
                  <a:pt x="259304" y="4447329"/>
                </a:lnTo>
                <a:lnTo>
                  <a:pt x="253200" y="4441631"/>
                </a:lnTo>
                <a:lnTo>
                  <a:pt x="285806" y="4406581"/>
                </a:lnTo>
                <a:lnTo>
                  <a:pt x="291720" y="4412088"/>
                </a:lnTo>
                <a:lnTo>
                  <a:pt x="291290" y="4411705"/>
                </a:lnTo>
                <a:lnTo>
                  <a:pt x="305055" y="4423915"/>
                </a:lnTo>
                <a:lnTo>
                  <a:pt x="304625" y="4423556"/>
                </a:lnTo>
                <a:lnTo>
                  <a:pt x="318702" y="4435454"/>
                </a:lnTo>
                <a:lnTo>
                  <a:pt x="318271" y="4435071"/>
                </a:lnTo>
                <a:lnTo>
                  <a:pt x="332611" y="4446635"/>
                </a:lnTo>
                <a:lnTo>
                  <a:pt x="332181" y="4446300"/>
                </a:lnTo>
                <a:lnTo>
                  <a:pt x="346809" y="4457504"/>
                </a:lnTo>
                <a:lnTo>
                  <a:pt x="346353" y="4457169"/>
                </a:lnTo>
                <a:lnTo>
                  <a:pt x="361269" y="4468038"/>
                </a:lnTo>
                <a:lnTo>
                  <a:pt x="360791" y="4467704"/>
                </a:lnTo>
                <a:lnTo>
                  <a:pt x="375968" y="4478237"/>
                </a:lnTo>
                <a:lnTo>
                  <a:pt x="375490" y="4477926"/>
                </a:lnTo>
                <a:lnTo>
                  <a:pt x="390932" y="4488077"/>
                </a:lnTo>
                <a:lnTo>
                  <a:pt x="390454" y="4487766"/>
                </a:lnTo>
                <a:lnTo>
                  <a:pt x="406158" y="4497558"/>
                </a:lnTo>
                <a:lnTo>
                  <a:pt x="405656" y="4497270"/>
                </a:lnTo>
                <a:lnTo>
                  <a:pt x="421601" y="4506704"/>
                </a:lnTo>
                <a:lnTo>
                  <a:pt x="421098" y="4506416"/>
                </a:lnTo>
                <a:lnTo>
                  <a:pt x="436205" y="4514843"/>
                </a:lnTo>
                <a:lnTo>
                  <a:pt x="412838" y="4556644"/>
                </a:lnTo>
                <a:moveTo>
                  <a:pt x="154539" y="4331311"/>
                </a:moveTo>
                <a:lnTo>
                  <a:pt x="146039" y="4319652"/>
                </a:lnTo>
                <a:lnTo>
                  <a:pt x="135171" y="4303994"/>
                </a:lnTo>
                <a:lnTo>
                  <a:pt x="124707" y="4288073"/>
                </a:lnTo>
                <a:lnTo>
                  <a:pt x="114605" y="4271889"/>
                </a:lnTo>
                <a:lnTo>
                  <a:pt x="104861" y="4255442"/>
                </a:lnTo>
                <a:lnTo>
                  <a:pt x="95548" y="4238756"/>
                </a:lnTo>
                <a:lnTo>
                  <a:pt x="86593" y="4221805"/>
                </a:lnTo>
                <a:lnTo>
                  <a:pt x="78047" y="4204616"/>
                </a:lnTo>
                <a:lnTo>
                  <a:pt x="69930" y="4187187"/>
                </a:lnTo>
                <a:lnTo>
                  <a:pt x="62199" y="4169541"/>
                </a:lnTo>
                <a:lnTo>
                  <a:pt x="58176" y="4159702"/>
                </a:lnTo>
                <a:lnTo>
                  <a:pt x="102514" y="4141603"/>
                </a:lnTo>
                <a:lnTo>
                  <a:pt x="106417" y="4151179"/>
                </a:lnTo>
                <a:lnTo>
                  <a:pt x="106202" y="4150629"/>
                </a:lnTo>
                <a:lnTo>
                  <a:pt x="113671" y="4167746"/>
                </a:lnTo>
                <a:lnTo>
                  <a:pt x="113431" y="4167196"/>
                </a:lnTo>
                <a:lnTo>
                  <a:pt x="121309" y="4184098"/>
                </a:lnTo>
                <a:lnTo>
                  <a:pt x="121069" y="4183571"/>
                </a:lnTo>
                <a:lnTo>
                  <a:pt x="129352" y="4200234"/>
                </a:lnTo>
                <a:lnTo>
                  <a:pt x="129089" y="4199707"/>
                </a:lnTo>
                <a:lnTo>
                  <a:pt x="137757" y="4216155"/>
                </a:lnTo>
                <a:lnTo>
                  <a:pt x="137469" y="4215628"/>
                </a:lnTo>
                <a:lnTo>
                  <a:pt x="146518" y="4231837"/>
                </a:lnTo>
                <a:lnTo>
                  <a:pt x="146232" y="4231334"/>
                </a:lnTo>
                <a:lnTo>
                  <a:pt x="155664" y="4247278"/>
                </a:lnTo>
                <a:lnTo>
                  <a:pt x="155376" y="4246775"/>
                </a:lnTo>
                <a:lnTo>
                  <a:pt x="165168" y="4262481"/>
                </a:lnTo>
                <a:lnTo>
                  <a:pt x="164857" y="4262002"/>
                </a:lnTo>
                <a:lnTo>
                  <a:pt x="175008" y="4277444"/>
                </a:lnTo>
                <a:lnTo>
                  <a:pt x="174697" y="4276966"/>
                </a:lnTo>
                <a:lnTo>
                  <a:pt x="185232" y="4292144"/>
                </a:lnTo>
                <a:lnTo>
                  <a:pt x="184896" y="4291665"/>
                </a:lnTo>
                <a:lnTo>
                  <a:pt x="193227" y="4303109"/>
                </a:lnTo>
                <a:lnTo>
                  <a:pt x="154539" y="4331311"/>
                </a:lnTo>
                <a:moveTo>
                  <a:pt x="15465" y="4017828"/>
                </a:moveTo>
                <a:lnTo>
                  <a:pt x="12352" y="4001548"/>
                </a:lnTo>
                <a:lnTo>
                  <a:pt x="9120" y="3981964"/>
                </a:lnTo>
                <a:lnTo>
                  <a:pt x="6343" y="3962237"/>
                </a:lnTo>
                <a:lnTo>
                  <a:pt x="4094" y="3942366"/>
                </a:lnTo>
                <a:lnTo>
                  <a:pt x="2298" y="3922351"/>
                </a:lnTo>
                <a:lnTo>
                  <a:pt x="1030" y="3902169"/>
                </a:lnTo>
                <a:lnTo>
                  <a:pt x="263" y="3881891"/>
                </a:lnTo>
                <a:lnTo>
                  <a:pt x="0" y="3861781"/>
                </a:lnTo>
                <a:lnTo>
                  <a:pt x="47881" y="3861158"/>
                </a:lnTo>
                <a:lnTo>
                  <a:pt x="48120" y="3880981"/>
                </a:lnTo>
                <a:lnTo>
                  <a:pt x="48120" y="3880382"/>
                </a:lnTo>
                <a:lnTo>
                  <a:pt x="48864" y="3900062"/>
                </a:lnTo>
                <a:lnTo>
                  <a:pt x="48839" y="3899464"/>
                </a:lnTo>
                <a:lnTo>
                  <a:pt x="50059" y="3919000"/>
                </a:lnTo>
                <a:lnTo>
                  <a:pt x="50035" y="3918400"/>
                </a:lnTo>
                <a:lnTo>
                  <a:pt x="51760" y="3937817"/>
                </a:lnTo>
                <a:lnTo>
                  <a:pt x="51689" y="3937218"/>
                </a:lnTo>
                <a:lnTo>
                  <a:pt x="53890" y="3956515"/>
                </a:lnTo>
                <a:lnTo>
                  <a:pt x="53819" y="3955917"/>
                </a:lnTo>
                <a:lnTo>
                  <a:pt x="56500" y="3975046"/>
                </a:lnTo>
                <a:lnTo>
                  <a:pt x="56405" y="3974446"/>
                </a:lnTo>
                <a:lnTo>
                  <a:pt x="59540" y="3993431"/>
                </a:lnTo>
                <a:lnTo>
                  <a:pt x="59445" y="3992833"/>
                </a:lnTo>
                <a:lnTo>
                  <a:pt x="62509" y="4008802"/>
                </a:lnTo>
                <a:lnTo>
                  <a:pt x="15465" y="40178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56">
            <a:extLst xmlns:a="http://schemas.openxmlformats.org/drawingml/2006/main">
              <a:ext uri="{FF2B5EF4-FFF2-40B4-BE49-F238E27FC236}">
                <a16:creationId xmlns:a16="http://schemas.microsoft.com/office/drawing/2014/main" id="{A37873C7-CCA4-44EF-AA68-5F47FE9D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135" y="5898899"/>
            <a:ext cx="9341485" cy="4147117"/>
          </a:xfrm>
          <a:custGeom xmlns:a="http://schemas.openxmlformats.org/drawingml/2006/main">
            <a:pathLst>
              <a:path w="7741323" h="3436731">
                <a:moveTo>
                  <a:pt x="0" y="2847974"/>
                </a:moveTo>
                <a:lnTo>
                  <a:pt x="0" y="2656447"/>
                </a:lnTo>
                <a:lnTo>
                  <a:pt x="47881" y="2656447"/>
                </a:lnTo>
                <a:lnTo>
                  <a:pt x="47881" y="2847974"/>
                </a:lnTo>
                <a:lnTo>
                  <a:pt x="0" y="2847974"/>
                </a:lnTo>
                <a:moveTo>
                  <a:pt x="0" y="2512800"/>
                </a:moveTo>
                <a:lnTo>
                  <a:pt x="0" y="2321272"/>
                </a:lnTo>
                <a:lnTo>
                  <a:pt x="47881" y="2321272"/>
                </a:lnTo>
                <a:lnTo>
                  <a:pt x="47881" y="2512800"/>
                </a:lnTo>
                <a:lnTo>
                  <a:pt x="0" y="2512800"/>
                </a:lnTo>
                <a:moveTo>
                  <a:pt x="0" y="2177626"/>
                </a:moveTo>
                <a:lnTo>
                  <a:pt x="0" y="1986098"/>
                </a:lnTo>
                <a:lnTo>
                  <a:pt x="47881" y="1986098"/>
                </a:lnTo>
                <a:lnTo>
                  <a:pt x="47881" y="2177626"/>
                </a:lnTo>
                <a:lnTo>
                  <a:pt x="0" y="2177626"/>
                </a:lnTo>
                <a:moveTo>
                  <a:pt x="0" y="1842451"/>
                </a:moveTo>
                <a:lnTo>
                  <a:pt x="0" y="1650924"/>
                </a:lnTo>
                <a:lnTo>
                  <a:pt x="47881" y="1650924"/>
                </a:lnTo>
                <a:lnTo>
                  <a:pt x="47881" y="1842451"/>
                </a:lnTo>
                <a:lnTo>
                  <a:pt x="0" y="1842451"/>
                </a:lnTo>
                <a:moveTo>
                  <a:pt x="0" y="1507278"/>
                </a:moveTo>
                <a:lnTo>
                  <a:pt x="0" y="1315751"/>
                </a:lnTo>
                <a:lnTo>
                  <a:pt x="47881" y="1315751"/>
                </a:lnTo>
                <a:lnTo>
                  <a:pt x="47881" y="1507278"/>
                </a:lnTo>
                <a:lnTo>
                  <a:pt x="0" y="1507278"/>
                </a:lnTo>
                <a:moveTo>
                  <a:pt x="0" y="1172104"/>
                </a:moveTo>
                <a:lnTo>
                  <a:pt x="0" y="980575"/>
                </a:lnTo>
                <a:lnTo>
                  <a:pt x="47881" y="980575"/>
                </a:lnTo>
                <a:lnTo>
                  <a:pt x="47881" y="1172104"/>
                </a:lnTo>
                <a:lnTo>
                  <a:pt x="0" y="1172104"/>
                </a:lnTo>
                <a:moveTo>
                  <a:pt x="0" y="836930"/>
                </a:moveTo>
                <a:lnTo>
                  <a:pt x="0" y="645401"/>
                </a:lnTo>
                <a:lnTo>
                  <a:pt x="47881" y="645401"/>
                </a:lnTo>
                <a:lnTo>
                  <a:pt x="47881" y="836930"/>
                </a:lnTo>
                <a:lnTo>
                  <a:pt x="0" y="836930"/>
                </a:lnTo>
                <a:moveTo>
                  <a:pt x="6943" y="498164"/>
                </a:moveTo>
                <a:lnTo>
                  <a:pt x="9193" y="484566"/>
                </a:lnTo>
                <a:lnTo>
                  <a:pt x="11969" y="470129"/>
                </a:lnTo>
                <a:lnTo>
                  <a:pt x="15082" y="455813"/>
                </a:lnTo>
                <a:lnTo>
                  <a:pt x="18529" y="441639"/>
                </a:lnTo>
                <a:lnTo>
                  <a:pt x="22335" y="427586"/>
                </a:lnTo>
                <a:lnTo>
                  <a:pt x="26478" y="413700"/>
                </a:lnTo>
                <a:lnTo>
                  <a:pt x="30930" y="399934"/>
                </a:lnTo>
                <a:lnTo>
                  <a:pt x="35719" y="386335"/>
                </a:lnTo>
                <a:lnTo>
                  <a:pt x="40842" y="372880"/>
                </a:lnTo>
                <a:lnTo>
                  <a:pt x="46278" y="359570"/>
                </a:lnTo>
                <a:lnTo>
                  <a:pt x="52023" y="346449"/>
                </a:lnTo>
                <a:lnTo>
                  <a:pt x="58081" y="333497"/>
                </a:lnTo>
                <a:lnTo>
                  <a:pt x="64424" y="320713"/>
                </a:lnTo>
                <a:lnTo>
                  <a:pt x="69955" y="310203"/>
                </a:lnTo>
                <a:lnTo>
                  <a:pt x="112307" y="332541"/>
                </a:lnTo>
                <a:lnTo>
                  <a:pt x="106896" y="342787"/>
                </a:lnTo>
                <a:lnTo>
                  <a:pt x="107159" y="342285"/>
                </a:lnTo>
                <a:lnTo>
                  <a:pt x="101079" y="354543"/>
                </a:lnTo>
                <a:lnTo>
                  <a:pt x="101342" y="354016"/>
                </a:lnTo>
                <a:lnTo>
                  <a:pt x="95524" y="366441"/>
                </a:lnTo>
                <a:lnTo>
                  <a:pt x="95763" y="365914"/>
                </a:lnTo>
                <a:lnTo>
                  <a:pt x="90257" y="378507"/>
                </a:lnTo>
                <a:lnTo>
                  <a:pt x="90496" y="377957"/>
                </a:lnTo>
                <a:lnTo>
                  <a:pt x="85278" y="390717"/>
                </a:lnTo>
                <a:lnTo>
                  <a:pt x="85493" y="390166"/>
                </a:lnTo>
                <a:lnTo>
                  <a:pt x="80584" y="403071"/>
                </a:lnTo>
                <a:lnTo>
                  <a:pt x="80801" y="402520"/>
                </a:lnTo>
                <a:lnTo>
                  <a:pt x="76203" y="415568"/>
                </a:lnTo>
                <a:lnTo>
                  <a:pt x="76395" y="414993"/>
                </a:lnTo>
                <a:lnTo>
                  <a:pt x="72109" y="428184"/>
                </a:lnTo>
                <a:lnTo>
                  <a:pt x="72277" y="427634"/>
                </a:lnTo>
                <a:lnTo>
                  <a:pt x="68303" y="440969"/>
                </a:lnTo>
                <a:lnTo>
                  <a:pt x="68471" y="440395"/>
                </a:lnTo>
                <a:lnTo>
                  <a:pt x="64831" y="453849"/>
                </a:lnTo>
                <a:lnTo>
                  <a:pt x="64975" y="453275"/>
                </a:lnTo>
                <a:lnTo>
                  <a:pt x="61672" y="466874"/>
                </a:lnTo>
                <a:lnTo>
                  <a:pt x="61791" y="466299"/>
                </a:lnTo>
                <a:lnTo>
                  <a:pt x="58798" y="480017"/>
                </a:lnTo>
                <a:lnTo>
                  <a:pt x="58918" y="479442"/>
                </a:lnTo>
                <a:lnTo>
                  <a:pt x="56285" y="493281"/>
                </a:lnTo>
                <a:lnTo>
                  <a:pt x="56380" y="492681"/>
                </a:lnTo>
                <a:lnTo>
                  <a:pt x="54177" y="505993"/>
                </a:lnTo>
                <a:lnTo>
                  <a:pt x="6943" y="498164"/>
                </a:lnTo>
                <a:moveTo>
                  <a:pt x="156981" y="188559"/>
                </a:moveTo>
                <a:lnTo>
                  <a:pt x="162583" y="182550"/>
                </a:lnTo>
                <a:lnTo>
                  <a:pt x="172446" y="172447"/>
                </a:lnTo>
                <a:lnTo>
                  <a:pt x="182549" y="162583"/>
                </a:lnTo>
                <a:lnTo>
                  <a:pt x="192892" y="152959"/>
                </a:lnTo>
                <a:lnTo>
                  <a:pt x="203451" y="143574"/>
                </a:lnTo>
                <a:lnTo>
                  <a:pt x="214247" y="134452"/>
                </a:lnTo>
                <a:lnTo>
                  <a:pt x="225260" y="125594"/>
                </a:lnTo>
                <a:lnTo>
                  <a:pt x="236489" y="116976"/>
                </a:lnTo>
                <a:lnTo>
                  <a:pt x="247909" y="108643"/>
                </a:lnTo>
                <a:lnTo>
                  <a:pt x="259568" y="100552"/>
                </a:lnTo>
                <a:lnTo>
                  <a:pt x="271395" y="92771"/>
                </a:lnTo>
                <a:lnTo>
                  <a:pt x="283437" y="85254"/>
                </a:lnTo>
                <a:lnTo>
                  <a:pt x="295670" y="78023"/>
                </a:lnTo>
                <a:lnTo>
                  <a:pt x="308097" y="71080"/>
                </a:lnTo>
                <a:lnTo>
                  <a:pt x="314560" y="67657"/>
                </a:lnTo>
                <a:lnTo>
                  <a:pt x="336897" y="110009"/>
                </a:lnTo>
                <a:lnTo>
                  <a:pt x="330696" y="113288"/>
                </a:lnTo>
                <a:lnTo>
                  <a:pt x="331223" y="113002"/>
                </a:lnTo>
                <a:lnTo>
                  <a:pt x="319300" y="119680"/>
                </a:lnTo>
                <a:lnTo>
                  <a:pt x="319803" y="119370"/>
                </a:lnTo>
                <a:lnTo>
                  <a:pt x="308073" y="126313"/>
                </a:lnTo>
                <a:lnTo>
                  <a:pt x="308551" y="126026"/>
                </a:lnTo>
                <a:lnTo>
                  <a:pt x="297011" y="133232"/>
                </a:lnTo>
                <a:lnTo>
                  <a:pt x="297490" y="132920"/>
                </a:lnTo>
                <a:lnTo>
                  <a:pt x="286118" y="140390"/>
                </a:lnTo>
                <a:lnTo>
                  <a:pt x="286597" y="140078"/>
                </a:lnTo>
                <a:lnTo>
                  <a:pt x="275440" y="147812"/>
                </a:lnTo>
                <a:lnTo>
                  <a:pt x="275896" y="147500"/>
                </a:lnTo>
                <a:lnTo>
                  <a:pt x="264930" y="155496"/>
                </a:lnTo>
                <a:lnTo>
                  <a:pt x="265386" y="155138"/>
                </a:lnTo>
                <a:lnTo>
                  <a:pt x="254613" y="163397"/>
                </a:lnTo>
                <a:lnTo>
                  <a:pt x="255067" y="163062"/>
                </a:lnTo>
                <a:lnTo>
                  <a:pt x="244508" y="171561"/>
                </a:lnTo>
                <a:lnTo>
                  <a:pt x="244940" y="171203"/>
                </a:lnTo>
                <a:lnTo>
                  <a:pt x="234596" y="179964"/>
                </a:lnTo>
                <a:lnTo>
                  <a:pt x="235028" y="179582"/>
                </a:lnTo>
                <a:lnTo>
                  <a:pt x="224876" y="188583"/>
                </a:lnTo>
                <a:lnTo>
                  <a:pt x="225308" y="188200"/>
                </a:lnTo>
                <a:lnTo>
                  <a:pt x="215372" y="197417"/>
                </a:lnTo>
                <a:lnTo>
                  <a:pt x="215803" y="197034"/>
                </a:lnTo>
                <a:lnTo>
                  <a:pt x="206108" y="206491"/>
                </a:lnTo>
                <a:lnTo>
                  <a:pt x="206491" y="206108"/>
                </a:lnTo>
                <a:lnTo>
                  <a:pt x="197033" y="215804"/>
                </a:lnTo>
                <a:lnTo>
                  <a:pt x="197416" y="215373"/>
                </a:lnTo>
                <a:lnTo>
                  <a:pt x="192029" y="221191"/>
                </a:lnTo>
                <a:lnTo>
                  <a:pt x="156981" y="188559"/>
                </a:lnTo>
                <a:moveTo>
                  <a:pt x="454256" y="15466"/>
                </a:moveTo>
                <a:lnTo>
                  <a:pt x="455812" y="15083"/>
                </a:lnTo>
                <a:lnTo>
                  <a:pt x="470128" y="11970"/>
                </a:lnTo>
                <a:lnTo>
                  <a:pt x="484566" y="9194"/>
                </a:lnTo>
                <a:lnTo>
                  <a:pt x="499121" y="6776"/>
                </a:lnTo>
                <a:lnTo>
                  <a:pt x="513797" y="4717"/>
                </a:lnTo>
                <a:lnTo>
                  <a:pt x="528592" y="3041"/>
                </a:lnTo>
                <a:lnTo>
                  <a:pt x="543483" y="1724"/>
                </a:lnTo>
                <a:lnTo>
                  <a:pt x="558472" y="766"/>
                </a:lnTo>
                <a:lnTo>
                  <a:pt x="573578" y="192"/>
                </a:lnTo>
                <a:lnTo>
                  <a:pt x="588614" y="0"/>
                </a:lnTo>
                <a:lnTo>
                  <a:pt x="650334" y="0"/>
                </a:lnTo>
                <a:lnTo>
                  <a:pt x="650334" y="47882"/>
                </a:lnTo>
                <a:lnTo>
                  <a:pt x="588757" y="47882"/>
                </a:lnTo>
                <a:lnTo>
                  <a:pt x="589068" y="47882"/>
                </a:lnTo>
                <a:lnTo>
                  <a:pt x="574488" y="48073"/>
                </a:lnTo>
                <a:lnTo>
                  <a:pt x="575086" y="48050"/>
                </a:lnTo>
                <a:lnTo>
                  <a:pt x="560602" y="48600"/>
                </a:lnTo>
                <a:lnTo>
                  <a:pt x="561200" y="48577"/>
                </a:lnTo>
                <a:lnTo>
                  <a:pt x="546811" y="49486"/>
                </a:lnTo>
                <a:lnTo>
                  <a:pt x="547411" y="49438"/>
                </a:lnTo>
                <a:lnTo>
                  <a:pt x="533117" y="50707"/>
                </a:lnTo>
                <a:lnTo>
                  <a:pt x="533739" y="50636"/>
                </a:lnTo>
                <a:lnTo>
                  <a:pt x="519543" y="52263"/>
                </a:lnTo>
                <a:lnTo>
                  <a:pt x="520141" y="52191"/>
                </a:lnTo>
                <a:lnTo>
                  <a:pt x="506064" y="54154"/>
                </a:lnTo>
                <a:lnTo>
                  <a:pt x="506664" y="54059"/>
                </a:lnTo>
                <a:lnTo>
                  <a:pt x="492680" y="56381"/>
                </a:lnTo>
                <a:lnTo>
                  <a:pt x="493280" y="56285"/>
                </a:lnTo>
                <a:lnTo>
                  <a:pt x="479442" y="58919"/>
                </a:lnTo>
                <a:lnTo>
                  <a:pt x="480016" y="58799"/>
                </a:lnTo>
                <a:lnTo>
                  <a:pt x="466298" y="61791"/>
                </a:lnTo>
                <a:lnTo>
                  <a:pt x="466873" y="61673"/>
                </a:lnTo>
                <a:lnTo>
                  <a:pt x="465605" y="61983"/>
                </a:lnTo>
                <a:lnTo>
                  <a:pt x="454256" y="15466"/>
                </a:lnTo>
                <a:moveTo>
                  <a:pt x="793980" y="0"/>
                </a:moveTo>
                <a:lnTo>
                  <a:pt x="985506" y="0"/>
                </a:lnTo>
                <a:lnTo>
                  <a:pt x="985506" y="47882"/>
                </a:lnTo>
                <a:lnTo>
                  <a:pt x="793980" y="47882"/>
                </a:lnTo>
                <a:lnTo>
                  <a:pt x="793980" y="0"/>
                </a:lnTo>
                <a:moveTo>
                  <a:pt x="1129152" y="0"/>
                </a:moveTo>
                <a:lnTo>
                  <a:pt x="1320681" y="0"/>
                </a:lnTo>
                <a:lnTo>
                  <a:pt x="1320681" y="47882"/>
                </a:lnTo>
                <a:lnTo>
                  <a:pt x="1129152" y="47882"/>
                </a:lnTo>
                <a:lnTo>
                  <a:pt x="1129152" y="0"/>
                </a:lnTo>
                <a:moveTo>
                  <a:pt x="1464326" y="0"/>
                </a:moveTo>
                <a:lnTo>
                  <a:pt x="1655855" y="0"/>
                </a:lnTo>
                <a:lnTo>
                  <a:pt x="1655855" y="47882"/>
                </a:lnTo>
                <a:lnTo>
                  <a:pt x="1464326" y="47882"/>
                </a:lnTo>
                <a:lnTo>
                  <a:pt x="1464326" y="0"/>
                </a:lnTo>
                <a:moveTo>
                  <a:pt x="1799501" y="0"/>
                </a:moveTo>
                <a:lnTo>
                  <a:pt x="1991029" y="0"/>
                </a:lnTo>
                <a:lnTo>
                  <a:pt x="1991029" y="47882"/>
                </a:lnTo>
                <a:lnTo>
                  <a:pt x="1799501" y="47882"/>
                </a:lnTo>
                <a:lnTo>
                  <a:pt x="1799501" y="0"/>
                </a:lnTo>
                <a:moveTo>
                  <a:pt x="2134675" y="0"/>
                </a:moveTo>
                <a:lnTo>
                  <a:pt x="2326203" y="0"/>
                </a:lnTo>
                <a:lnTo>
                  <a:pt x="2326203" y="47882"/>
                </a:lnTo>
                <a:lnTo>
                  <a:pt x="2134675" y="47882"/>
                </a:lnTo>
                <a:lnTo>
                  <a:pt x="2134675" y="0"/>
                </a:lnTo>
                <a:moveTo>
                  <a:pt x="2469849" y="0"/>
                </a:moveTo>
                <a:lnTo>
                  <a:pt x="2661378" y="0"/>
                </a:lnTo>
                <a:lnTo>
                  <a:pt x="2661378" y="47882"/>
                </a:lnTo>
                <a:lnTo>
                  <a:pt x="2469849" y="47882"/>
                </a:lnTo>
                <a:lnTo>
                  <a:pt x="2469849" y="0"/>
                </a:lnTo>
                <a:moveTo>
                  <a:pt x="2805024" y="0"/>
                </a:moveTo>
                <a:lnTo>
                  <a:pt x="2996552" y="0"/>
                </a:lnTo>
                <a:lnTo>
                  <a:pt x="2996552" y="47882"/>
                </a:lnTo>
                <a:lnTo>
                  <a:pt x="2805024" y="47882"/>
                </a:lnTo>
                <a:lnTo>
                  <a:pt x="2805024" y="0"/>
                </a:lnTo>
                <a:moveTo>
                  <a:pt x="3140198" y="0"/>
                </a:moveTo>
                <a:lnTo>
                  <a:pt x="3331726" y="0"/>
                </a:lnTo>
                <a:lnTo>
                  <a:pt x="3331726" y="47882"/>
                </a:lnTo>
                <a:lnTo>
                  <a:pt x="3140198" y="47882"/>
                </a:lnTo>
                <a:lnTo>
                  <a:pt x="3140198" y="0"/>
                </a:lnTo>
                <a:moveTo>
                  <a:pt x="3475372" y="0"/>
                </a:moveTo>
                <a:lnTo>
                  <a:pt x="3666900" y="0"/>
                </a:lnTo>
                <a:lnTo>
                  <a:pt x="3666900" y="47882"/>
                </a:lnTo>
                <a:lnTo>
                  <a:pt x="3475372" y="47882"/>
                </a:lnTo>
                <a:lnTo>
                  <a:pt x="3475372" y="0"/>
                </a:lnTo>
                <a:moveTo>
                  <a:pt x="3810546" y="0"/>
                </a:moveTo>
                <a:lnTo>
                  <a:pt x="4002073" y="0"/>
                </a:lnTo>
                <a:lnTo>
                  <a:pt x="4002073" y="47882"/>
                </a:lnTo>
                <a:lnTo>
                  <a:pt x="3810546" y="47882"/>
                </a:lnTo>
                <a:lnTo>
                  <a:pt x="3810546" y="0"/>
                </a:lnTo>
                <a:moveTo>
                  <a:pt x="4145719" y="0"/>
                </a:moveTo>
                <a:lnTo>
                  <a:pt x="4337247" y="0"/>
                </a:lnTo>
                <a:lnTo>
                  <a:pt x="4337247" y="47882"/>
                </a:lnTo>
                <a:lnTo>
                  <a:pt x="4145719" y="47882"/>
                </a:lnTo>
                <a:lnTo>
                  <a:pt x="4145719" y="0"/>
                </a:lnTo>
                <a:moveTo>
                  <a:pt x="4480895" y="0"/>
                </a:moveTo>
                <a:lnTo>
                  <a:pt x="4672422" y="0"/>
                </a:lnTo>
                <a:lnTo>
                  <a:pt x="4672422" y="47882"/>
                </a:lnTo>
                <a:lnTo>
                  <a:pt x="4480895" y="47882"/>
                </a:lnTo>
                <a:lnTo>
                  <a:pt x="4480895" y="0"/>
                </a:lnTo>
                <a:moveTo>
                  <a:pt x="4816067" y="0"/>
                </a:moveTo>
                <a:lnTo>
                  <a:pt x="5007596" y="0"/>
                </a:lnTo>
                <a:lnTo>
                  <a:pt x="5007596" y="47882"/>
                </a:lnTo>
                <a:lnTo>
                  <a:pt x="4816067" y="47882"/>
                </a:lnTo>
                <a:lnTo>
                  <a:pt x="4816067" y="0"/>
                </a:lnTo>
                <a:moveTo>
                  <a:pt x="5151242" y="0"/>
                </a:moveTo>
                <a:lnTo>
                  <a:pt x="5342770" y="0"/>
                </a:lnTo>
                <a:lnTo>
                  <a:pt x="5342770" y="47882"/>
                </a:lnTo>
                <a:lnTo>
                  <a:pt x="5151242" y="47882"/>
                </a:lnTo>
                <a:lnTo>
                  <a:pt x="5151242" y="0"/>
                </a:lnTo>
                <a:moveTo>
                  <a:pt x="5486416" y="0"/>
                </a:moveTo>
                <a:lnTo>
                  <a:pt x="5677944" y="0"/>
                </a:lnTo>
                <a:lnTo>
                  <a:pt x="5677944" y="47882"/>
                </a:lnTo>
                <a:lnTo>
                  <a:pt x="5486416" y="47882"/>
                </a:lnTo>
                <a:lnTo>
                  <a:pt x="5486416" y="0"/>
                </a:lnTo>
                <a:moveTo>
                  <a:pt x="5821590" y="0"/>
                </a:moveTo>
                <a:lnTo>
                  <a:pt x="6013119" y="0"/>
                </a:lnTo>
                <a:lnTo>
                  <a:pt x="6013119" y="47882"/>
                </a:lnTo>
                <a:lnTo>
                  <a:pt x="5821590" y="47882"/>
                </a:lnTo>
                <a:lnTo>
                  <a:pt x="5821590" y="0"/>
                </a:lnTo>
                <a:moveTo>
                  <a:pt x="6156764" y="0"/>
                </a:moveTo>
                <a:lnTo>
                  <a:pt x="6348293" y="0"/>
                </a:lnTo>
                <a:lnTo>
                  <a:pt x="6348293" y="47882"/>
                </a:lnTo>
                <a:lnTo>
                  <a:pt x="6156764" y="47882"/>
                </a:lnTo>
                <a:lnTo>
                  <a:pt x="6156764" y="0"/>
                </a:lnTo>
                <a:moveTo>
                  <a:pt x="6491939" y="0"/>
                </a:moveTo>
                <a:lnTo>
                  <a:pt x="6683467" y="0"/>
                </a:lnTo>
                <a:lnTo>
                  <a:pt x="6683467" y="47882"/>
                </a:lnTo>
                <a:lnTo>
                  <a:pt x="6491939" y="47882"/>
                </a:lnTo>
                <a:lnTo>
                  <a:pt x="6491939" y="0"/>
                </a:lnTo>
                <a:moveTo>
                  <a:pt x="6827113" y="0"/>
                </a:moveTo>
                <a:lnTo>
                  <a:pt x="7018640" y="0"/>
                </a:lnTo>
                <a:lnTo>
                  <a:pt x="7018640" y="47882"/>
                </a:lnTo>
                <a:lnTo>
                  <a:pt x="6827113" y="47882"/>
                </a:lnTo>
                <a:lnTo>
                  <a:pt x="6827113" y="0"/>
                </a:lnTo>
                <a:moveTo>
                  <a:pt x="7162573" y="120"/>
                </a:moveTo>
                <a:lnTo>
                  <a:pt x="7167745" y="192"/>
                </a:lnTo>
                <a:lnTo>
                  <a:pt x="7182851" y="766"/>
                </a:lnTo>
                <a:lnTo>
                  <a:pt x="7197840" y="1724"/>
                </a:lnTo>
                <a:lnTo>
                  <a:pt x="7212731" y="3041"/>
                </a:lnTo>
                <a:lnTo>
                  <a:pt x="7227526" y="4717"/>
                </a:lnTo>
                <a:lnTo>
                  <a:pt x="7242202" y="6776"/>
                </a:lnTo>
                <a:lnTo>
                  <a:pt x="7256758" y="9194"/>
                </a:lnTo>
                <a:lnTo>
                  <a:pt x="7271195" y="11970"/>
                </a:lnTo>
                <a:lnTo>
                  <a:pt x="7285511" y="15083"/>
                </a:lnTo>
                <a:lnTo>
                  <a:pt x="7299685" y="18530"/>
                </a:lnTo>
                <a:lnTo>
                  <a:pt x="7313738" y="22336"/>
                </a:lnTo>
                <a:lnTo>
                  <a:pt x="7327624" y="26479"/>
                </a:lnTo>
                <a:lnTo>
                  <a:pt x="7341389" y="30931"/>
                </a:lnTo>
                <a:lnTo>
                  <a:pt x="7354987" y="35720"/>
                </a:lnTo>
                <a:lnTo>
                  <a:pt x="7358100" y="36918"/>
                </a:lnTo>
                <a:lnTo>
                  <a:pt x="7341079" y="81663"/>
                </a:lnTo>
                <a:lnTo>
                  <a:pt x="7338253" y="80585"/>
                </a:lnTo>
                <a:lnTo>
                  <a:pt x="7338805" y="80801"/>
                </a:lnTo>
                <a:lnTo>
                  <a:pt x="7325755" y="76204"/>
                </a:lnTo>
                <a:lnTo>
                  <a:pt x="7326331" y="76396"/>
                </a:lnTo>
                <a:lnTo>
                  <a:pt x="7313138" y="72110"/>
                </a:lnTo>
                <a:lnTo>
                  <a:pt x="7313689" y="72278"/>
                </a:lnTo>
                <a:lnTo>
                  <a:pt x="7300354" y="68304"/>
                </a:lnTo>
                <a:lnTo>
                  <a:pt x="7300929" y="68471"/>
                </a:lnTo>
                <a:lnTo>
                  <a:pt x="7287475" y="64832"/>
                </a:lnTo>
                <a:lnTo>
                  <a:pt x="7288048" y="64976"/>
                </a:lnTo>
                <a:lnTo>
                  <a:pt x="7274450" y="61673"/>
                </a:lnTo>
                <a:lnTo>
                  <a:pt x="7275025" y="61791"/>
                </a:lnTo>
                <a:lnTo>
                  <a:pt x="7261307" y="58799"/>
                </a:lnTo>
                <a:lnTo>
                  <a:pt x="7261881" y="58919"/>
                </a:lnTo>
                <a:lnTo>
                  <a:pt x="7248043" y="56285"/>
                </a:lnTo>
                <a:lnTo>
                  <a:pt x="7248643" y="56381"/>
                </a:lnTo>
                <a:lnTo>
                  <a:pt x="7234660" y="54059"/>
                </a:lnTo>
                <a:lnTo>
                  <a:pt x="7235259" y="54154"/>
                </a:lnTo>
                <a:lnTo>
                  <a:pt x="7221182" y="52191"/>
                </a:lnTo>
                <a:lnTo>
                  <a:pt x="7221780" y="52263"/>
                </a:lnTo>
                <a:lnTo>
                  <a:pt x="7207584" y="50636"/>
                </a:lnTo>
                <a:lnTo>
                  <a:pt x="7208204" y="50707"/>
                </a:lnTo>
                <a:lnTo>
                  <a:pt x="7193913" y="49438"/>
                </a:lnTo>
                <a:lnTo>
                  <a:pt x="7194512" y="49486"/>
                </a:lnTo>
                <a:lnTo>
                  <a:pt x="7180123" y="48577"/>
                </a:lnTo>
                <a:lnTo>
                  <a:pt x="7180723" y="48600"/>
                </a:lnTo>
                <a:lnTo>
                  <a:pt x="7166237" y="48050"/>
                </a:lnTo>
                <a:lnTo>
                  <a:pt x="7166837" y="48073"/>
                </a:lnTo>
                <a:lnTo>
                  <a:pt x="7161975" y="48001"/>
                </a:lnTo>
                <a:lnTo>
                  <a:pt x="7162573" y="120"/>
                </a:lnTo>
                <a:moveTo>
                  <a:pt x="7490016" y="106298"/>
                </a:moveTo>
                <a:lnTo>
                  <a:pt x="7493415" y="108643"/>
                </a:lnTo>
                <a:lnTo>
                  <a:pt x="7504834" y="116976"/>
                </a:lnTo>
                <a:lnTo>
                  <a:pt x="7516062" y="125594"/>
                </a:lnTo>
                <a:lnTo>
                  <a:pt x="7527075" y="134452"/>
                </a:lnTo>
                <a:lnTo>
                  <a:pt x="7537874" y="143574"/>
                </a:lnTo>
                <a:lnTo>
                  <a:pt x="7548431" y="152959"/>
                </a:lnTo>
                <a:lnTo>
                  <a:pt x="7558774" y="162583"/>
                </a:lnTo>
                <a:lnTo>
                  <a:pt x="7568877" y="172447"/>
                </a:lnTo>
                <a:lnTo>
                  <a:pt x="7578741" y="182550"/>
                </a:lnTo>
                <a:lnTo>
                  <a:pt x="7588365" y="192893"/>
                </a:lnTo>
                <a:lnTo>
                  <a:pt x="7597750" y="203450"/>
                </a:lnTo>
                <a:lnTo>
                  <a:pt x="7606870" y="214248"/>
                </a:lnTo>
                <a:lnTo>
                  <a:pt x="7615730" y="225260"/>
                </a:lnTo>
                <a:lnTo>
                  <a:pt x="7624348" y="236490"/>
                </a:lnTo>
                <a:lnTo>
                  <a:pt x="7631244" y="245922"/>
                </a:lnTo>
                <a:lnTo>
                  <a:pt x="7592554" y="274148"/>
                </a:lnTo>
                <a:lnTo>
                  <a:pt x="7585828" y="264931"/>
                </a:lnTo>
                <a:lnTo>
                  <a:pt x="7586162" y="265386"/>
                </a:lnTo>
                <a:lnTo>
                  <a:pt x="7577926" y="254612"/>
                </a:lnTo>
                <a:lnTo>
                  <a:pt x="7578262" y="255068"/>
                </a:lnTo>
                <a:lnTo>
                  <a:pt x="7569763" y="244509"/>
                </a:lnTo>
                <a:lnTo>
                  <a:pt x="7570122" y="244941"/>
                </a:lnTo>
                <a:lnTo>
                  <a:pt x="7561360" y="234574"/>
                </a:lnTo>
                <a:lnTo>
                  <a:pt x="7561742" y="235029"/>
                </a:lnTo>
                <a:lnTo>
                  <a:pt x="7552740" y="224877"/>
                </a:lnTo>
                <a:lnTo>
                  <a:pt x="7553124" y="225309"/>
                </a:lnTo>
                <a:lnTo>
                  <a:pt x="7543907" y="215373"/>
                </a:lnTo>
                <a:lnTo>
                  <a:pt x="7544289" y="215804"/>
                </a:lnTo>
                <a:lnTo>
                  <a:pt x="7534832" y="206108"/>
                </a:lnTo>
                <a:lnTo>
                  <a:pt x="7535215" y="206491"/>
                </a:lnTo>
                <a:lnTo>
                  <a:pt x="7525520" y="197034"/>
                </a:lnTo>
                <a:lnTo>
                  <a:pt x="7525951" y="197417"/>
                </a:lnTo>
                <a:lnTo>
                  <a:pt x="7516015" y="188200"/>
                </a:lnTo>
                <a:lnTo>
                  <a:pt x="7516447" y="188583"/>
                </a:lnTo>
                <a:lnTo>
                  <a:pt x="7506296" y="179582"/>
                </a:lnTo>
                <a:lnTo>
                  <a:pt x="7506727" y="179964"/>
                </a:lnTo>
                <a:lnTo>
                  <a:pt x="7496383" y="171203"/>
                </a:lnTo>
                <a:lnTo>
                  <a:pt x="7496813" y="171561"/>
                </a:lnTo>
                <a:lnTo>
                  <a:pt x="7486257" y="163062"/>
                </a:lnTo>
                <a:lnTo>
                  <a:pt x="7486712" y="163397"/>
                </a:lnTo>
                <a:lnTo>
                  <a:pt x="7475939" y="155138"/>
                </a:lnTo>
                <a:lnTo>
                  <a:pt x="7476393" y="155496"/>
                </a:lnTo>
                <a:lnTo>
                  <a:pt x="7465429" y="147500"/>
                </a:lnTo>
                <a:lnTo>
                  <a:pt x="7465883" y="147812"/>
                </a:lnTo>
                <a:lnTo>
                  <a:pt x="7462746" y="145633"/>
                </a:lnTo>
                <a:lnTo>
                  <a:pt x="7490016" y="106298"/>
                </a:lnTo>
                <a:moveTo>
                  <a:pt x="7702275" y="377597"/>
                </a:moveTo>
                <a:lnTo>
                  <a:pt x="7705604" y="386335"/>
                </a:lnTo>
                <a:lnTo>
                  <a:pt x="7710393" y="399934"/>
                </a:lnTo>
                <a:lnTo>
                  <a:pt x="7714845" y="413700"/>
                </a:lnTo>
                <a:lnTo>
                  <a:pt x="7718986" y="427586"/>
                </a:lnTo>
                <a:lnTo>
                  <a:pt x="7722794" y="441639"/>
                </a:lnTo>
                <a:lnTo>
                  <a:pt x="7726241" y="455813"/>
                </a:lnTo>
                <a:lnTo>
                  <a:pt x="7729354" y="470129"/>
                </a:lnTo>
                <a:lnTo>
                  <a:pt x="7732130" y="484566"/>
                </a:lnTo>
                <a:lnTo>
                  <a:pt x="7734550" y="499122"/>
                </a:lnTo>
                <a:lnTo>
                  <a:pt x="7736609" y="513798"/>
                </a:lnTo>
                <a:lnTo>
                  <a:pt x="7738283" y="528593"/>
                </a:lnTo>
                <a:lnTo>
                  <a:pt x="7739600" y="543484"/>
                </a:lnTo>
                <a:lnTo>
                  <a:pt x="7740557" y="558472"/>
                </a:lnTo>
                <a:lnTo>
                  <a:pt x="7741084" y="572118"/>
                </a:lnTo>
                <a:lnTo>
                  <a:pt x="7693228" y="573938"/>
                </a:lnTo>
                <a:lnTo>
                  <a:pt x="7692725" y="560603"/>
                </a:lnTo>
                <a:lnTo>
                  <a:pt x="7692749" y="561201"/>
                </a:lnTo>
                <a:lnTo>
                  <a:pt x="7691838" y="546812"/>
                </a:lnTo>
                <a:lnTo>
                  <a:pt x="7691886" y="547412"/>
                </a:lnTo>
                <a:lnTo>
                  <a:pt x="7690617" y="533118"/>
                </a:lnTo>
                <a:lnTo>
                  <a:pt x="7690690" y="533740"/>
                </a:lnTo>
                <a:lnTo>
                  <a:pt x="7689061" y="519544"/>
                </a:lnTo>
                <a:lnTo>
                  <a:pt x="7689134" y="520142"/>
                </a:lnTo>
                <a:lnTo>
                  <a:pt x="7687170" y="506065"/>
                </a:lnTo>
                <a:lnTo>
                  <a:pt x="7687265" y="506663"/>
                </a:lnTo>
                <a:lnTo>
                  <a:pt x="7684943" y="492681"/>
                </a:lnTo>
                <a:lnTo>
                  <a:pt x="7685038" y="493281"/>
                </a:lnTo>
                <a:lnTo>
                  <a:pt x="7682406" y="479442"/>
                </a:lnTo>
                <a:lnTo>
                  <a:pt x="7682525" y="480017"/>
                </a:lnTo>
                <a:lnTo>
                  <a:pt x="7679532" y="466299"/>
                </a:lnTo>
                <a:lnTo>
                  <a:pt x="7679653" y="466874"/>
                </a:lnTo>
                <a:lnTo>
                  <a:pt x="7676348" y="453275"/>
                </a:lnTo>
                <a:lnTo>
                  <a:pt x="7676492" y="453849"/>
                </a:lnTo>
                <a:lnTo>
                  <a:pt x="7672852" y="440395"/>
                </a:lnTo>
                <a:lnTo>
                  <a:pt x="7673020" y="440969"/>
                </a:lnTo>
                <a:lnTo>
                  <a:pt x="7669046" y="427634"/>
                </a:lnTo>
                <a:lnTo>
                  <a:pt x="7669214" y="428184"/>
                </a:lnTo>
                <a:lnTo>
                  <a:pt x="7664928" y="414993"/>
                </a:lnTo>
                <a:lnTo>
                  <a:pt x="7665119" y="415568"/>
                </a:lnTo>
                <a:lnTo>
                  <a:pt x="7660522" y="402520"/>
                </a:lnTo>
                <a:lnTo>
                  <a:pt x="7660739" y="403071"/>
                </a:lnTo>
                <a:lnTo>
                  <a:pt x="7657531" y="394620"/>
                </a:lnTo>
                <a:lnTo>
                  <a:pt x="7702275" y="377597"/>
                </a:lnTo>
                <a:moveTo>
                  <a:pt x="7741323" y="716674"/>
                </a:moveTo>
                <a:lnTo>
                  <a:pt x="7741323" y="908202"/>
                </a:lnTo>
                <a:lnTo>
                  <a:pt x="7693442" y="908202"/>
                </a:lnTo>
                <a:lnTo>
                  <a:pt x="7693442" y="716674"/>
                </a:lnTo>
                <a:lnTo>
                  <a:pt x="7741323" y="716674"/>
                </a:lnTo>
                <a:moveTo>
                  <a:pt x="7741323" y="1051848"/>
                </a:moveTo>
                <a:lnTo>
                  <a:pt x="7741323" y="1243376"/>
                </a:lnTo>
                <a:lnTo>
                  <a:pt x="7693442" y="1243376"/>
                </a:lnTo>
                <a:lnTo>
                  <a:pt x="7693442" y="1051848"/>
                </a:lnTo>
                <a:lnTo>
                  <a:pt x="7741323" y="1051848"/>
                </a:lnTo>
                <a:moveTo>
                  <a:pt x="7741323" y="1387022"/>
                </a:moveTo>
                <a:lnTo>
                  <a:pt x="7741323" y="1578551"/>
                </a:lnTo>
                <a:lnTo>
                  <a:pt x="7693442" y="1578551"/>
                </a:lnTo>
                <a:lnTo>
                  <a:pt x="7693442" y="1387022"/>
                </a:lnTo>
                <a:lnTo>
                  <a:pt x="7741323" y="1387022"/>
                </a:lnTo>
                <a:moveTo>
                  <a:pt x="7741323" y="1722197"/>
                </a:moveTo>
                <a:lnTo>
                  <a:pt x="7741323" y="1913724"/>
                </a:lnTo>
                <a:lnTo>
                  <a:pt x="7693442" y="1913724"/>
                </a:lnTo>
                <a:lnTo>
                  <a:pt x="7693442" y="1722197"/>
                </a:lnTo>
                <a:lnTo>
                  <a:pt x="7741323" y="1722197"/>
                </a:lnTo>
                <a:moveTo>
                  <a:pt x="7741323" y="2057371"/>
                </a:moveTo>
                <a:lnTo>
                  <a:pt x="7741323" y="2248898"/>
                </a:lnTo>
                <a:lnTo>
                  <a:pt x="7693442" y="2248898"/>
                </a:lnTo>
                <a:lnTo>
                  <a:pt x="7693442" y="2057371"/>
                </a:lnTo>
                <a:lnTo>
                  <a:pt x="7741323" y="2057371"/>
                </a:lnTo>
                <a:moveTo>
                  <a:pt x="7741323" y="2392544"/>
                </a:moveTo>
                <a:lnTo>
                  <a:pt x="7741323" y="2584073"/>
                </a:lnTo>
                <a:lnTo>
                  <a:pt x="7693442" y="2584073"/>
                </a:lnTo>
                <a:lnTo>
                  <a:pt x="7693442" y="2392544"/>
                </a:lnTo>
                <a:lnTo>
                  <a:pt x="7741323" y="2392544"/>
                </a:lnTo>
                <a:moveTo>
                  <a:pt x="7741323" y="2727719"/>
                </a:moveTo>
                <a:lnTo>
                  <a:pt x="7741323" y="2848117"/>
                </a:lnTo>
                <a:lnTo>
                  <a:pt x="7741133" y="2863153"/>
                </a:lnTo>
                <a:lnTo>
                  <a:pt x="7740557" y="2878259"/>
                </a:lnTo>
                <a:lnTo>
                  <a:pt x="7739600" y="2893247"/>
                </a:lnTo>
                <a:lnTo>
                  <a:pt x="7738283" y="2908138"/>
                </a:lnTo>
                <a:lnTo>
                  <a:pt x="7736727" y="2921784"/>
                </a:lnTo>
                <a:lnTo>
                  <a:pt x="7689158" y="2916350"/>
                </a:lnTo>
                <a:lnTo>
                  <a:pt x="7690690" y="2902991"/>
                </a:lnTo>
                <a:lnTo>
                  <a:pt x="7690617" y="2903614"/>
                </a:lnTo>
                <a:lnTo>
                  <a:pt x="7691886" y="2889320"/>
                </a:lnTo>
                <a:lnTo>
                  <a:pt x="7691838" y="2889919"/>
                </a:lnTo>
                <a:lnTo>
                  <a:pt x="7692749" y="2875531"/>
                </a:lnTo>
                <a:lnTo>
                  <a:pt x="7692725" y="2876129"/>
                </a:lnTo>
                <a:lnTo>
                  <a:pt x="7693274" y="2861645"/>
                </a:lnTo>
                <a:lnTo>
                  <a:pt x="7693252" y="2862243"/>
                </a:lnTo>
                <a:lnTo>
                  <a:pt x="7693442" y="2847663"/>
                </a:lnTo>
                <a:lnTo>
                  <a:pt x="7693442" y="2847974"/>
                </a:lnTo>
                <a:lnTo>
                  <a:pt x="7693442" y="2727719"/>
                </a:lnTo>
                <a:lnTo>
                  <a:pt x="7741323" y="2727719"/>
                </a:lnTo>
                <a:moveTo>
                  <a:pt x="7699259" y="3066819"/>
                </a:moveTo>
                <a:lnTo>
                  <a:pt x="7695046" y="3077162"/>
                </a:lnTo>
                <a:lnTo>
                  <a:pt x="7689300" y="3090281"/>
                </a:lnTo>
                <a:lnTo>
                  <a:pt x="7683244" y="3103233"/>
                </a:lnTo>
                <a:lnTo>
                  <a:pt x="7676898" y="3116017"/>
                </a:lnTo>
                <a:lnTo>
                  <a:pt x="7670242" y="3128635"/>
                </a:lnTo>
                <a:lnTo>
                  <a:pt x="7663299" y="3141037"/>
                </a:lnTo>
                <a:lnTo>
                  <a:pt x="7656070" y="3153294"/>
                </a:lnTo>
                <a:lnTo>
                  <a:pt x="7648553" y="3165336"/>
                </a:lnTo>
                <a:lnTo>
                  <a:pt x="7640749" y="3177163"/>
                </a:lnTo>
                <a:lnTo>
                  <a:pt x="7632681" y="3188822"/>
                </a:lnTo>
                <a:lnTo>
                  <a:pt x="7624348" y="3200242"/>
                </a:lnTo>
                <a:lnTo>
                  <a:pt x="7615730" y="3211470"/>
                </a:lnTo>
                <a:lnTo>
                  <a:pt x="7606870" y="3222484"/>
                </a:lnTo>
                <a:lnTo>
                  <a:pt x="7597750" y="3233281"/>
                </a:lnTo>
                <a:lnTo>
                  <a:pt x="7595260" y="3236082"/>
                </a:lnTo>
                <a:lnTo>
                  <a:pt x="7559443" y="3204288"/>
                </a:lnTo>
                <a:lnTo>
                  <a:pt x="7561742" y="3201702"/>
                </a:lnTo>
                <a:lnTo>
                  <a:pt x="7561360" y="3202134"/>
                </a:lnTo>
                <a:lnTo>
                  <a:pt x="7570122" y="3191791"/>
                </a:lnTo>
                <a:lnTo>
                  <a:pt x="7569763" y="3192222"/>
                </a:lnTo>
                <a:lnTo>
                  <a:pt x="7578262" y="3181664"/>
                </a:lnTo>
                <a:lnTo>
                  <a:pt x="7577926" y="3182119"/>
                </a:lnTo>
                <a:lnTo>
                  <a:pt x="7586162" y="3171346"/>
                </a:lnTo>
                <a:lnTo>
                  <a:pt x="7585828" y="3171801"/>
                </a:lnTo>
                <a:lnTo>
                  <a:pt x="7593823" y="3160836"/>
                </a:lnTo>
                <a:lnTo>
                  <a:pt x="7593511" y="3161291"/>
                </a:lnTo>
                <a:lnTo>
                  <a:pt x="7601244" y="3150134"/>
                </a:lnTo>
                <a:lnTo>
                  <a:pt x="7600934" y="3150612"/>
                </a:lnTo>
                <a:lnTo>
                  <a:pt x="7608402" y="3139240"/>
                </a:lnTo>
                <a:lnTo>
                  <a:pt x="7608092" y="3139719"/>
                </a:lnTo>
                <a:lnTo>
                  <a:pt x="7615299" y="3128179"/>
                </a:lnTo>
                <a:lnTo>
                  <a:pt x="7615011" y="3128659"/>
                </a:lnTo>
                <a:lnTo>
                  <a:pt x="7621931" y="3116927"/>
                </a:lnTo>
                <a:lnTo>
                  <a:pt x="7621644" y="3117431"/>
                </a:lnTo>
                <a:lnTo>
                  <a:pt x="7628323" y="3105507"/>
                </a:lnTo>
                <a:lnTo>
                  <a:pt x="7628036" y="3106034"/>
                </a:lnTo>
                <a:lnTo>
                  <a:pt x="7634428" y="3093944"/>
                </a:lnTo>
                <a:lnTo>
                  <a:pt x="7634140" y="3094447"/>
                </a:lnTo>
                <a:lnTo>
                  <a:pt x="7640244" y="3082189"/>
                </a:lnTo>
                <a:lnTo>
                  <a:pt x="7639981" y="3082716"/>
                </a:lnTo>
                <a:lnTo>
                  <a:pt x="7645801" y="3070290"/>
                </a:lnTo>
                <a:lnTo>
                  <a:pt x="7645560" y="3070817"/>
                </a:lnTo>
                <a:lnTo>
                  <a:pt x="7651066" y="3058224"/>
                </a:lnTo>
                <a:lnTo>
                  <a:pt x="7650827" y="3058775"/>
                </a:lnTo>
                <a:lnTo>
                  <a:pt x="7654945" y="3048719"/>
                </a:lnTo>
                <a:lnTo>
                  <a:pt x="7699259" y="3066819"/>
                </a:lnTo>
                <a:moveTo>
                  <a:pt x="7483717" y="3334815"/>
                </a:moveTo>
                <a:lnTo>
                  <a:pt x="7481755" y="3336155"/>
                </a:lnTo>
                <a:lnTo>
                  <a:pt x="7469928" y="3343960"/>
                </a:lnTo>
                <a:lnTo>
                  <a:pt x="7457886" y="3351477"/>
                </a:lnTo>
                <a:lnTo>
                  <a:pt x="7445653" y="3358707"/>
                </a:lnTo>
                <a:lnTo>
                  <a:pt x="7433226" y="3365651"/>
                </a:lnTo>
                <a:lnTo>
                  <a:pt x="7420611" y="3372307"/>
                </a:lnTo>
                <a:lnTo>
                  <a:pt x="7407825" y="3378650"/>
                </a:lnTo>
                <a:lnTo>
                  <a:pt x="7394875" y="3384708"/>
                </a:lnTo>
                <a:lnTo>
                  <a:pt x="7381754" y="3390453"/>
                </a:lnTo>
                <a:lnTo>
                  <a:pt x="7368444" y="3395888"/>
                </a:lnTo>
                <a:lnTo>
                  <a:pt x="7354987" y="3401012"/>
                </a:lnTo>
                <a:lnTo>
                  <a:pt x="7341389" y="3405800"/>
                </a:lnTo>
                <a:lnTo>
                  <a:pt x="7327624" y="3410253"/>
                </a:lnTo>
                <a:lnTo>
                  <a:pt x="7313738" y="3414394"/>
                </a:lnTo>
                <a:lnTo>
                  <a:pt x="7302916" y="3417316"/>
                </a:lnTo>
                <a:lnTo>
                  <a:pt x="7290395" y="3371109"/>
                </a:lnTo>
                <a:lnTo>
                  <a:pt x="7300929" y="3368260"/>
                </a:lnTo>
                <a:lnTo>
                  <a:pt x="7300354" y="3368428"/>
                </a:lnTo>
                <a:lnTo>
                  <a:pt x="7313689" y="3364454"/>
                </a:lnTo>
                <a:lnTo>
                  <a:pt x="7313138" y="3364621"/>
                </a:lnTo>
                <a:lnTo>
                  <a:pt x="7326331" y="3360336"/>
                </a:lnTo>
                <a:lnTo>
                  <a:pt x="7325755" y="3360527"/>
                </a:lnTo>
                <a:lnTo>
                  <a:pt x="7338805" y="3355930"/>
                </a:lnTo>
                <a:lnTo>
                  <a:pt x="7338253" y="3356146"/>
                </a:lnTo>
                <a:lnTo>
                  <a:pt x="7351157" y="3351238"/>
                </a:lnTo>
                <a:lnTo>
                  <a:pt x="7350606" y="3351454"/>
                </a:lnTo>
                <a:lnTo>
                  <a:pt x="7363369" y="3346235"/>
                </a:lnTo>
                <a:lnTo>
                  <a:pt x="7362818" y="3346474"/>
                </a:lnTo>
                <a:lnTo>
                  <a:pt x="7375411" y="3340967"/>
                </a:lnTo>
                <a:lnTo>
                  <a:pt x="7374884" y="3341207"/>
                </a:lnTo>
                <a:lnTo>
                  <a:pt x="7387308" y="3335389"/>
                </a:lnTo>
                <a:lnTo>
                  <a:pt x="7386781" y="3335653"/>
                </a:lnTo>
                <a:lnTo>
                  <a:pt x="7399039" y="3329548"/>
                </a:lnTo>
                <a:lnTo>
                  <a:pt x="7398537" y="3329834"/>
                </a:lnTo>
                <a:lnTo>
                  <a:pt x="7410628" y="3323442"/>
                </a:lnTo>
                <a:lnTo>
                  <a:pt x="7410101" y="3323729"/>
                </a:lnTo>
                <a:lnTo>
                  <a:pt x="7422023" y="3317050"/>
                </a:lnTo>
                <a:lnTo>
                  <a:pt x="7421521" y="3317337"/>
                </a:lnTo>
                <a:lnTo>
                  <a:pt x="7433251" y="3310418"/>
                </a:lnTo>
                <a:lnTo>
                  <a:pt x="7432772" y="3310706"/>
                </a:lnTo>
                <a:lnTo>
                  <a:pt x="7444312" y="3303500"/>
                </a:lnTo>
                <a:lnTo>
                  <a:pt x="7443833" y="3303811"/>
                </a:lnTo>
                <a:lnTo>
                  <a:pt x="7455207" y="3296342"/>
                </a:lnTo>
                <a:lnTo>
                  <a:pt x="7454725" y="3296653"/>
                </a:lnTo>
                <a:lnTo>
                  <a:pt x="7456427" y="3295455"/>
                </a:lnTo>
                <a:lnTo>
                  <a:pt x="7483717" y="3334815"/>
                </a:lnTo>
                <a:moveTo>
                  <a:pt x="7154913" y="3436707"/>
                </a:moveTo>
                <a:lnTo>
                  <a:pt x="7152711" y="3436731"/>
                </a:lnTo>
                <a:lnTo>
                  <a:pt x="6963074" y="3436731"/>
                </a:lnTo>
                <a:lnTo>
                  <a:pt x="6963074" y="3388849"/>
                </a:lnTo>
                <a:lnTo>
                  <a:pt x="7152566" y="3388849"/>
                </a:lnTo>
                <a:lnTo>
                  <a:pt x="7152256" y="3388849"/>
                </a:lnTo>
                <a:lnTo>
                  <a:pt x="7154292" y="3388826"/>
                </a:lnTo>
                <a:lnTo>
                  <a:pt x="7154913" y="3436707"/>
                </a:lnTo>
                <a:moveTo>
                  <a:pt x="6819428" y="3436731"/>
                </a:moveTo>
                <a:lnTo>
                  <a:pt x="6627900" y="3436731"/>
                </a:lnTo>
                <a:lnTo>
                  <a:pt x="6627900" y="3388849"/>
                </a:lnTo>
                <a:lnTo>
                  <a:pt x="6819428" y="3388849"/>
                </a:lnTo>
                <a:lnTo>
                  <a:pt x="6819428" y="3436731"/>
                </a:lnTo>
                <a:moveTo>
                  <a:pt x="6484254" y="3436731"/>
                </a:moveTo>
                <a:lnTo>
                  <a:pt x="6292725" y="3436731"/>
                </a:lnTo>
                <a:lnTo>
                  <a:pt x="6292725" y="3388849"/>
                </a:lnTo>
                <a:lnTo>
                  <a:pt x="6484254" y="3388849"/>
                </a:lnTo>
                <a:lnTo>
                  <a:pt x="6484254" y="3436731"/>
                </a:lnTo>
                <a:moveTo>
                  <a:pt x="6149080" y="3436731"/>
                </a:moveTo>
                <a:lnTo>
                  <a:pt x="5957553" y="3436731"/>
                </a:lnTo>
                <a:lnTo>
                  <a:pt x="5957553" y="3388849"/>
                </a:lnTo>
                <a:lnTo>
                  <a:pt x="6149080" y="3388849"/>
                </a:lnTo>
                <a:lnTo>
                  <a:pt x="6149080" y="3436731"/>
                </a:lnTo>
                <a:moveTo>
                  <a:pt x="5813905" y="3436731"/>
                </a:moveTo>
                <a:lnTo>
                  <a:pt x="5622377" y="3436731"/>
                </a:lnTo>
                <a:lnTo>
                  <a:pt x="5622377" y="3388849"/>
                </a:lnTo>
                <a:lnTo>
                  <a:pt x="5813905" y="3388849"/>
                </a:lnTo>
                <a:lnTo>
                  <a:pt x="5813905" y="3436731"/>
                </a:lnTo>
                <a:moveTo>
                  <a:pt x="5478731" y="3436731"/>
                </a:moveTo>
                <a:lnTo>
                  <a:pt x="5287204" y="3436731"/>
                </a:lnTo>
                <a:lnTo>
                  <a:pt x="5287204" y="3388849"/>
                </a:lnTo>
                <a:lnTo>
                  <a:pt x="5478731" y="3388849"/>
                </a:lnTo>
                <a:lnTo>
                  <a:pt x="5478731" y="3436731"/>
                </a:lnTo>
                <a:moveTo>
                  <a:pt x="5143558" y="3436731"/>
                </a:moveTo>
                <a:lnTo>
                  <a:pt x="4952028" y="3436731"/>
                </a:lnTo>
                <a:lnTo>
                  <a:pt x="4952028" y="3388849"/>
                </a:lnTo>
                <a:lnTo>
                  <a:pt x="5143558" y="3388849"/>
                </a:lnTo>
                <a:lnTo>
                  <a:pt x="5143558" y="3436731"/>
                </a:lnTo>
                <a:moveTo>
                  <a:pt x="4808382" y="3436731"/>
                </a:moveTo>
                <a:lnTo>
                  <a:pt x="4616856" y="3436731"/>
                </a:lnTo>
                <a:lnTo>
                  <a:pt x="4616856" y="3388849"/>
                </a:lnTo>
                <a:lnTo>
                  <a:pt x="4808382" y="3388849"/>
                </a:lnTo>
                <a:lnTo>
                  <a:pt x="4808382" y="3436731"/>
                </a:lnTo>
                <a:moveTo>
                  <a:pt x="4473210" y="3436731"/>
                </a:moveTo>
                <a:lnTo>
                  <a:pt x="4281680" y="3436731"/>
                </a:lnTo>
                <a:lnTo>
                  <a:pt x="4281680" y="3388849"/>
                </a:lnTo>
                <a:lnTo>
                  <a:pt x="4473210" y="3388849"/>
                </a:lnTo>
                <a:lnTo>
                  <a:pt x="4473210" y="3436731"/>
                </a:lnTo>
                <a:moveTo>
                  <a:pt x="4138034" y="3436731"/>
                </a:moveTo>
                <a:lnTo>
                  <a:pt x="3946507" y="3436731"/>
                </a:lnTo>
                <a:lnTo>
                  <a:pt x="3946507" y="3388849"/>
                </a:lnTo>
                <a:lnTo>
                  <a:pt x="4138034" y="3388849"/>
                </a:lnTo>
                <a:lnTo>
                  <a:pt x="4138034" y="3436731"/>
                </a:lnTo>
                <a:moveTo>
                  <a:pt x="3802861" y="3436731"/>
                </a:moveTo>
                <a:lnTo>
                  <a:pt x="3611333" y="3436731"/>
                </a:lnTo>
                <a:lnTo>
                  <a:pt x="3611333" y="3388849"/>
                </a:lnTo>
                <a:lnTo>
                  <a:pt x="3802861" y="3388849"/>
                </a:lnTo>
                <a:lnTo>
                  <a:pt x="3802861" y="3436731"/>
                </a:lnTo>
                <a:moveTo>
                  <a:pt x="3467687" y="3436731"/>
                </a:moveTo>
                <a:lnTo>
                  <a:pt x="3276159" y="3436731"/>
                </a:lnTo>
                <a:lnTo>
                  <a:pt x="3276159" y="3388849"/>
                </a:lnTo>
                <a:lnTo>
                  <a:pt x="3467687" y="3388849"/>
                </a:lnTo>
                <a:lnTo>
                  <a:pt x="3467687" y="3436731"/>
                </a:lnTo>
                <a:moveTo>
                  <a:pt x="3132513" y="3436731"/>
                </a:moveTo>
                <a:lnTo>
                  <a:pt x="2940984" y="3436731"/>
                </a:lnTo>
                <a:lnTo>
                  <a:pt x="2940984" y="3388849"/>
                </a:lnTo>
                <a:lnTo>
                  <a:pt x="3132513" y="3388849"/>
                </a:lnTo>
                <a:lnTo>
                  <a:pt x="3132513" y="3436731"/>
                </a:lnTo>
                <a:moveTo>
                  <a:pt x="2797339" y="3436731"/>
                </a:moveTo>
                <a:lnTo>
                  <a:pt x="2605810" y="3436731"/>
                </a:lnTo>
                <a:lnTo>
                  <a:pt x="2605810" y="3388849"/>
                </a:lnTo>
                <a:lnTo>
                  <a:pt x="2797339" y="3388849"/>
                </a:lnTo>
                <a:lnTo>
                  <a:pt x="2797339" y="3436731"/>
                </a:lnTo>
                <a:moveTo>
                  <a:pt x="2462164" y="3436731"/>
                </a:moveTo>
                <a:lnTo>
                  <a:pt x="2270636" y="3436731"/>
                </a:lnTo>
                <a:lnTo>
                  <a:pt x="2270636" y="3388849"/>
                </a:lnTo>
                <a:lnTo>
                  <a:pt x="2462164" y="3388849"/>
                </a:lnTo>
                <a:lnTo>
                  <a:pt x="2462164" y="3436731"/>
                </a:lnTo>
                <a:moveTo>
                  <a:pt x="2126990" y="3436731"/>
                </a:moveTo>
                <a:lnTo>
                  <a:pt x="1935462" y="3436731"/>
                </a:lnTo>
                <a:lnTo>
                  <a:pt x="1935462" y="3388849"/>
                </a:lnTo>
                <a:lnTo>
                  <a:pt x="2126990" y="3388849"/>
                </a:lnTo>
                <a:lnTo>
                  <a:pt x="2126990" y="3436731"/>
                </a:lnTo>
                <a:moveTo>
                  <a:pt x="1791816" y="3436731"/>
                </a:moveTo>
                <a:lnTo>
                  <a:pt x="1600287" y="3436731"/>
                </a:lnTo>
                <a:lnTo>
                  <a:pt x="1600287" y="3388849"/>
                </a:lnTo>
                <a:lnTo>
                  <a:pt x="1791816" y="3388849"/>
                </a:lnTo>
                <a:lnTo>
                  <a:pt x="1791816" y="3436731"/>
                </a:lnTo>
                <a:moveTo>
                  <a:pt x="1456642" y="3436731"/>
                </a:moveTo>
                <a:lnTo>
                  <a:pt x="1265113" y="3436731"/>
                </a:lnTo>
                <a:lnTo>
                  <a:pt x="1265113" y="3388849"/>
                </a:lnTo>
                <a:lnTo>
                  <a:pt x="1456642" y="3388849"/>
                </a:lnTo>
                <a:lnTo>
                  <a:pt x="1456642" y="3436731"/>
                </a:lnTo>
                <a:moveTo>
                  <a:pt x="1121467" y="3436731"/>
                </a:moveTo>
                <a:lnTo>
                  <a:pt x="929941" y="3436731"/>
                </a:lnTo>
                <a:lnTo>
                  <a:pt x="929941" y="3388849"/>
                </a:lnTo>
                <a:lnTo>
                  <a:pt x="1121467" y="3388849"/>
                </a:lnTo>
                <a:lnTo>
                  <a:pt x="1121467" y="3436731"/>
                </a:lnTo>
                <a:moveTo>
                  <a:pt x="786293" y="3436731"/>
                </a:moveTo>
                <a:lnTo>
                  <a:pt x="594766" y="3436731"/>
                </a:lnTo>
                <a:lnTo>
                  <a:pt x="594766" y="3388849"/>
                </a:lnTo>
                <a:lnTo>
                  <a:pt x="786293" y="3388849"/>
                </a:lnTo>
                <a:lnTo>
                  <a:pt x="786293" y="3436731"/>
                </a:lnTo>
                <a:moveTo>
                  <a:pt x="446786" y="3419446"/>
                </a:moveTo>
                <a:lnTo>
                  <a:pt x="441638" y="3418201"/>
                </a:lnTo>
                <a:lnTo>
                  <a:pt x="427586" y="3414394"/>
                </a:lnTo>
                <a:lnTo>
                  <a:pt x="413699" y="3410253"/>
                </a:lnTo>
                <a:lnTo>
                  <a:pt x="399934" y="3405800"/>
                </a:lnTo>
                <a:lnTo>
                  <a:pt x="386336" y="3401012"/>
                </a:lnTo>
                <a:lnTo>
                  <a:pt x="372880" y="3395888"/>
                </a:lnTo>
                <a:lnTo>
                  <a:pt x="359569" y="3390453"/>
                </a:lnTo>
                <a:lnTo>
                  <a:pt x="346450" y="3384708"/>
                </a:lnTo>
                <a:lnTo>
                  <a:pt x="333498" y="3378650"/>
                </a:lnTo>
                <a:lnTo>
                  <a:pt x="320713" y="3372307"/>
                </a:lnTo>
                <a:lnTo>
                  <a:pt x="308097" y="3365651"/>
                </a:lnTo>
                <a:lnTo>
                  <a:pt x="295670" y="3358707"/>
                </a:lnTo>
                <a:lnTo>
                  <a:pt x="283437" y="3351477"/>
                </a:lnTo>
                <a:lnTo>
                  <a:pt x="271395" y="3343960"/>
                </a:lnTo>
                <a:lnTo>
                  <a:pt x="264786" y="3339603"/>
                </a:lnTo>
                <a:lnTo>
                  <a:pt x="291098" y="3299597"/>
                </a:lnTo>
                <a:lnTo>
                  <a:pt x="297490" y="3303811"/>
                </a:lnTo>
                <a:lnTo>
                  <a:pt x="297011" y="3303500"/>
                </a:lnTo>
                <a:lnTo>
                  <a:pt x="308551" y="3310706"/>
                </a:lnTo>
                <a:lnTo>
                  <a:pt x="308073" y="3310418"/>
                </a:lnTo>
                <a:lnTo>
                  <a:pt x="319803" y="3317337"/>
                </a:lnTo>
                <a:lnTo>
                  <a:pt x="319300" y="3317050"/>
                </a:lnTo>
                <a:lnTo>
                  <a:pt x="331223" y="3323729"/>
                </a:lnTo>
                <a:lnTo>
                  <a:pt x="330696" y="3323442"/>
                </a:lnTo>
                <a:lnTo>
                  <a:pt x="342786" y="3329834"/>
                </a:lnTo>
                <a:lnTo>
                  <a:pt x="342284" y="3329548"/>
                </a:lnTo>
                <a:lnTo>
                  <a:pt x="354543" y="3335653"/>
                </a:lnTo>
                <a:lnTo>
                  <a:pt x="354016" y="3335389"/>
                </a:lnTo>
                <a:lnTo>
                  <a:pt x="366441" y="3341207"/>
                </a:lnTo>
                <a:lnTo>
                  <a:pt x="365914" y="3340967"/>
                </a:lnTo>
                <a:lnTo>
                  <a:pt x="378507" y="3346474"/>
                </a:lnTo>
                <a:lnTo>
                  <a:pt x="377956" y="3346235"/>
                </a:lnTo>
                <a:lnTo>
                  <a:pt x="390717" y="3351454"/>
                </a:lnTo>
                <a:lnTo>
                  <a:pt x="390166" y="3351238"/>
                </a:lnTo>
                <a:lnTo>
                  <a:pt x="403070" y="3356146"/>
                </a:lnTo>
                <a:lnTo>
                  <a:pt x="402519" y="3355930"/>
                </a:lnTo>
                <a:lnTo>
                  <a:pt x="415568" y="3360527"/>
                </a:lnTo>
                <a:lnTo>
                  <a:pt x="414992" y="3360336"/>
                </a:lnTo>
                <a:lnTo>
                  <a:pt x="428184" y="3364621"/>
                </a:lnTo>
                <a:lnTo>
                  <a:pt x="427634" y="3364454"/>
                </a:lnTo>
                <a:lnTo>
                  <a:pt x="440969" y="3368428"/>
                </a:lnTo>
                <a:lnTo>
                  <a:pt x="440394" y="3368260"/>
                </a:lnTo>
                <a:lnTo>
                  <a:pt x="453848" y="3371900"/>
                </a:lnTo>
                <a:lnTo>
                  <a:pt x="453275" y="3371756"/>
                </a:lnTo>
                <a:lnTo>
                  <a:pt x="458135" y="3372929"/>
                </a:lnTo>
                <a:lnTo>
                  <a:pt x="446786" y="3419446"/>
                </a:lnTo>
                <a:moveTo>
                  <a:pt x="151402" y="3242091"/>
                </a:moveTo>
                <a:lnTo>
                  <a:pt x="143573" y="3233281"/>
                </a:lnTo>
                <a:lnTo>
                  <a:pt x="134451" y="3222484"/>
                </a:lnTo>
                <a:lnTo>
                  <a:pt x="125593" y="3211470"/>
                </a:lnTo>
                <a:lnTo>
                  <a:pt x="116976" y="3200242"/>
                </a:lnTo>
                <a:lnTo>
                  <a:pt x="108644" y="3188822"/>
                </a:lnTo>
                <a:lnTo>
                  <a:pt x="100552" y="3177163"/>
                </a:lnTo>
                <a:lnTo>
                  <a:pt x="92770" y="3165336"/>
                </a:lnTo>
                <a:lnTo>
                  <a:pt x="85253" y="3153294"/>
                </a:lnTo>
                <a:lnTo>
                  <a:pt x="78023" y="3141037"/>
                </a:lnTo>
                <a:lnTo>
                  <a:pt x="71079" y="3128635"/>
                </a:lnTo>
                <a:lnTo>
                  <a:pt x="64424" y="3116017"/>
                </a:lnTo>
                <a:lnTo>
                  <a:pt x="58081" y="3103233"/>
                </a:lnTo>
                <a:lnTo>
                  <a:pt x="52023" y="3090281"/>
                </a:lnTo>
                <a:lnTo>
                  <a:pt x="46278" y="3077162"/>
                </a:lnTo>
                <a:lnTo>
                  <a:pt x="45104" y="3074265"/>
                </a:lnTo>
                <a:lnTo>
                  <a:pt x="89418" y="3056165"/>
                </a:lnTo>
                <a:lnTo>
                  <a:pt x="90496" y="3058775"/>
                </a:lnTo>
                <a:lnTo>
                  <a:pt x="90257" y="3058224"/>
                </a:lnTo>
                <a:lnTo>
                  <a:pt x="95763" y="3070817"/>
                </a:lnTo>
                <a:lnTo>
                  <a:pt x="95524" y="3070290"/>
                </a:lnTo>
                <a:lnTo>
                  <a:pt x="101342" y="3082716"/>
                </a:lnTo>
                <a:lnTo>
                  <a:pt x="101079" y="3082189"/>
                </a:lnTo>
                <a:lnTo>
                  <a:pt x="107159" y="3094447"/>
                </a:lnTo>
                <a:lnTo>
                  <a:pt x="106896" y="3093944"/>
                </a:lnTo>
                <a:lnTo>
                  <a:pt x="113288" y="3106034"/>
                </a:lnTo>
                <a:lnTo>
                  <a:pt x="113002" y="3105507"/>
                </a:lnTo>
                <a:lnTo>
                  <a:pt x="119679" y="3117431"/>
                </a:lnTo>
                <a:lnTo>
                  <a:pt x="119393" y="3116927"/>
                </a:lnTo>
                <a:lnTo>
                  <a:pt x="126312" y="3128659"/>
                </a:lnTo>
                <a:lnTo>
                  <a:pt x="126025" y="3128179"/>
                </a:lnTo>
                <a:lnTo>
                  <a:pt x="133231" y="3139719"/>
                </a:lnTo>
                <a:lnTo>
                  <a:pt x="132919" y="3139240"/>
                </a:lnTo>
                <a:lnTo>
                  <a:pt x="140389" y="3150612"/>
                </a:lnTo>
                <a:lnTo>
                  <a:pt x="140079" y="3150134"/>
                </a:lnTo>
                <a:lnTo>
                  <a:pt x="147811" y="3161291"/>
                </a:lnTo>
                <a:lnTo>
                  <a:pt x="147500" y="3160836"/>
                </a:lnTo>
                <a:lnTo>
                  <a:pt x="155496" y="3171801"/>
                </a:lnTo>
                <a:lnTo>
                  <a:pt x="155161" y="3171346"/>
                </a:lnTo>
                <a:lnTo>
                  <a:pt x="163397" y="3182119"/>
                </a:lnTo>
                <a:lnTo>
                  <a:pt x="163061" y="3181664"/>
                </a:lnTo>
                <a:lnTo>
                  <a:pt x="171560" y="3192222"/>
                </a:lnTo>
                <a:lnTo>
                  <a:pt x="171202" y="3191791"/>
                </a:lnTo>
                <a:lnTo>
                  <a:pt x="179963" y="3202134"/>
                </a:lnTo>
                <a:lnTo>
                  <a:pt x="179582" y="3201702"/>
                </a:lnTo>
                <a:lnTo>
                  <a:pt x="187218" y="3210321"/>
                </a:lnTo>
                <a:lnTo>
                  <a:pt x="151402" y="3242091"/>
                </a:lnTo>
                <a:moveTo>
                  <a:pt x="5770" y="2930355"/>
                </a:moveTo>
                <a:lnTo>
                  <a:pt x="4716" y="2922933"/>
                </a:lnTo>
                <a:lnTo>
                  <a:pt x="3040" y="2908138"/>
                </a:lnTo>
                <a:lnTo>
                  <a:pt x="1723" y="2893247"/>
                </a:lnTo>
                <a:lnTo>
                  <a:pt x="766" y="2878259"/>
                </a:lnTo>
                <a:lnTo>
                  <a:pt x="191" y="2863153"/>
                </a:lnTo>
                <a:lnTo>
                  <a:pt x="0" y="2848261"/>
                </a:lnTo>
                <a:lnTo>
                  <a:pt x="47881" y="2847663"/>
                </a:lnTo>
                <a:lnTo>
                  <a:pt x="48073" y="2862243"/>
                </a:lnTo>
                <a:lnTo>
                  <a:pt x="48049" y="2861645"/>
                </a:lnTo>
                <a:lnTo>
                  <a:pt x="48600" y="2876129"/>
                </a:lnTo>
                <a:lnTo>
                  <a:pt x="48576" y="2875531"/>
                </a:lnTo>
                <a:lnTo>
                  <a:pt x="49486" y="2889919"/>
                </a:lnTo>
                <a:lnTo>
                  <a:pt x="49437" y="2889320"/>
                </a:lnTo>
                <a:lnTo>
                  <a:pt x="50706" y="2903614"/>
                </a:lnTo>
                <a:lnTo>
                  <a:pt x="50635" y="2902991"/>
                </a:lnTo>
                <a:lnTo>
                  <a:pt x="52262" y="2917188"/>
                </a:lnTo>
                <a:lnTo>
                  <a:pt x="52191" y="2916589"/>
                </a:lnTo>
                <a:lnTo>
                  <a:pt x="53196" y="2923724"/>
                </a:lnTo>
                <a:lnTo>
                  <a:pt x="5770" y="29303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57">
            <a:extLst xmlns:a="http://schemas.openxmlformats.org/drawingml/2006/main">
              <a:ext uri="{FF2B5EF4-FFF2-40B4-BE49-F238E27FC236}">
                <a16:creationId xmlns:a16="http://schemas.microsoft.com/office/drawing/2014/main" id="{F3EE92AE-6696-41B4-A2CA-A374AC31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864" y="3288713"/>
            <a:ext cx="881280" cy="2387879"/>
          </a:xfrm>
          <a:custGeom xmlns:a="http://schemas.openxmlformats.org/drawingml/2006/main">
            <a:pathLst>
              <a:path w="730320" h="1978844">
                <a:moveTo>
                  <a:pt x="636448" y="118796"/>
                </a:moveTo>
                <a:lnTo>
                  <a:pt x="681456" y="135075"/>
                </a:lnTo>
                <a:lnTo>
                  <a:pt x="726490" y="151379"/>
                </a:lnTo>
                <a:lnTo>
                  <a:pt x="730320" y="0"/>
                </a:lnTo>
                <a:lnTo>
                  <a:pt x="636448" y="118796"/>
                </a:lnTo>
                <a:moveTo>
                  <a:pt x="33755" y="1978844"/>
                </a:moveTo>
                <a:lnTo>
                  <a:pt x="722777" y="73643"/>
                </a:lnTo>
                <a:lnTo>
                  <a:pt x="688998" y="61433"/>
                </a:lnTo>
                <a:lnTo>
                  <a:pt x="0" y="1966635"/>
                </a:lnTo>
                <a:lnTo>
                  <a:pt x="33755" y="19788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text-358 SSM">
            <a:extLst xmlns:a="http://schemas.openxmlformats.org/drawingml/2006/main">
              <a:ext uri="{FF2B5EF4-FFF2-40B4-BE49-F238E27FC236}">
                <a16:creationId xmlns:a16="http://schemas.microsoft.com/office/drawing/2014/main" id="{207049CE-A1F2-4FD1-80F3-3F047B5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346" y="268572"/>
            <a:ext cx="1162165" cy="727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2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2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92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SSM</a:t>
            </a:r>
          </a:p>
        </p:txBody>
      </p:sp>
      <p:sp>
        <p:nvSpPr>
          <p:cNvPr id="360" name="text-358 Path">
            <a:extLst xmlns:a="http://schemas.openxmlformats.org/drawingml/2006/main">
              <a:ext uri="{FF2B5EF4-FFF2-40B4-BE49-F238E27FC236}">
                <a16:creationId xmlns:a16="http://schemas.microsoft.com/office/drawing/2014/main" id="{F6B01A96-8E34-4283-A485-858D414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1268" y="268141"/>
            <a:ext cx="1133972" cy="728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9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Path</a:t>
            </a:r>
          </a:p>
        </p:txBody>
      </p:sp>
      <p:sp>
        <p:nvSpPr>
          <p:cNvPr id="361" name="path-359">
            <a:extLst xmlns:a="http://schemas.openxmlformats.org/drawingml/2006/main">
              <a:ext uri="{FF2B5EF4-FFF2-40B4-BE49-F238E27FC236}">
                <a16:creationId xmlns:a16="http://schemas.microsoft.com/office/drawing/2014/main" id="{EC21B9EE-675D-4337-A053-32E35851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307" y="5656080"/>
            <a:ext cx="881280" cy="2387880"/>
          </a:xfrm>
          <a:custGeom xmlns:a="http://schemas.openxmlformats.org/drawingml/2006/main">
            <a:pathLst>
              <a:path w="730320" h="1978845">
                <a:moveTo>
                  <a:pt x="636448" y="1860049"/>
                </a:moveTo>
                <a:lnTo>
                  <a:pt x="681456" y="1843770"/>
                </a:lnTo>
                <a:lnTo>
                  <a:pt x="726490" y="1827466"/>
                </a:lnTo>
                <a:lnTo>
                  <a:pt x="730320" y="1978845"/>
                </a:lnTo>
                <a:lnTo>
                  <a:pt x="636448" y="1860049"/>
                </a:lnTo>
                <a:moveTo>
                  <a:pt x="33757" y="0"/>
                </a:moveTo>
                <a:lnTo>
                  <a:pt x="722779" y="1905202"/>
                </a:lnTo>
                <a:lnTo>
                  <a:pt x="688999" y="1917411"/>
                </a:lnTo>
                <a:lnTo>
                  <a:pt x="0" y="12210"/>
                </a:lnTo>
                <a:lnTo>
                  <a:pt x="3375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text-360 𝒉">
            <a:extLst xmlns:a="http://schemas.openxmlformats.org/drawingml/2006/main">
              <a:ext uri="{FF2B5EF4-FFF2-40B4-BE49-F238E27FC236}">
                <a16:creationId xmlns:a16="http://schemas.microsoft.com/office/drawing/2014/main" id="{6E3685ED-E7D7-4D03-9FD8-787CF83D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0828" y="951462"/>
            <a:ext cx="422180" cy="7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𝒉</a:t>
            </a:r>
          </a:p>
        </p:txBody>
      </p:sp>
      <p:sp>
        <p:nvSpPr>
          <p:cNvPr id="363" name="path-361">
            <a:extLst xmlns:a="http://schemas.openxmlformats.org/drawingml/2006/main">
              <a:ext uri="{FF2B5EF4-FFF2-40B4-BE49-F238E27FC236}">
                <a16:creationId xmlns:a16="http://schemas.microsoft.com/office/drawing/2014/main" id="{1C479E37-AB59-4376-999C-E38CD2DB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666" y="1347922"/>
            <a:ext cx="132806" cy="232365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text-362 −">
            <a:extLst xmlns:a="http://schemas.openxmlformats.org/drawingml/2006/main">
              <a:ext uri="{FF2B5EF4-FFF2-40B4-BE49-F238E27FC236}">
                <a16:creationId xmlns:a16="http://schemas.microsoft.com/office/drawing/2014/main" id="{0B544607-3ACA-4AC8-843D-0FAA2EC7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4841" y="1212493"/>
            <a:ext cx="337799" cy="510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87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−</a:t>
            </a:r>
          </a:p>
        </p:txBody>
      </p:sp>
      <p:sp>
        <p:nvSpPr>
          <p:cNvPr id="365" name="text-363 1">
            <a:extLst xmlns:a="http://schemas.openxmlformats.org/drawingml/2006/main">
              <a:ext uri="{FF2B5EF4-FFF2-40B4-BE49-F238E27FC236}">
                <a16:creationId xmlns:a16="http://schemas.microsoft.com/office/drawing/2014/main" id="{2A4DFFB6-E7AA-4CA4-A370-F33B6F0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7849" y="1185897"/>
            <a:ext cx="286870" cy="547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8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8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308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366" name="text-364 𝒉">
            <a:extLst xmlns:a="http://schemas.openxmlformats.org/drawingml/2006/main">
              <a:ext uri="{FF2B5EF4-FFF2-40B4-BE49-F238E27FC236}">
                <a16:creationId xmlns:a16="http://schemas.microsoft.com/office/drawing/2014/main" id="{6E110DCA-E9B8-41AB-8922-322D2463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8769" y="951462"/>
            <a:ext cx="422180" cy="7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𝒉</a:t>
            </a:r>
          </a:p>
        </p:txBody>
      </p:sp>
      <p:sp>
        <p:nvSpPr>
          <p:cNvPr id="367" name="path-365">
            <a:extLst xmlns:a="http://schemas.openxmlformats.org/drawingml/2006/main">
              <a:ext uri="{FF2B5EF4-FFF2-40B4-BE49-F238E27FC236}">
                <a16:creationId xmlns:a16="http://schemas.microsoft.com/office/drawing/2014/main" id="{7ED9373A-9D2F-4AEC-8BB9-A2618DFB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609" y="1347922"/>
            <a:ext cx="132806" cy="232365"/>
          </a:xfrm>
          <a:custGeom xmlns:a="http://schemas.openxmlformats.org/drawingml/2006/main">
            <a:pathLst>
              <a:path w="110057" h="192561">
                <a:moveTo>
                  <a:pt x="95372" y="160619"/>
                </a:moveTo>
                <a:cubicBezTo>
                  <a:pt x="90225" y="166372"/>
                  <a:pt x="85331" y="171267"/>
                  <a:pt x="80688" y="175304"/>
                </a:cubicBezTo>
                <a:cubicBezTo>
                  <a:pt x="76046" y="179341"/>
                  <a:pt x="71504" y="182646"/>
                  <a:pt x="67063" y="185219"/>
                </a:cubicBezTo>
                <a:cubicBezTo>
                  <a:pt x="62623" y="187793"/>
                  <a:pt x="58233" y="189660"/>
                  <a:pt x="53893" y="190821"/>
                </a:cubicBezTo>
                <a:cubicBezTo>
                  <a:pt x="49553" y="191981"/>
                  <a:pt x="45113" y="192561"/>
                  <a:pt x="40571" y="192561"/>
                </a:cubicBezTo>
                <a:cubicBezTo>
                  <a:pt x="28561" y="192561"/>
                  <a:pt x="19604" y="189736"/>
                  <a:pt x="13700" y="184084"/>
                </a:cubicBezTo>
                <a:cubicBezTo>
                  <a:pt x="7796" y="178432"/>
                  <a:pt x="4844" y="170106"/>
                  <a:pt x="4844" y="159105"/>
                </a:cubicBezTo>
                <a:cubicBezTo>
                  <a:pt x="4844" y="155371"/>
                  <a:pt x="5122" y="151259"/>
                  <a:pt x="5677" y="146768"/>
                </a:cubicBezTo>
                <a:cubicBezTo>
                  <a:pt x="6232" y="142276"/>
                  <a:pt x="7014" y="137912"/>
                  <a:pt x="8023" y="133673"/>
                </a:cubicBezTo>
                <a:lnTo>
                  <a:pt x="26038" y="55255"/>
                </a:lnTo>
                <a:lnTo>
                  <a:pt x="0" y="55255"/>
                </a:lnTo>
                <a:lnTo>
                  <a:pt x="3028" y="43599"/>
                </a:lnTo>
                <a:cubicBezTo>
                  <a:pt x="9083" y="43599"/>
                  <a:pt x="13801" y="43019"/>
                  <a:pt x="17182" y="41858"/>
                </a:cubicBezTo>
                <a:cubicBezTo>
                  <a:pt x="20563" y="40697"/>
                  <a:pt x="23414" y="39108"/>
                  <a:pt x="25735" y="37089"/>
                </a:cubicBezTo>
                <a:cubicBezTo>
                  <a:pt x="27249" y="35676"/>
                  <a:pt x="28713" y="33935"/>
                  <a:pt x="30126" y="31866"/>
                </a:cubicBezTo>
                <a:cubicBezTo>
                  <a:pt x="31538" y="29798"/>
                  <a:pt x="32951" y="27300"/>
                  <a:pt x="34364" y="24373"/>
                </a:cubicBezTo>
                <a:cubicBezTo>
                  <a:pt x="35777" y="21446"/>
                  <a:pt x="37215" y="17990"/>
                  <a:pt x="38679" y="14003"/>
                </a:cubicBezTo>
                <a:cubicBezTo>
                  <a:pt x="40142" y="10017"/>
                  <a:pt x="41782" y="5349"/>
                  <a:pt x="43599" y="0"/>
                </a:cubicBezTo>
                <a:lnTo>
                  <a:pt x="67215" y="0"/>
                </a:lnTo>
                <a:lnTo>
                  <a:pt x="58586" y="38452"/>
                </a:lnTo>
                <a:lnTo>
                  <a:pt x="110057" y="38452"/>
                </a:lnTo>
                <a:lnTo>
                  <a:pt x="106575" y="55255"/>
                </a:lnTo>
                <a:lnTo>
                  <a:pt x="55255" y="55255"/>
                </a:lnTo>
                <a:lnTo>
                  <a:pt x="39814" y="118686"/>
                </a:lnTo>
                <a:cubicBezTo>
                  <a:pt x="38805" y="122924"/>
                  <a:pt x="37972" y="126734"/>
                  <a:pt x="37316" y="130115"/>
                </a:cubicBezTo>
                <a:cubicBezTo>
                  <a:pt x="36660" y="133496"/>
                  <a:pt x="36131" y="136549"/>
                  <a:pt x="35727" y="139274"/>
                </a:cubicBezTo>
                <a:cubicBezTo>
                  <a:pt x="35323" y="141999"/>
                  <a:pt x="35046" y="144472"/>
                  <a:pt x="34894" y="146692"/>
                </a:cubicBezTo>
                <a:cubicBezTo>
                  <a:pt x="34743" y="148912"/>
                  <a:pt x="34667" y="150981"/>
                  <a:pt x="34667" y="152899"/>
                </a:cubicBezTo>
                <a:cubicBezTo>
                  <a:pt x="34667" y="158954"/>
                  <a:pt x="35929" y="163697"/>
                  <a:pt x="38452" y="167129"/>
                </a:cubicBezTo>
                <a:cubicBezTo>
                  <a:pt x="40975" y="170560"/>
                  <a:pt x="45113" y="172276"/>
                  <a:pt x="50865" y="172276"/>
                </a:cubicBezTo>
                <a:cubicBezTo>
                  <a:pt x="55710" y="172276"/>
                  <a:pt x="60857" y="170485"/>
                  <a:pt x="66307" y="166902"/>
                </a:cubicBezTo>
                <a:cubicBezTo>
                  <a:pt x="71756" y="163319"/>
                  <a:pt x="77963" y="157693"/>
                  <a:pt x="84927" y="150022"/>
                </a:cubicBezTo>
                <a:lnTo>
                  <a:pt x="95372" y="160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6">
            <a:extLst xmlns:a="http://schemas.openxmlformats.org/drawingml/2006/main">
              <a:ext uri="{FF2B5EF4-FFF2-40B4-BE49-F238E27FC236}">
                <a16:creationId xmlns:a16="http://schemas.microsoft.com/office/drawing/2014/main" id="{7823E745-2758-41E4-B333-980B1285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081" y="1068597"/>
            <a:ext cx="294790" cy="26001"/>
          </a:xfrm>
          <a:custGeom xmlns:a="http://schemas.openxmlformats.org/drawingml/2006/main">
            <a:pathLst>
              <a:path w="244293" h="21547">
                <a:moveTo>
                  <a:pt x="244293" y="21547"/>
                </a:moveTo>
                <a:lnTo>
                  <a:pt x="0" y="21547"/>
                </a:lnTo>
                <a:lnTo>
                  <a:pt x="0" y="0"/>
                </a:lnTo>
                <a:lnTo>
                  <a:pt x="244293" y="0"/>
                </a:lnTo>
                <a:lnTo>
                  <a:pt x="244293" y="215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text-367 𝓠">
            <a:extLst xmlns:a="http://schemas.openxmlformats.org/drawingml/2006/main">
              <a:ext uri="{FF2B5EF4-FFF2-40B4-BE49-F238E27FC236}">
                <a16:creationId xmlns:a16="http://schemas.microsoft.com/office/drawing/2014/main" id="{AE3E45E6-D12C-4B99-AE3B-49281640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7303" y="963044"/>
            <a:ext cx="462549" cy="728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𝓠</a:t>
            </a:r>
          </a:p>
        </p:txBody>
      </p:sp>
      <p:sp>
        <p:nvSpPr>
          <p:cNvPr id="370" name="path-368">
            <a:extLst xmlns:a="http://schemas.openxmlformats.org/drawingml/2006/main">
              <a:ext uri="{FF2B5EF4-FFF2-40B4-BE49-F238E27FC236}">
                <a16:creationId xmlns:a16="http://schemas.microsoft.com/office/drawing/2014/main" id="{3F77FC92-D315-4C26-9728-05303D2C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900" y="2225630"/>
            <a:ext cx="294790" cy="26001"/>
          </a:xfrm>
          <a:custGeom xmlns:a="http://schemas.openxmlformats.org/drawingml/2006/main">
            <a:pathLst>
              <a:path w="244293" h="21547">
                <a:moveTo>
                  <a:pt x="244293" y="21547"/>
                </a:moveTo>
                <a:lnTo>
                  <a:pt x="0" y="21547"/>
                </a:lnTo>
                <a:lnTo>
                  <a:pt x="0" y="0"/>
                </a:lnTo>
                <a:lnTo>
                  <a:pt x="244293" y="0"/>
                </a:lnTo>
                <a:lnTo>
                  <a:pt x="244293" y="215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text-369 𝓟">
            <a:extLst xmlns:a="http://schemas.openxmlformats.org/drawingml/2006/main">
              <a:ext uri="{FF2B5EF4-FFF2-40B4-BE49-F238E27FC236}">
                <a16:creationId xmlns:a16="http://schemas.microsoft.com/office/drawing/2014/main" id="{26A64049-720F-45AA-A4A5-C63BAEA2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4009" y="2118620"/>
            <a:ext cx="508000" cy="728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𝓟</a:t>
            </a:r>
          </a:p>
        </p:txBody>
      </p:sp>
      <p:sp>
        <p:nvSpPr>
          <p:cNvPr id="372" name="text-370 𝓒">
            <a:extLst xmlns:a="http://schemas.openxmlformats.org/drawingml/2006/main">
              <a:ext uri="{FF2B5EF4-FFF2-40B4-BE49-F238E27FC236}">
                <a16:creationId xmlns:a16="http://schemas.microsoft.com/office/drawing/2014/main" id="{5D3481A8-F71B-421F-AAB5-907061F8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0369" y="2040710"/>
            <a:ext cx="431809" cy="727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409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𝓒</a:t>
            </a:r>
          </a:p>
        </p:txBody>
      </p:sp>
    </p:spTree>
    <p:extLst>
      <p:ext uri="{BB962C8B-B14F-4D97-AF65-F5344CB8AC3E}">
        <p14:creationId xmlns:p14="http://schemas.microsoft.com/office/powerpoint/2010/main" val="69144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2026-10-14T12:38:11.5060000Z</dcterms:created>
  <dcterms:modified xsi:type="dcterms:W3CDTF">2026-10-14T12:38:11.5060000Z</dcterms:modified>
</coreProperties>
</file>